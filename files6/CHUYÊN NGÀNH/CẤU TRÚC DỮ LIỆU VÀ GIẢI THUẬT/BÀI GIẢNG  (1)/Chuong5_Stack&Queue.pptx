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4"/>
  </p:sldMasterIdLst>
  <p:notesMasterIdLst>
    <p:notesMasterId r:id="rId40"/>
  </p:notesMasterIdLst>
  <p:handoutMasterIdLst>
    <p:handoutMasterId r:id="rId41"/>
  </p:handoutMasterIdLst>
  <p:sldIdLst>
    <p:sldId id="336" r:id="rId5"/>
    <p:sldId id="260" r:id="rId6"/>
    <p:sldId id="294" r:id="rId7"/>
    <p:sldId id="298" r:id="rId8"/>
    <p:sldId id="295" r:id="rId9"/>
    <p:sldId id="297" r:id="rId10"/>
    <p:sldId id="338" r:id="rId11"/>
    <p:sldId id="296" r:id="rId12"/>
    <p:sldId id="302" r:id="rId13"/>
    <p:sldId id="303" r:id="rId14"/>
    <p:sldId id="333" r:id="rId15"/>
    <p:sldId id="334" r:id="rId16"/>
    <p:sldId id="335" r:id="rId17"/>
    <p:sldId id="312" r:id="rId18"/>
    <p:sldId id="313" r:id="rId19"/>
    <p:sldId id="314" r:id="rId20"/>
    <p:sldId id="315" r:id="rId21"/>
    <p:sldId id="317" r:id="rId22"/>
    <p:sldId id="307" r:id="rId23"/>
    <p:sldId id="323" r:id="rId24"/>
    <p:sldId id="324" r:id="rId25"/>
    <p:sldId id="316" r:id="rId26"/>
    <p:sldId id="321" r:id="rId27"/>
    <p:sldId id="322" r:id="rId28"/>
    <p:sldId id="318" r:id="rId29"/>
    <p:sldId id="326" r:id="rId30"/>
    <p:sldId id="325" r:id="rId31"/>
    <p:sldId id="327" r:id="rId32"/>
    <p:sldId id="328" r:id="rId33"/>
    <p:sldId id="329" r:id="rId34"/>
    <p:sldId id="331" r:id="rId35"/>
    <p:sldId id="337" r:id="rId36"/>
    <p:sldId id="330" r:id="rId37"/>
    <p:sldId id="332" r:id="rId38"/>
    <p:sldId id="259"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A870F7F-DF72-44BF-90ED-7B2752AB4779}">
          <p14:sldIdLst>
            <p14:sldId id="336"/>
            <p14:sldId id="260"/>
            <p14:sldId id="294"/>
            <p14:sldId id="298"/>
            <p14:sldId id="295"/>
            <p14:sldId id="297"/>
            <p14:sldId id="338"/>
            <p14:sldId id="296"/>
            <p14:sldId id="302"/>
            <p14:sldId id="303"/>
            <p14:sldId id="333"/>
            <p14:sldId id="334"/>
            <p14:sldId id="335"/>
            <p14:sldId id="312"/>
            <p14:sldId id="313"/>
            <p14:sldId id="314"/>
            <p14:sldId id="315"/>
            <p14:sldId id="317"/>
            <p14:sldId id="307"/>
            <p14:sldId id="323"/>
            <p14:sldId id="324"/>
            <p14:sldId id="316"/>
            <p14:sldId id="321"/>
            <p14:sldId id="322"/>
            <p14:sldId id="318"/>
            <p14:sldId id="326"/>
            <p14:sldId id="325"/>
            <p14:sldId id="327"/>
            <p14:sldId id="328"/>
            <p14:sldId id="329"/>
            <p14:sldId id="331"/>
            <p14:sldId id="337"/>
            <p14:sldId id="330"/>
            <p14:sldId id="332"/>
            <p14:sldId id="25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ichNgan" initials="B" lastIdx="4" clrIdx="0">
    <p:extLst>
      <p:ext uri="{19B8F6BF-5375-455C-9EA6-DF929625EA0E}">
        <p15:presenceInfo xmlns:p15="http://schemas.microsoft.com/office/powerpoint/2012/main" userId="BichNg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EB4E6"/>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26" autoAdjust="0"/>
    <p:restoredTop sz="94364" autoAdjust="0"/>
  </p:normalViewPr>
  <p:slideViewPr>
    <p:cSldViewPr snapToGrid="0">
      <p:cViewPr varScale="1">
        <p:scale>
          <a:sx n="64" d="100"/>
          <a:sy n="64" d="100"/>
        </p:scale>
        <p:origin x="584" y="76"/>
      </p:cViewPr>
      <p:guideLst/>
    </p:cSldViewPr>
  </p:slideViewPr>
  <p:notesTextViewPr>
    <p:cViewPr>
      <p:scale>
        <a:sx n="1" d="1"/>
        <a:sy n="1" d="1"/>
      </p:scale>
      <p:origin x="0" y="0"/>
    </p:cViewPr>
  </p:notesTextViewPr>
  <p:notesViewPr>
    <p:cSldViewPr snapToGrid="0">
      <p:cViewPr varScale="1">
        <p:scale>
          <a:sx n="53" d="100"/>
          <a:sy n="53" d="100"/>
        </p:scale>
        <p:origin x="2844"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commentAuthors" Target="commen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10B176-BD9D-470D-A4F1-2E38FD3F303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CDEFC32-7568-48EB-B151-DAD6CF398DD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53F125-BB2F-467E-B095-52B8E5237CC4}" type="datetimeFigureOut">
              <a:rPr lang="en-US" smtClean="0"/>
              <a:t>14/10/2024</a:t>
            </a:fld>
            <a:endParaRPr lang="en-US"/>
          </a:p>
        </p:txBody>
      </p:sp>
      <p:sp>
        <p:nvSpPr>
          <p:cNvPr id="4" name="Footer Placeholder 3">
            <a:extLst>
              <a:ext uri="{FF2B5EF4-FFF2-40B4-BE49-F238E27FC236}">
                <a16:creationId xmlns:a16="http://schemas.microsoft.com/office/drawing/2014/main" id="{68F82BDE-61AA-4C27-BDD3-1A24DA282D5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380C71C-A4FD-406C-90A1-AEC3B384987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F872D2-0EDB-45B6-8902-676EE300E795}" type="slidenum">
              <a:rPr lang="en-US" smtClean="0"/>
              <a:t>‹#›</a:t>
            </a:fld>
            <a:endParaRPr lang="en-US"/>
          </a:p>
        </p:txBody>
      </p:sp>
    </p:spTree>
    <p:extLst>
      <p:ext uri="{BB962C8B-B14F-4D97-AF65-F5344CB8AC3E}">
        <p14:creationId xmlns:p14="http://schemas.microsoft.com/office/powerpoint/2010/main" val="38643230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9D2033-2E99-42E8-A74A-F7FD5F477543}" type="datetimeFigureOut">
              <a:rPr lang="en-US" smtClean="0"/>
              <a:t>14/10/2024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EFC665-C52C-431E-822D-B0208836AED7}" type="slidenum">
              <a:rPr lang="en-US" smtClean="0"/>
              <a:t>‹#›</a:t>
            </a:fld>
            <a:endParaRPr lang="en-US"/>
          </a:p>
        </p:txBody>
      </p:sp>
    </p:spTree>
    <p:extLst>
      <p:ext uri="{BB962C8B-B14F-4D97-AF65-F5344CB8AC3E}">
        <p14:creationId xmlns:p14="http://schemas.microsoft.com/office/powerpoint/2010/main" val="4200081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472224"/>
          </a:xfrm>
        </p:spPr>
        <p:txBody>
          <a:bodyPr anchor="b">
            <a:normAutofit/>
          </a:bodyPr>
          <a:lstStyle>
            <a:lvl1pPr algn="l">
              <a:lnSpc>
                <a:spcPct val="85000"/>
              </a:lnSpc>
              <a:defRPr sz="8000" spc="-50" baseline="0">
                <a:solidFill>
                  <a:schemeClr val="tx1">
                    <a:lumMod val="85000"/>
                    <a:lumOff val="15000"/>
                  </a:schemeClr>
                </a:solidFill>
              </a:defRPr>
            </a:lvl1pPr>
          </a:lstStyle>
          <a:p>
            <a:r>
              <a:rPr lang="en-US" dirty="0"/>
              <a:t>Click to edit Master title style</a:t>
            </a:r>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Arial" panose="020B0604020202020204" pitchFamily="34" charset="0"/>
                <a:cs typeface="Arial" panose="020B0604020202020204" pitchFamily="34" charset="0"/>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5" name="Footer Placeholder 4"/>
          <p:cNvSpPr>
            <a:spLocks noGrp="1"/>
          </p:cNvSpPr>
          <p:nvPr>
            <p:ph type="ftr" sz="quarter" idx="11"/>
          </p:nvPr>
        </p:nvSpPr>
        <p:spPr/>
        <p:txBody>
          <a:bodyPr/>
          <a:lstStyle/>
          <a:p>
            <a:pPr algn="l"/>
            <a:r>
              <a:rPr lang="en-US" smtClean="0"/>
              <a:t>Bộ môn Công nghệ phần mềm</a:t>
            </a:r>
            <a:endParaRPr lang="en-US" dirty="0"/>
          </a:p>
        </p:txBody>
      </p:sp>
      <p:sp>
        <p:nvSpPr>
          <p:cNvPr id="6" name="Slide Number Placeholder 5"/>
          <p:cNvSpPr>
            <a:spLocks noGrp="1"/>
          </p:cNvSpPr>
          <p:nvPr>
            <p:ph type="sldNum" sz="quarter" idx="12"/>
          </p:nvPr>
        </p:nvSpPr>
        <p:spPr/>
        <p:txBody>
          <a:bodyPr/>
          <a:lstStyle/>
          <a:p>
            <a:fld id="{B24627E5-2E3F-4AE1-995E-77E2B7EB78DF}" type="slidenum">
              <a:rPr lang="en-US" smtClean="0"/>
              <a:t>‹#›</a:t>
            </a:fld>
            <a:endParaRPr lang="en-US"/>
          </a:p>
        </p:txBody>
      </p:sp>
      <p:cxnSp>
        <p:nvCxnSpPr>
          <p:cNvPr id="9" name="Straight Connector 8"/>
          <p:cNvCxnSpPr/>
          <p:nvPr/>
        </p:nvCxnSpPr>
        <p:spPr>
          <a:xfrm>
            <a:off x="1207658" y="4343400"/>
            <a:ext cx="9875520" cy="0"/>
          </a:xfrm>
          <a:prstGeom prst="line">
            <a:avLst/>
          </a:prstGeom>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809862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dirty="0"/>
              <a:t>Click to edit Master title style</a:t>
            </a:r>
          </a:p>
        </p:txBody>
      </p:sp>
      <p:sp>
        <p:nvSpPr>
          <p:cNvPr id="3" name="Content Placeholder 2"/>
          <p:cNvSpPr>
            <a:spLocks noGrp="1"/>
          </p:cNvSpPr>
          <p:nvPr>
            <p:ph idx="1"/>
          </p:nvPr>
        </p:nvSpPr>
        <p:spPr>
          <a:xfrm>
            <a:off x="1097280" y="1316036"/>
            <a:ext cx="10058400" cy="4905859"/>
          </a:xfrm>
        </p:spPr>
        <p:txBody>
          <a:bodyPr/>
          <a:lstStyle>
            <a:lvl1pPr marL="91440" indent="-91440" algn="just">
              <a:buFont typeface="Wingdings" panose="05000000000000000000" pitchFamily="2" charset="2"/>
              <a:buChar char="v"/>
              <a:defRPr/>
            </a:lvl1pPr>
            <a:lvl2pPr marL="384048" indent="-182880" algn="just">
              <a:buFont typeface="Wingdings" panose="05000000000000000000" pitchFamily="2" charset="2"/>
              <a:buChar char="v"/>
              <a:defRPr/>
            </a:lvl2pPr>
            <a:lvl3pPr marL="566928" indent="-182880" algn="just">
              <a:buFont typeface="Wingdings" panose="05000000000000000000" pitchFamily="2" charset="2"/>
              <a:buChar char="v"/>
              <a:defRPr/>
            </a:lvl3pPr>
            <a:lvl4pPr marL="749808" indent="-182880" algn="just">
              <a:buFont typeface="Wingdings" panose="05000000000000000000" pitchFamily="2" charset="2"/>
              <a:buChar char="v"/>
              <a:defRPr/>
            </a:lvl4pPr>
            <a:lvl5pPr marL="932688" indent="-182880" algn="just">
              <a:buFont typeface="Wingdings" panose="05000000000000000000" pitchFamily="2" charset="2"/>
              <a:buChar char="v"/>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pPr algn="l"/>
            <a:r>
              <a:rPr lang="en-US" smtClean="0"/>
              <a:t>Bộ môn Công nghệ phần mềm</a:t>
            </a:r>
            <a:endParaRPr lang="en-US" dirty="0"/>
          </a:p>
        </p:txBody>
      </p:sp>
      <p:sp>
        <p:nvSpPr>
          <p:cNvPr id="6" name="Slide Number Placeholder 5"/>
          <p:cNvSpPr>
            <a:spLocks noGrp="1"/>
          </p:cNvSpPr>
          <p:nvPr>
            <p:ph type="sldNum" sz="quarter" idx="12"/>
          </p:nvPr>
        </p:nvSpPr>
        <p:spPr/>
        <p:txBody>
          <a:bodyPr/>
          <a:lstStyle/>
          <a:p>
            <a:fld id="{B24627E5-2E3F-4AE1-995E-77E2B7EB78DF}" type="slidenum">
              <a:rPr lang="en-US" smtClean="0"/>
              <a:t>‹#›</a:t>
            </a:fld>
            <a:endParaRPr lang="en-US"/>
          </a:p>
        </p:txBody>
      </p:sp>
    </p:spTree>
    <p:extLst>
      <p:ext uri="{BB962C8B-B14F-4D97-AF65-F5344CB8AC3E}">
        <p14:creationId xmlns:p14="http://schemas.microsoft.com/office/powerpoint/2010/main" val="3468633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pPr algn="l"/>
            <a:r>
              <a:rPr lang="en-US" smtClean="0"/>
              <a:t>Bộ môn Công nghệ phần mềm</a:t>
            </a:r>
            <a:endParaRPr lang="en-US" dirty="0"/>
          </a:p>
        </p:txBody>
      </p:sp>
      <p:sp>
        <p:nvSpPr>
          <p:cNvPr id="6" name="Slide Number Placeholder 5"/>
          <p:cNvSpPr>
            <a:spLocks noGrp="1"/>
          </p:cNvSpPr>
          <p:nvPr>
            <p:ph type="sldNum" sz="quarter" idx="12"/>
          </p:nvPr>
        </p:nvSpPr>
        <p:spPr/>
        <p:txBody>
          <a:bodyPr/>
          <a:lstStyle/>
          <a:p>
            <a:fld id="{B24627E5-2E3F-4AE1-995E-77E2B7EB78DF}"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1346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dirty="0"/>
              <a:t>Click to edit Master title style</a:t>
            </a:r>
          </a:p>
        </p:txBody>
      </p:sp>
      <p:sp>
        <p:nvSpPr>
          <p:cNvPr id="3" name="Content Placeholder 2"/>
          <p:cNvSpPr>
            <a:spLocks noGrp="1"/>
          </p:cNvSpPr>
          <p:nvPr>
            <p:ph sz="half" idx="1"/>
          </p:nvPr>
        </p:nvSpPr>
        <p:spPr>
          <a:xfrm>
            <a:off x="1097280" y="1845734"/>
            <a:ext cx="4937760" cy="402335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r>
              <a:rPr lang="en-US" smtClean="0"/>
              <a:t>Bộ môn Công nghệ phần mềm</a:t>
            </a:r>
            <a:endParaRPr lang="en-US" dirty="0"/>
          </a:p>
        </p:txBody>
      </p:sp>
      <p:sp>
        <p:nvSpPr>
          <p:cNvPr id="7" name="Slide Number Placeholder 6"/>
          <p:cNvSpPr>
            <a:spLocks noGrp="1"/>
          </p:cNvSpPr>
          <p:nvPr>
            <p:ph type="sldNum" sz="quarter" idx="12"/>
          </p:nvPr>
        </p:nvSpPr>
        <p:spPr/>
        <p:txBody>
          <a:bodyPr/>
          <a:lstStyle/>
          <a:p>
            <a:fld id="{B24627E5-2E3F-4AE1-995E-77E2B7EB78DF}" type="slidenum">
              <a:rPr lang="en-US" smtClean="0"/>
              <a:t>‹#›</a:t>
            </a:fld>
            <a:endParaRPr lang="en-US"/>
          </a:p>
        </p:txBody>
      </p:sp>
    </p:spTree>
    <p:extLst>
      <p:ext uri="{BB962C8B-B14F-4D97-AF65-F5344CB8AC3E}">
        <p14:creationId xmlns:p14="http://schemas.microsoft.com/office/powerpoint/2010/main" val="1634316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dirty="0"/>
              <a:t>Click to edit Master title style</a:t>
            </a:r>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pPr algn="l"/>
            <a:r>
              <a:rPr lang="en-US" smtClean="0"/>
              <a:t>Bộ môn Công nghệ phần mềm</a:t>
            </a:r>
            <a:endParaRPr lang="en-US" dirty="0"/>
          </a:p>
        </p:txBody>
      </p:sp>
      <p:sp>
        <p:nvSpPr>
          <p:cNvPr id="9" name="Slide Number Placeholder 8"/>
          <p:cNvSpPr>
            <a:spLocks noGrp="1"/>
          </p:cNvSpPr>
          <p:nvPr>
            <p:ph type="sldNum" sz="quarter" idx="12"/>
          </p:nvPr>
        </p:nvSpPr>
        <p:spPr/>
        <p:txBody>
          <a:bodyPr/>
          <a:lstStyle/>
          <a:p>
            <a:fld id="{B24627E5-2E3F-4AE1-995E-77E2B7EB78DF}" type="slidenum">
              <a:rPr lang="en-US" smtClean="0"/>
              <a:t>‹#›</a:t>
            </a:fld>
            <a:endParaRPr lang="en-US"/>
          </a:p>
        </p:txBody>
      </p:sp>
    </p:spTree>
    <p:extLst>
      <p:ext uri="{BB962C8B-B14F-4D97-AF65-F5344CB8AC3E}">
        <p14:creationId xmlns:p14="http://schemas.microsoft.com/office/powerpoint/2010/main" val="2317955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Footer Placeholder 3"/>
          <p:cNvSpPr>
            <a:spLocks noGrp="1"/>
          </p:cNvSpPr>
          <p:nvPr>
            <p:ph type="ftr" sz="quarter" idx="11"/>
          </p:nvPr>
        </p:nvSpPr>
        <p:spPr/>
        <p:txBody>
          <a:bodyPr/>
          <a:lstStyle/>
          <a:p>
            <a:pPr algn="l"/>
            <a:r>
              <a:rPr lang="en-US" smtClean="0"/>
              <a:t>Bộ môn Công nghệ phần mềm</a:t>
            </a:r>
            <a:endParaRPr lang="en-US" dirty="0"/>
          </a:p>
        </p:txBody>
      </p:sp>
      <p:sp>
        <p:nvSpPr>
          <p:cNvPr id="5" name="Slide Number Placeholder 4"/>
          <p:cNvSpPr>
            <a:spLocks noGrp="1"/>
          </p:cNvSpPr>
          <p:nvPr>
            <p:ph type="sldNum" sz="quarter" idx="12"/>
          </p:nvPr>
        </p:nvSpPr>
        <p:spPr/>
        <p:txBody>
          <a:bodyPr/>
          <a:lstStyle/>
          <a:p>
            <a:fld id="{B24627E5-2E3F-4AE1-995E-77E2B7EB78DF}" type="slidenum">
              <a:rPr lang="en-US" smtClean="0"/>
              <a:t>‹#›</a:t>
            </a:fld>
            <a:endParaRPr lang="en-US"/>
          </a:p>
        </p:txBody>
      </p:sp>
    </p:spTree>
    <p:extLst>
      <p:ext uri="{BB962C8B-B14F-4D97-AF65-F5344CB8AC3E}">
        <p14:creationId xmlns:p14="http://schemas.microsoft.com/office/powerpoint/2010/main" val="3352398538"/>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Footer Placeholder 7"/>
          <p:cNvSpPr>
            <a:spLocks noGrp="1"/>
          </p:cNvSpPr>
          <p:nvPr>
            <p:ph type="ftr" sz="quarter" idx="11"/>
          </p:nvPr>
        </p:nvSpPr>
        <p:spPr/>
        <p:txBody>
          <a:bodyPr/>
          <a:lstStyle>
            <a:lvl1pPr>
              <a:defRPr>
                <a:solidFill>
                  <a:srgbClr val="FFFFFF"/>
                </a:solidFill>
              </a:defRPr>
            </a:lvl1pPr>
          </a:lstStyle>
          <a:p>
            <a:pPr algn="l"/>
            <a:r>
              <a:rPr lang="en-US" smtClean="0"/>
              <a:t>Bộ môn Công nghệ phần mềm</a:t>
            </a:r>
            <a:endParaRPr lang="en-US" dirty="0"/>
          </a:p>
        </p:txBody>
      </p:sp>
      <p:sp>
        <p:nvSpPr>
          <p:cNvPr id="9" name="Slide Number Placeholder 8"/>
          <p:cNvSpPr>
            <a:spLocks noGrp="1"/>
          </p:cNvSpPr>
          <p:nvPr>
            <p:ph type="sldNum" sz="quarter" idx="12"/>
          </p:nvPr>
        </p:nvSpPr>
        <p:spPr/>
        <p:txBody>
          <a:bodyPr/>
          <a:lstStyle/>
          <a:p>
            <a:fld id="{B24627E5-2E3F-4AE1-995E-77E2B7EB78DF}" type="slidenum">
              <a:rPr lang="en-US" smtClean="0"/>
              <a:t>‹#›</a:t>
            </a:fld>
            <a:endParaRPr lang="en-US"/>
          </a:p>
        </p:txBody>
      </p:sp>
    </p:spTree>
    <p:extLst>
      <p:ext uri="{BB962C8B-B14F-4D97-AF65-F5344CB8AC3E}">
        <p14:creationId xmlns:p14="http://schemas.microsoft.com/office/powerpoint/2010/main" val="321552224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dirty="0"/>
              <a:t>Click to edit Master title style</a:t>
            </a:r>
          </a:p>
        </p:txBody>
      </p:sp>
      <p:sp>
        <p:nvSpPr>
          <p:cNvPr id="3" name="Content Placeholder 2"/>
          <p:cNvSpPr>
            <a:spLocks noGrp="1"/>
          </p:cNvSpPr>
          <p:nvPr>
            <p:ph idx="1"/>
          </p:nvPr>
        </p:nvSpPr>
        <p:spPr>
          <a:xfrm>
            <a:off x="4800600" y="731520"/>
            <a:ext cx="6492240" cy="5257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a:prstGeom prst="rect">
            <a:avLst/>
          </a:prstGeom>
        </p:spPr>
        <p:txBody>
          <a:bodyPr/>
          <a:lstStyle>
            <a:lvl1pPr algn="l">
              <a:defRPr/>
            </a:lvl1pPr>
          </a:lstStyle>
          <a:p>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smtClean="0"/>
              <a:t>Bộ môn Công nghệ phần mềm</a:t>
            </a:r>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24627E5-2E3F-4AE1-995E-77E2B7EB78DF}" type="slidenum">
              <a:rPr lang="en-US" smtClean="0"/>
              <a:t>‹#›</a:t>
            </a:fld>
            <a:endParaRPr lang="en-US" dirty="0"/>
          </a:p>
        </p:txBody>
      </p:sp>
    </p:spTree>
    <p:extLst>
      <p:ext uri="{BB962C8B-B14F-4D97-AF65-F5344CB8AC3E}">
        <p14:creationId xmlns:p14="http://schemas.microsoft.com/office/powerpoint/2010/main" val="35927239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pPr algn="l"/>
            <a:r>
              <a:rPr lang="en-US" smtClean="0"/>
              <a:t>Bộ môn Công nghệ phần mềm</a:t>
            </a:r>
            <a:endParaRPr lang="en-US" dirty="0"/>
          </a:p>
        </p:txBody>
      </p:sp>
      <p:sp>
        <p:nvSpPr>
          <p:cNvPr id="7" name="Slide Number Placeholder 6"/>
          <p:cNvSpPr>
            <a:spLocks noGrp="1"/>
          </p:cNvSpPr>
          <p:nvPr>
            <p:ph type="sldNum" sz="quarter" idx="12"/>
          </p:nvPr>
        </p:nvSpPr>
        <p:spPr/>
        <p:txBody>
          <a:bodyPr/>
          <a:lstStyle/>
          <a:p>
            <a:fld id="{B24627E5-2E3F-4AE1-995E-77E2B7EB78DF}" type="slidenum">
              <a:rPr lang="en-US" smtClean="0"/>
              <a:t>‹#›</a:t>
            </a:fld>
            <a:endParaRPr lang="en-US"/>
          </a:p>
        </p:txBody>
      </p:sp>
    </p:spTree>
    <p:extLst>
      <p:ext uri="{BB962C8B-B14F-4D97-AF65-F5344CB8AC3E}">
        <p14:creationId xmlns:p14="http://schemas.microsoft.com/office/powerpoint/2010/main" val="36956073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pPr algn="l"/>
            <a:r>
              <a:rPr lang="en-US" smtClean="0"/>
              <a:t>Bộ môn Công nghệ phần mềm</a:t>
            </a:r>
            <a:endParaRPr lang="en-US" dirty="0"/>
          </a:p>
        </p:txBody>
      </p:sp>
      <p:sp>
        <p:nvSpPr>
          <p:cNvPr id="6" name="Slide Number Placeholder 5"/>
          <p:cNvSpPr>
            <a:spLocks noGrp="1"/>
          </p:cNvSpPr>
          <p:nvPr>
            <p:ph type="sldNum" sz="quarter" idx="12"/>
          </p:nvPr>
        </p:nvSpPr>
        <p:spPr/>
        <p:txBody>
          <a:bodyPr/>
          <a:lstStyle/>
          <a:p>
            <a:fld id="{B24627E5-2E3F-4AE1-995E-77E2B7EB78DF}" type="slidenum">
              <a:rPr lang="en-US" smtClean="0"/>
              <a:t>‹#›</a:t>
            </a:fld>
            <a:endParaRPr lang="en-US"/>
          </a:p>
        </p:txBody>
      </p:sp>
    </p:spTree>
    <p:extLst>
      <p:ext uri="{BB962C8B-B14F-4D97-AF65-F5344CB8AC3E}">
        <p14:creationId xmlns:p14="http://schemas.microsoft.com/office/powerpoint/2010/main" val="29250906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pPr algn="l"/>
            <a:r>
              <a:rPr lang="en-US" smtClean="0"/>
              <a:t>Bộ môn Công nghệ phần mềm</a:t>
            </a:r>
            <a:endParaRPr lang="en-US" dirty="0"/>
          </a:p>
        </p:txBody>
      </p:sp>
      <p:sp>
        <p:nvSpPr>
          <p:cNvPr id="6" name="Slide Number Placeholder 5"/>
          <p:cNvSpPr>
            <a:spLocks noGrp="1"/>
          </p:cNvSpPr>
          <p:nvPr>
            <p:ph type="sldNum" sz="quarter" idx="12"/>
          </p:nvPr>
        </p:nvSpPr>
        <p:spPr/>
        <p:txBody>
          <a:bodyPr/>
          <a:lstStyle/>
          <a:p>
            <a:fld id="{B24627E5-2E3F-4AE1-995E-77E2B7EB78DF}" type="slidenum">
              <a:rPr lang="en-US" smtClean="0"/>
              <a:t>‹#›</a:t>
            </a:fld>
            <a:endParaRPr lang="en-US"/>
          </a:p>
        </p:txBody>
      </p:sp>
    </p:spTree>
    <p:extLst>
      <p:ext uri="{BB962C8B-B14F-4D97-AF65-F5344CB8AC3E}">
        <p14:creationId xmlns:p14="http://schemas.microsoft.com/office/powerpoint/2010/main" val="31382962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Blank">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lvl1pPr>
              <a:defRPr>
                <a:latin typeface="Tahoma" panose="020B0604030504040204" pitchFamily="34" charset="0"/>
                <a:ea typeface="Tahoma" panose="020B0604030504040204" pitchFamily="34" charset="0"/>
                <a:cs typeface="Tahoma" panose="020B0604030504040204" pitchFamily="34" charset="0"/>
              </a:defRPr>
            </a:lvl1pPr>
          </a:lstStyle>
          <a:p>
            <a:r>
              <a:rPr lang="en-US" smtClean="0"/>
              <a:t>Click to edit Master title style</a:t>
            </a:r>
            <a:endParaRPr lang="vi-VN"/>
          </a:p>
        </p:txBody>
      </p:sp>
    </p:spTree>
    <p:extLst>
      <p:ext uri="{BB962C8B-B14F-4D97-AF65-F5344CB8AC3E}">
        <p14:creationId xmlns:p14="http://schemas.microsoft.com/office/powerpoint/2010/main" val="11565758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2_Blank">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lvl1pPr>
              <a:defRPr>
                <a:latin typeface="Tahoma" panose="020B0604030504040204" pitchFamily="34" charset="0"/>
                <a:ea typeface="Tahoma" panose="020B0604030504040204" pitchFamily="34" charset="0"/>
                <a:cs typeface="Tahoma" panose="020B0604030504040204" pitchFamily="34" charset="0"/>
              </a:defRPr>
            </a:lvl1pPr>
          </a:lstStyle>
          <a:p>
            <a:r>
              <a:rPr lang="en-US" smtClean="0"/>
              <a:t>Click to edit Master title style</a:t>
            </a:r>
            <a:endParaRPr lang="vi-VN"/>
          </a:p>
        </p:txBody>
      </p:sp>
    </p:spTree>
    <p:extLst>
      <p:ext uri="{BB962C8B-B14F-4D97-AF65-F5344CB8AC3E}">
        <p14:creationId xmlns:p14="http://schemas.microsoft.com/office/powerpoint/2010/main" val="30133493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3_Blank">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lvl1pPr>
              <a:defRPr>
                <a:latin typeface="Tahoma" panose="020B0604030504040204" pitchFamily="34" charset="0"/>
                <a:ea typeface="Tahoma" panose="020B0604030504040204" pitchFamily="34" charset="0"/>
                <a:cs typeface="Tahoma" panose="020B0604030504040204" pitchFamily="34" charset="0"/>
              </a:defRPr>
            </a:lvl1pPr>
          </a:lstStyle>
          <a:p>
            <a:r>
              <a:rPr lang="en-US" smtClean="0"/>
              <a:t>Click to edit Master title style</a:t>
            </a:r>
            <a:endParaRPr lang="vi-VN"/>
          </a:p>
        </p:txBody>
      </p:sp>
    </p:spTree>
    <p:extLst>
      <p:ext uri="{BB962C8B-B14F-4D97-AF65-F5344CB8AC3E}">
        <p14:creationId xmlns:p14="http://schemas.microsoft.com/office/powerpoint/2010/main" val="2777046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4"/>
            <a:ext cx="10058400" cy="759871"/>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097280" y="1316037"/>
            <a:ext cx="10058400" cy="4553058"/>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1097280" y="6459785"/>
            <a:ext cx="4031311" cy="365125"/>
          </a:xfrm>
          <a:prstGeom prst="rect">
            <a:avLst/>
          </a:prstGeom>
        </p:spPr>
        <p:txBody>
          <a:bodyPr vert="horz" lIns="91440" tIns="45720" rIns="91440" bIns="45720" rtlCol="0" anchor="ctr"/>
          <a:lstStyle>
            <a:lvl1pPr algn="ctr">
              <a:defRPr sz="1200" cap="all" baseline="0">
                <a:solidFill>
                  <a:srgbClr val="FFFFFF"/>
                </a:solidFill>
                <a:latin typeface="Arial" panose="020B0604020202020204" pitchFamily="34" charset="0"/>
                <a:cs typeface="Arial" panose="020B0604020202020204" pitchFamily="34" charset="0"/>
              </a:defRPr>
            </a:lvl1pPr>
          </a:lstStyle>
          <a:p>
            <a:pPr algn="l"/>
            <a:r>
              <a:rPr lang="en-US" smtClean="0"/>
              <a:t>Bộ môn Công nghệ phần mềm</a:t>
            </a:r>
            <a:endParaRPr lang="en-US" dirty="0">
              <a:latin typeface="Arial" panose="020B0604020202020204" pitchFamily="34" charset="0"/>
              <a:cs typeface="Arial" panose="020B0604020202020204" pitchFamily="34" charset="0"/>
            </a:endParaRP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200">
                <a:solidFill>
                  <a:srgbClr val="FFFFFF"/>
                </a:solidFill>
                <a:latin typeface="Arial" panose="020B0604020202020204" pitchFamily="34" charset="0"/>
                <a:cs typeface="Arial" panose="020B0604020202020204" pitchFamily="34" charset="0"/>
              </a:defRPr>
            </a:lvl1pPr>
          </a:lstStyle>
          <a:p>
            <a:fld id="{B24627E5-2E3F-4AE1-995E-77E2B7EB78DF}" type="slidenum">
              <a:rPr lang="en-US" smtClean="0"/>
              <a:pPr/>
              <a:t>‹#›</a:t>
            </a:fld>
            <a:endParaRPr lang="en-US" sz="1200"/>
          </a:p>
        </p:txBody>
      </p:sp>
      <p:cxnSp>
        <p:nvCxnSpPr>
          <p:cNvPr id="10" name="Straight Connector 9"/>
          <p:cNvCxnSpPr/>
          <p:nvPr/>
        </p:nvCxnSpPr>
        <p:spPr>
          <a:xfrm>
            <a:off x="1163715" y="1181255"/>
            <a:ext cx="9966960" cy="0"/>
          </a:xfrm>
          <a:prstGeom prst="line">
            <a:avLst/>
          </a:prstGeom>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181828504"/>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Lst>
  <p:timing>
    <p:tnLst>
      <p:par>
        <p:cTn id="1" dur="indefinite" restart="never" nodeType="tmRoot"/>
      </p:par>
    </p:tnLst>
  </p:timing>
  <p:hf hdr="0" dt="0"/>
  <p:txStyles>
    <p:titleStyle>
      <a:lvl1pPr algn="l" defTabSz="914400" rtl="0" eaLnBrk="1" latinLnBrk="0" hangingPunct="1">
        <a:lnSpc>
          <a:spcPct val="85000"/>
        </a:lnSpc>
        <a:spcBef>
          <a:spcPct val="0"/>
        </a:spcBef>
        <a:buNone/>
        <a:defRPr sz="4000" kern="1200" spc="-50" baseline="0">
          <a:solidFill>
            <a:schemeClr val="tx1">
              <a:lumMod val="75000"/>
              <a:lumOff val="25000"/>
            </a:schemeClr>
          </a:solidFill>
          <a:latin typeface="Arial" panose="020B0604020202020204" pitchFamily="34" charset="0"/>
          <a:ea typeface="+mj-ea"/>
          <a:cs typeface="Arial" panose="020B0604020202020204" pitchFamily="34" charset="0"/>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31282" y="985922"/>
            <a:ext cx="11506200" cy="838200"/>
          </a:xfrm>
        </p:spPr>
        <p:txBody>
          <a:bodyPr>
            <a:noAutofit/>
          </a:bodyPr>
          <a:lstStyle/>
          <a:p>
            <a:pPr algn="ctr" eaLnBrk="1" hangingPunct="1">
              <a:defRPr/>
            </a:pPr>
            <a:r>
              <a:rPr lang="en-US" sz="4800" b="1" err="1">
                <a:solidFill>
                  <a:srgbClr val="0070C0"/>
                </a:solidFill>
                <a:latin typeface="Arial" panose="020B0604020202020204" pitchFamily="34" charset="0"/>
                <a:cs typeface="Arial" panose="020B0604020202020204" pitchFamily="34" charset="0"/>
              </a:rPr>
              <a:t>Chương</a:t>
            </a:r>
            <a:r>
              <a:rPr lang="en-US" sz="4800" b="1">
                <a:solidFill>
                  <a:srgbClr val="0070C0"/>
                </a:solidFill>
                <a:latin typeface="Arial" panose="020B0604020202020204" pitchFamily="34" charset="0"/>
                <a:cs typeface="Arial" panose="020B0604020202020204" pitchFamily="34" charset="0"/>
              </a:rPr>
              <a:t> </a:t>
            </a:r>
            <a:r>
              <a:rPr lang="en-US" sz="4800" b="1" smtClean="0">
                <a:solidFill>
                  <a:srgbClr val="0070C0"/>
                </a:solidFill>
                <a:latin typeface="Arial" panose="020B0604020202020204" pitchFamily="34" charset="0"/>
                <a:cs typeface="Arial" panose="020B0604020202020204" pitchFamily="34" charset="0"/>
              </a:rPr>
              <a:t>5 </a:t>
            </a:r>
            <a:br>
              <a:rPr lang="en-US" sz="4800" b="1" smtClean="0">
                <a:solidFill>
                  <a:srgbClr val="0070C0"/>
                </a:solidFill>
                <a:latin typeface="Arial" panose="020B0604020202020204" pitchFamily="34" charset="0"/>
                <a:cs typeface="Arial" panose="020B0604020202020204" pitchFamily="34" charset="0"/>
              </a:rPr>
            </a:br>
            <a:r>
              <a:rPr lang="en-US" sz="4800" b="1" smtClean="0">
                <a:solidFill>
                  <a:srgbClr val="0070C0"/>
                </a:solidFill>
                <a:latin typeface="Arial" panose="020B0604020202020204" pitchFamily="34" charset="0"/>
                <a:cs typeface="Arial" panose="020B0604020202020204" pitchFamily="34" charset="0"/>
              </a:rPr>
              <a:t>Ngăn </a:t>
            </a:r>
            <a:r>
              <a:rPr lang="en-US" sz="4800" b="1" dirty="0" err="1">
                <a:solidFill>
                  <a:srgbClr val="0070C0"/>
                </a:solidFill>
                <a:latin typeface="Arial" panose="020B0604020202020204" pitchFamily="34" charset="0"/>
                <a:cs typeface="Arial" panose="020B0604020202020204" pitchFamily="34" charset="0"/>
              </a:rPr>
              <a:t>xếp</a:t>
            </a:r>
            <a:r>
              <a:rPr lang="en-US" sz="4800" b="1" dirty="0">
                <a:solidFill>
                  <a:srgbClr val="0070C0"/>
                </a:solidFill>
                <a:latin typeface="Arial" panose="020B0604020202020204" pitchFamily="34" charset="0"/>
                <a:cs typeface="Arial" panose="020B0604020202020204" pitchFamily="34" charset="0"/>
              </a:rPr>
              <a:t> &amp; </a:t>
            </a:r>
            <a:r>
              <a:rPr lang="en-US" sz="4800" b="1" dirty="0" err="1">
                <a:solidFill>
                  <a:srgbClr val="0070C0"/>
                </a:solidFill>
                <a:latin typeface="Arial" panose="020B0604020202020204" pitchFamily="34" charset="0"/>
                <a:cs typeface="Arial" panose="020B0604020202020204" pitchFamily="34" charset="0"/>
              </a:rPr>
              <a:t>Hàng</a:t>
            </a:r>
            <a:r>
              <a:rPr lang="en-US" sz="4800" b="1" dirty="0">
                <a:solidFill>
                  <a:srgbClr val="0070C0"/>
                </a:solidFill>
                <a:latin typeface="Arial" panose="020B0604020202020204" pitchFamily="34" charset="0"/>
                <a:cs typeface="Arial" panose="020B0604020202020204" pitchFamily="34" charset="0"/>
              </a:rPr>
              <a:t> </a:t>
            </a:r>
            <a:r>
              <a:rPr lang="en-US" sz="4800" b="1" dirty="0" err="1">
                <a:solidFill>
                  <a:srgbClr val="0070C0"/>
                </a:solidFill>
                <a:latin typeface="Arial" panose="020B0604020202020204" pitchFamily="34" charset="0"/>
                <a:cs typeface="Arial" panose="020B0604020202020204" pitchFamily="34" charset="0"/>
              </a:rPr>
              <a:t>đợi</a:t>
            </a:r>
            <a:endParaRPr lang="en-US" sz="4800" b="1" dirty="0">
              <a:solidFill>
                <a:srgbClr val="0070C0"/>
              </a:solidFill>
              <a:latin typeface="Arial" panose="020B0604020202020204" pitchFamily="34" charset="0"/>
              <a:cs typeface="Arial" panose="020B0604020202020204" pitchFamily="34" charset="0"/>
            </a:endParaRPr>
          </a:p>
        </p:txBody>
      </p:sp>
      <p:sp>
        <p:nvSpPr>
          <p:cNvPr id="2" name="Slide Number Placeholder 1"/>
          <p:cNvSpPr>
            <a:spLocks noGrp="1"/>
          </p:cNvSpPr>
          <p:nvPr>
            <p:ph type="sldNum" sz="quarter" idx="12"/>
          </p:nvPr>
        </p:nvSpPr>
        <p:spPr/>
        <p:txBody>
          <a:bodyPr/>
          <a:lstStyle/>
          <a:p>
            <a:fld id="{5E3E3106-C04A-46AD-B086-174FE0F2FAA6}" type="slidenum">
              <a:rPr lang="en-US" smtClean="0"/>
              <a:pPr/>
              <a:t>1</a:t>
            </a:fld>
            <a:endParaRPr lang="en-US"/>
          </a:p>
        </p:txBody>
      </p:sp>
      <p:sp>
        <p:nvSpPr>
          <p:cNvPr id="4" name="Rectangle 2"/>
          <p:cNvSpPr txBox="1">
            <a:spLocks noChangeArrowheads="1"/>
          </p:cNvSpPr>
          <p:nvPr/>
        </p:nvSpPr>
        <p:spPr>
          <a:xfrm>
            <a:off x="381000" y="1757108"/>
            <a:ext cx="10363200" cy="88582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fontAlgn="auto">
              <a:spcAft>
                <a:spcPts val="0"/>
              </a:spcAft>
              <a:defRPr/>
            </a:pPr>
            <a:r>
              <a:rPr lang="en-US" sz="4400" b="1" smtClean="0">
                <a:solidFill>
                  <a:srgbClr val="002060"/>
                </a:solidFill>
                <a:latin typeface="Times New Roman" panose="02020603050405020304" pitchFamily="18" charset="0"/>
                <a:cs typeface="Times New Roman" panose="02020603050405020304" pitchFamily="18" charset="0"/>
              </a:rPr>
              <a:t>Nội dung</a:t>
            </a:r>
            <a:endParaRPr lang="en-US" sz="4400" b="1" dirty="0" smtClean="0">
              <a:solidFill>
                <a:srgbClr val="002060"/>
              </a:solidFill>
              <a:latin typeface="Times New Roman" panose="02020603050405020304" pitchFamily="18" charset="0"/>
              <a:cs typeface="Times New Roman" panose="02020603050405020304" pitchFamily="18" charset="0"/>
            </a:endParaRPr>
          </a:p>
        </p:txBody>
      </p:sp>
      <p:sp>
        <p:nvSpPr>
          <p:cNvPr id="5" name="Rectangle 3"/>
          <p:cNvSpPr txBox="1">
            <a:spLocks noChangeArrowheads="1"/>
          </p:cNvSpPr>
          <p:nvPr/>
        </p:nvSpPr>
        <p:spPr>
          <a:xfrm>
            <a:off x="381000" y="2959530"/>
            <a:ext cx="11592828" cy="294322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742950" indent="-742950" algn="just" fontAlgn="auto">
              <a:lnSpc>
                <a:spcPct val="100000"/>
              </a:lnSpc>
              <a:spcBef>
                <a:spcPts val="0"/>
              </a:spcBef>
              <a:spcAft>
                <a:spcPts val="0"/>
              </a:spcAft>
              <a:buFont typeface="+mj-lt"/>
              <a:buAutoNum type="arabicPeriod"/>
            </a:pPr>
            <a:r>
              <a:rPr lang="en-US" sz="4000" smtClean="0">
                <a:solidFill>
                  <a:srgbClr val="0070C0"/>
                </a:solidFill>
                <a:latin typeface="Times New Roman" panose="02020603050405020304" pitchFamily="18" charset="0"/>
                <a:cs typeface="Times New Roman" panose="02020603050405020304" pitchFamily="18" charset="0"/>
              </a:rPr>
              <a:t>Trình bày khái niệm Ngăn xếp (Stack) và Hàng đợi (Queue)</a:t>
            </a:r>
          </a:p>
          <a:p>
            <a:pPr marL="742950" indent="-742950" algn="just" fontAlgn="auto">
              <a:lnSpc>
                <a:spcPct val="100000"/>
              </a:lnSpc>
              <a:spcBef>
                <a:spcPts val="0"/>
              </a:spcBef>
              <a:spcAft>
                <a:spcPts val="0"/>
              </a:spcAft>
              <a:buFont typeface="+mj-lt"/>
              <a:buAutoNum type="arabicPeriod"/>
            </a:pPr>
            <a:r>
              <a:rPr lang="en-US" sz="4000" smtClean="0">
                <a:solidFill>
                  <a:srgbClr val="0070C0"/>
                </a:solidFill>
                <a:latin typeface="Times New Roman" panose="02020603050405020304" pitchFamily="18" charset="0"/>
                <a:cs typeface="Times New Roman" panose="02020603050405020304" pitchFamily="18" charset="0"/>
              </a:rPr>
              <a:t>Minh họa các ứng dụng</a:t>
            </a:r>
          </a:p>
          <a:p>
            <a:pPr marL="742950" indent="-742950" algn="just" fontAlgn="auto">
              <a:lnSpc>
                <a:spcPct val="100000"/>
              </a:lnSpc>
              <a:spcBef>
                <a:spcPts val="0"/>
              </a:spcBef>
              <a:spcAft>
                <a:spcPts val="0"/>
              </a:spcAft>
              <a:buFont typeface="+mj-lt"/>
              <a:buAutoNum type="arabicPeriod"/>
            </a:pPr>
            <a:r>
              <a:rPr lang="en-US" sz="4000" smtClean="0">
                <a:solidFill>
                  <a:srgbClr val="0070C0"/>
                </a:solidFill>
                <a:latin typeface="Times New Roman" panose="02020603050405020304" pitchFamily="18" charset="0"/>
                <a:cs typeface="Times New Roman" panose="02020603050405020304" pitchFamily="18" charset="0"/>
              </a:rPr>
              <a:t>Các phương pháp xây dựng Stack và Queue</a:t>
            </a:r>
            <a:endParaRPr lang="en-US" sz="4000" dirty="0" smtClean="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86273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402105"/>
            <a:ext cx="10058400" cy="759871"/>
          </a:xfrm>
        </p:spPr>
        <p:txBody>
          <a:bodyPr/>
          <a:lstStyle/>
          <a:p>
            <a:r>
              <a:rPr lang="en-US" dirty="0" smtClean="0">
                <a:latin typeface="+mn-lt"/>
              </a:rPr>
              <a:t>NỘI DUNG</a:t>
            </a:r>
            <a:endParaRPr lang="en-US" dirty="0">
              <a:latin typeface="+mn-lt"/>
            </a:endParaRPr>
          </a:p>
        </p:txBody>
      </p:sp>
      <p:sp>
        <p:nvSpPr>
          <p:cNvPr id="3" name="Content Placeholder 2"/>
          <p:cNvSpPr>
            <a:spLocks noGrp="1"/>
          </p:cNvSpPr>
          <p:nvPr>
            <p:ph idx="1"/>
          </p:nvPr>
        </p:nvSpPr>
        <p:spPr/>
        <p:txBody>
          <a:bodyPr>
            <a:normAutofit/>
          </a:bodyPr>
          <a:lstStyle/>
          <a:p>
            <a:pPr marL="514350" indent="-514350">
              <a:buFont typeface="+mj-lt"/>
              <a:buAutoNum type="romanUcPeriod"/>
            </a:pPr>
            <a:r>
              <a:rPr lang="en-US" sz="2500" dirty="0" smtClean="0">
                <a:latin typeface="+mn-lt"/>
              </a:rPr>
              <a:t> STACK</a:t>
            </a:r>
          </a:p>
          <a:p>
            <a:pPr marL="806958" lvl="1" indent="-514350">
              <a:buFont typeface="+mj-lt"/>
              <a:buAutoNum type="arabicPeriod"/>
            </a:pPr>
            <a:r>
              <a:rPr lang="en-US" sz="2500" dirty="0" smtClean="0">
                <a:latin typeface="+mn-lt"/>
              </a:rPr>
              <a:t>KHÁI NIỆM</a:t>
            </a:r>
          </a:p>
          <a:p>
            <a:pPr marL="806958" lvl="1" indent="-514350">
              <a:buFont typeface="+mj-lt"/>
              <a:buAutoNum type="arabicPeriod"/>
            </a:pPr>
            <a:r>
              <a:rPr lang="en-US" sz="2500" dirty="0" smtClean="0">
                <a:latin typeface="+mn-lt"/>
              </a:rPr>
              <a:t>KHAI BÁO</a:t>
            </a:r>
          </a:p>
          <a:p>
            <a:pPr marL="806958" lvl="1" indent="-514350">
              <a:buFont typeface="+mj-lt"/>
              <a:buAutoNum type="arabicPeriod"/>
            </a:pPr>
            <a:r>
              <a:rPr lang="en-US" sz="2500" dirty="0" smtClean="0">
                <a:latin typeface="+mn-lt"/>
              </a:rPr>
              <a:t>CÁC THAO TÁC CƠ BẢN</a:t>
            </a:r>
          </a:p>
          <a:p>
            <a:pPr marL="806958" lvl="1" indent="-514350">
              <a:buFont typeface="+mj-lt"/>
              <a:buAutoNum type="arabicPeriod"/>
            </a:pPr>
            <a:r>
              <a:rPr lang="en-US" sz="2500" dirty="0" smtClean="0">
                <a:latin typeface="+mn-lt"/>
              </a:rPr>
              <a:t>CÁC BÀI TOÁN ỨNG DỤNG</a:t>
            </a:r>
          </a:p>
          <a:p>
            <a:pPr marL="514350" indent="-514350">
              <a:buFont typeface="+mj-lt"/>
              <a:buAutoNum type="romanUcPeriod"/>
            </a:pPr>
            <a:r>
              <a:rPr lang="en-US" sz="2500" dirty="0" smtClean="0">
                <a:latin typeface="+mn-lt"/>
              </a:rPr>
              <a:t>QUEUE</a:t>
            </a:r>
          </a:p>
          <a:p>
            <a:pPr marL="806958" lvl="1" indent="-514350">
              <a:buFont typeface="+mj-lt"/>
              <a:buAutoNum type="arabicPeriod"/>
            </a:pPr>
            <a:r>
              <a:rPr lang="en-US" sz="2500" dirty="0">
                <a:latin typeface="+mn-lt"/>
              </a:rPr>
              <a:t>KHÁI NIỆM</a:t>
            </a:r>
          </a:p>
          <a:p>
            <a:pPr marL="806958" lvl="1" indent="-514350">
              <a:buFont typeface="+mj-lt"/>
              <a:buAutoNum type="arabicPeriod"/>
            </a:pPr>
            <a:r>
              <a:rPr lang="en-US" sz="2500" dirty="0">
                <a:latin typeface="+mn-lt"/>
              </a:rPr>
              <a:t>KHAI BÁO</a:t>
            </a:r>
          </a:p>
          <a:p>
            <a:pPr marL="806958" lvl="1" indent="-514350">
              <a:buFont typeface="+mj-lt"/>
              <a:buAutoNum type="arabicPeriod"/>
            </a:pPr>
            <a:r>
              <a:rPr lang="en-US" sz="2500" dirty="0">
                <a:latin typeface="+mn-lt"/>
              </a:rPr>
              <a:t>CÁC THAO TÁC CƠ BẢN</a:t>
            </a:r>
          </a:p>
          <a:p>
            <a:pPr marL="806958" lvl="1" indent="-514350">
              <a:buFont typeface="+mj-lt"/>
              <a:buAutoNum type="arabicPeriod"/>
            </a:pPr>
            <a:r>
              <a:rPr lang="en-US" sz="2500" dirty="0">
                <a:latin typeface="+mn-lt"/>
              </a:rPr>
              <a:t>CÁC BÀI TOÁN ỨNG DỤNG</a:t>
            </a:r>
          </a:p>
          <a:p>
            <a:pPr marL="0" indent="0">
              <a:buNone/>
            </a:pPr>
            <a:endParaRPr lang="en-US" sz="2500" dirty="0" smtClean="0">
              <a:latin typeface="+mn-lt"/>
            </a:endParaRPr>
          </a:p>
          <a:p>
            <a:pPr marL="806958" lvl="1" indent="-514350">
              <a:buFont typeface="+mj-lt"/>
              <a:buAutoNum type="romanUcPeriod"/>
            </a:pPr>
            <a:endParaRPr lang="en-US" sz="2500" dirty="0" smtClean="0">
              <a:latin typeface="+mn-lt"/>
            </a:endParaRPr>
          </a:p>
          <a:p>
            <a:pPr marL="806958" lvl="1" indent="-514350">
              <a:buFont typeface="+mj-lt"/>
              <a:buAutoNum type="romanUcPeriod"/>
            </a:pPr>
            <a:endParaRPr lang="en-US" sz="2500" dirty="0" smtClean="0">
              <a:latin typeface="+mn-lt"/>
            </a:endParaRPr>
          </a:p>
          <a:p>
            <a:pPr marL="806958" lvl="1" indent="-514350">
              <a:buFont typeface="+mj-lt"/>
              <a:buAutoNum type="romanUcPeriod"/>
            </a:pPr>
            <a:endParaRPr lang="en-US" sz="2500" dirty="0">
              <a:latin typeface="+mn-lt"/>
            </a:endParaRPr>
          </a:p>
        </p:txBody>
      </p:sp>
      <p:sp>
        <p:nvSpPr>
          <p:cNvPr id="5" name="Slide Number Placeholder 4"/>
          <p:cNvSpPr>
            <a:spLocks noGrp="1"/>
          </p:cNvSpPr>
          <p:nvPr>
            <p:ph type="sldNum" sz="quarter" idx="12"/>
          </p:nvPr>
        </p:nvSpPr>
        <p:spPr/>
        <p:txBody>
          <a:bodyPr/>
          <a:lstStyle/>
          <a:p>
            <a:fld id="{B24627E5-2E3F-4AE1-995E-77E2B7EB78DF}" type="slidenum">
              <a:rPr lang="en-US" smtClean="0"/>
              <a:t>2</a:t>
            </a:fld>
            <a:endParaRPr lang="en-US"/>
          </a:p>
        </p:txBody>
      </p:sp>
    </p:spTree>
    <p:extLst>
      <p:ext uri="{BB962C8B-B14F-4D97-AF65-F5344CB8AC3E}">
        <p14:creationId xmlns:p14="http://schemas.microsoft.com/office/powerpoint/2010/main" val="20438880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4379" y="479105"/>
            <a:ext cx="10058400" cy="759871"/>
          </a:xfrm>
        </p:spPr>
        <p:txBody>
          <a:bodyPr/>
          <a:lstStyle/>
          <a:p>
            <a:r>
              <a:rPr lang="en-US" dirty="0" smtClean="0">
                <a:solidFill>
                  <a:srgbClr val="0070C0"/>
                </a:solidFill>
              </a:rPr>
              <a:t>I. </a:t>
            </a:r>
            <a:r>
              <a:rPr lang="en-US" dirty="0" err="1" smtClean="0">
                <a:solidFill>
                  <a:srgbClr val="0070C0"/>
                </a:solidFill>
              </a:rPr>
              <a:t>Ngăn</a:t>
            </a:r>
            <a:r>
              <a:rPr lang="en-US" dirty="0" smtClean="0">
                <a:solidFill>
                  <a:srgbClr val="0070C0"/>
                </a:solidFill>
              </a:rPr>
              <a:t> </a:t>
            </a:r>
            <a:r>
              <a:rPr lang="en-US" dirty="0" err="1" smtClean="0">
                <a:solidFill>
                  <a:srgbClr val="0070C0"/>
                </a:solidFill>
              </a:rPr>
              <a:t>xếp</a:t>
            </a:r>
            <a:r>
              <a:rPr lang="en-US" dirty="0" smtClean="0">
                <a:solidFill>
                  <a:srgbClr val="0070C0"/>
                </a:solidFill>
              </a:rPr>
              <a:t> - STACK</a:t>
            </a:r>
            <a:endParaRPr lang="en-US" dirty="0">
              <a:solidFill>
                <a:srgbClr val="0070C0"/>
              </a:solidFill>
            </a:endParaRPr>
          </a:p>
        </p:txBody>
      </p:sp>
      <p:sp>
        <p:nvSpPr>
          <p:cNvPr id="3" name="Content Placeholder 2"/>
          <p:cNvSpPr>
            <a:spLocks noGrp="1"/>
          </p:cNvSpPr>
          <p:nvPr>
            <p:ph idx="1"/>
          </p:nvPr>
        </p:nvSpPr>
        <p:spPr>
          <a:xfrm>
            <a:off x="86628" y="1316036"/>
            <a:ext cx="10645539" cy="4905859"/>
          </a:xfrm>
        </p:spPr>
        <p:txBody>
          <a:bodyPr>
            <a:normAutofit/>
          </a:bodyPr>
          <a:lstStyle/>
          <a:p>
            <a:pPr>
              <a:lnSpc>
                <a:spcPct val="150000"/>
              </a:lnSpc>
            </a:pPr>
            <a:r>
              <a:rPr lang="en-US" sz="2500" dirty="0" smtClean="0"/>
              <a:t> Stack</a:t>
            </a:r>
            <a:r>
              <a:rPr lang="vi-VN" sz="2500" dirty="0" smtClean="0"/>
              <a:t> </a:t>
            </a:r>
            <a:r>
              <a:rPr lang="vi-VN" sz="2500" dirty="0"/>
              <a:t>là một cấu trúc dữ liệu tuyến </a:t>
            </a:r>
            <a:r>
              <a:rPr lang="vi-VN" sz="2500" dirty="0" smtClean="0"/>
              <a:t>tính</a:t>
            </a:r>
            <a:r>
              <a:rPr lang="en-US" sz="2500" dirty="0" smtClean="0"/>
              <a:t>,</a:t>
            </a:r>
            <a:r>
              <a:rPr lang="vi-VN" sz="2500" dirty="0" smtClean="0"/>
              <a:t> </a:t>
            </a:r>
            <a:r>
              <a:rPr lang="vi-VN" sz="2500" dirty="0"/>
              <a:t>tuân theo một thứ tự cụ thể trong đó các hoạt động được thực </a:t>
            </a:r>
            <a:r>
              <a:rPr lang="vi-VN" sz="2500" dirty="0" smtClean="0"/>
              <a:t>hiện</a:t>
            </a:r>
            <a:r>
              <a:rPr lang="en-US" sz="2500" dirty="0" smtClean="0"/>
              <a:t> </a:t>
            </a:r>
            <a:r>
              <a:rPr lang="en-US" sz="2500" dirty="0" err="1" smtClean="0"/>
              <a:t>theo</a:t>
            </a:r>
            <a:r>
              <a:rPr lang="en-US" sz="2500" dirty="0" smtClean="0"/>
              <a:t> </a:t>
            </a:r>
            <a:r>
              <a:rPr lang="en-US" sz="2500" dirty="0" err="1" smtClean="0"/>
              <a:t>nguyên</a:t>
            </a:r>
            <a:r>
              <a:rPr lang="en-US" sz="2500" dirty="0" smtClean="0"/>
              <a:t> </a:t>
            </a:r>
            <a:r>
              <a:rPr lang="en-US" sz="2500" dirty="0" err="1" smtClean="0"/>
              <a:t>tắc</a:t>
            </a:r>
            <a:r>
              <a:rPr lang="en-US" sz="2500" dirty="0" smtClean="0"/>
              <a:t>: </a:t>
            </a:r>
            <a:r>
              <a:rPr lang="en-US" sz="2500" dirty="0" err="1" smtClean="0"/>
              <a:t>vào</a:t>
            </a:r>
            <a:r>
              <a:rPr lang="en-US" sz="2500" dirty="0" smtClean="0"/>
              <a:t> </a:t>
            </a:r>
            <a:r>
              <a:rPr lang="en-US" sz="2500" dirty="0" err="1" smtClean="0"/>
              <a:t>sau</a:t>
            </a:r>
            <a:r>
              <a:rPr lang="en-US" sz="2500" dirty="0" smtClean="0"/>
              <a:t> </a:t>
            </a:r>
            <a:r>
              <a:rPr lang="en-US" sz="2500" dirty="0" err="1" smtClean="0"/>
              <a:t>ra</a:t>
            </a:r>
            <a:r>
              <a:rPr lang="en-US" sz="2500" dirty="0" smtClean="0"/>
              <a:t> </a:t>
            </a:r>
            <a:r>
              <a:rPr lang="en-US" sz="2500" dirty="0" err="1" smtClean="0"/>
              <a:t>trước</a:t>
            </a:r>
            <a:r>
              <a:rPr lang="en-US" sz="2500" dirty="0" smtClean="0"/>
              <a:t> (</a:t>
            </a:r>
            <a:r>
              <a:rPr lang="en-US" sz="2500" b="1" dirty="0" smtClean="0"/>
              <a:t>Last In First Out – LIFO</a:t>
            </a:r>
            <a:r>
              <a:rPr lang="en-US" sz="2500" dirty="0" smtClean="0"/>
              <a:t>).</a:t>
            </a:r>
          </a:p>
          <a:p>
            <a:pPr>
              <a:lnSpc>
                <a:spcPct val="150000"/>
              </a:lnSpc>
            </a:pPr>
            <a:r>
              <a:rPr lang="en-US" sz="2500" dirty="0" err="1"/>
              <a:t>Có</a:t>
            </a:r>
            <a:r>
              <a:rPr lang="en-US" sz="2500" dirty="0"/>
              <a:t> </a:t>
            </a:r>
            <a:r>
              <a:rPr lang="en-US" sz="2500" dirty="0" err="1"/>
              <a:t>hai</a:t>
            </a:r>
            <a:r>
              <a:rPr lang="en-US" sz="2500" dirty="0"/>
              <a:t> </a:t>
            </a:r>
            <a:r>
              <a:rPr lang="en-US" sz="2500" dirty="0" err="1"/>
              <a:t>cách</a:t>
            </a:r>
            <a:r>
              <a:rPr lang="en-US" sz="2500" dirty="0"/>
              <a:t> </a:t>
            </a:r>
            <a:r>
              <a:rPr lang="en-US" sz="2500" dirty="0" err="1"/>
              <a:t>để</a:t>
            </a:r>
            <a:r>
              <a:rPr lang="en-US" sz="2500" dirty="0"/>
              <a:t> </a:t>
            </a:r>
            <a:r>
              <a:rPr lang="en-US" sz="2500" dirty="0" err="1"/>
              <a:t>triển</a:t>
            </a:r>
            <a:r>
              <a:rPr lang="en-US" sz="2500" dirty="0"/>
              <a:t> </a:t>
            </a:r>
            <a:r>
              <a:rPr lang="en-US" sz="2500" dirty="0" err="1"/>
              <a:t>khai</a:t>
            </a:r>
            <a:r>
              <a:rPr lang="en-US" sz="2500" dirty="0"/>
              <a:t> </a:t>
            </a:r>
            <a:r>
              <a:rPr lang="en-US" sz="2500" dirty="0" err="1"/>
              <a:t>và</a:t>
            </a:r>
            <a:r>
              <a:rPr lang="en-US" sz="2500" dirty="0"/>
              <a:t> </a:t>
            </a:r>
            <a:r>
              <a:rPr lang="en-US" sz="2500" dirty="0" err="1"/>
              <a:t>xây</a:t>
            </a:r>
            <a:r>
              <a:rPr lang="en-US" sz="2500" dirty="0"/>
              <a:t> </a:t>
            </a:r>
            <a:r>
              <a:rPr lang="en-US" sz="2500" err="1"/>
              <a:t>dựng</a:t>
            </a:r>
            <a:r>
              <a:rPr lang="en-US" sz="2500"/>
              <a:t> </a:t>
            </a:r>
            <a:r>
              <a:rPr lang="en-US" sz="2500" smtClean="0"/>
              <a:t>một </a:t>
            </a:r>
            <a:r>
              <a:rPr lang="en-US" sz="2500" dirty="0"/>
              <a:t>stack </a:t>
            </a:r>
            <a:r>
              <a:rPr lang="en-US" sz="2500" dirty="0" err="1"/>
              <a:t>đó</a:t>
            </a:r>
            <a:r>
              <a:rPr lang="en-US" sz="2500" dirty="0"/>
              <a:t> </a:t>
            </a:r>
            <a:r>
              <a:rPr lang="en-US" sz="2500" dirty="0" err="1"/>
              <a:t>là</a:t>
            </a:r>
            <a:r>
              <a:rPr lang="en-US" sz="2500" dirty="0"/>
              <a:t>:</a:t>
            </a:r>
          </a:p>
          <a:p>
            <a:pPr lvl="1">
              <a:lnSpc>
                <a:spcPct val="150000"/>
              </a:lnSpc>
            </a:pPr>
            <a:r>
              <a:rPr lang="en-US" sz="2500" dirty="0" err="1"/>
              <a:t>Sử</a:t>
            </a:r>
            <a:r>
              <a:rPr lang="en-US" sz="2500" dirty="0"/>
              <a:t> </a:t>
            </a:r>
            <a:r>
              <a:rPr lang="en-US" sz="2500" dirty="0" err="1"/>
              <a:t>dụng</a:t>
            </a:r>
            <a:r>
              <a:rPr lang="en-US" sz="2500" dirty="0"/>
              <a:t> </a:t>
            </a:r>
            <a:r>
              <a:rPr lang="en-US" sz="2500" dirty="0" err="1" smtClean="0"/>
              <a:t>mảng</a:t>
            </a:r>
            <a:r>
              <a:rPr lang="en-US" sz="2500" dirty="0" smtClean="0"/>
              <a:t> (</a:t>
            </a:r>
            <a:r>
              <a:rPr lang="en-US" sz="2500" dirty="0" err="1" smtClean="0"/>
              <a:t>phức</a:t>
            </a:r>
            <a:r>
              <a:rPr lang="en-US" sz="2500" dirty="0" smtClean="0"/>
              <a:t> </a:t>
            </a:r>
            <a:r>
              <a:rPr lang="en-US" sz="2500" dirty="0" err="1" smtClean="0"/>
              <a:t>tạp</a:t>
            </a:r>
            <a:r>
              <a:rPr lang="en-US" sz="2500" dirty="0" smtClean="0"/>
              <a:t> </a:t>
            </a:r>
            <a:r>
              <a:rPr lang="en-US" sz="2500" dirty="0" err="1" smtClean="0"/>
              <a:t>khi</a:t>
            </a:r>
            <a:r>
              <a:rPr lang="en-US" sz="2500" dirty="0" smtClean="0"/>
              <a:t> </a:t>
            </a:r>
            <a:r>
              <a:rPr lang="en-US" sz="2500" err="1" smtClean="0"/>
              <a:t>thêm</a:t>
            </a:r>
            <a:r>
              <a:rPr lang="en-US" sz="2500" smtClean="0"/>
              <a:t>/</a:t>
            </a:r>
            <a:r>
              <a:rPr lang="en-US" sz="2500" err="1" smtClean="0"/>
              <a:t>xóa</a:t>
            </a:r>
            <a:r>
              <a:rPr lang="en-US" sz="2500" smtClean="0"/>
              <a:t>  phần </a:t>
            </a:r>
            <a:r>
              <a:rPr lang="en-US" sz="2500" dirty="0" err="1" smtClean="0"/>
              <a:t>tử</a:t>
            </a:r>
            <a:r>
              <a:rPr lang="en-US" sz="2500" dirty="0" smtClean="0"/>
              <a:t>).</a:t>
            </a:r>
            <a:endParaRPr lang="en-US" sz="2500" dirty="0"/>
          </a:p>
          <a:p>
            <a:pPr lvl="1">
              <a:lnSpc>
                <a:spcPct val="150000"/>
              </a:lnSpc>
            </a:pPr>
            <a:r>
              <a:rPr lang="en-US" sz="2500" dirty="0" err="1"/>
              <a:t>Sử</a:t>
            </a:r>
            <a:r>
              <a:rPr lang="en-US" sz="2500" dirty="0"/>
              <a:t> </a:t>
            </a:r>
            <a:r>
              <a:rPr lang="en-US" sz="2500" dirty="0" err="1"/>
              <a:t>dụng</a:t>
            </a:r>
            <a:r>
              <a:rPr lang="en-US" sz="2500" dirty="0"/>
              <a:t> </a:t>
            </a:r>
            <a:r>
              <a:rPr lang="en-US" sz="2500" dirty="0" err="1"/>
              <a:t>danh</a:t>
            </a:r>
            <a:r>
              <a:rPr lang="en-US" sz="2500" dirty="0"/>
              <a:t> </a:t>
            </a:r>
            <a:r>
              <a:rPr lang="en-US" sz="2500" dirty="0" err="1"/>
              <a:t>sách</a:t>
            </a:r>
            <a:r>
              <a:rPr lang="en-US" sz="2500" dirty="0"/>
              <a:t> </a:t>
            </a:r>
            <a:r>
              <a:rPr lang="en-US" sz="2500" dirty="0" err="1"/>
              <a:t>liên</a:t>
            </a:r>
            <a:r>
              <a:rPr lang="en-US" sz="2500" dirty="0"/>
              <a:t> </a:t>
            </a:r>
            <a:r>
              <a:rPr lang="en-US" sz="2500" dirty="0" err="1" smtClean="0"/>
              <a:t>kết</a:t>
            </a:r>
            <a:r>
              <a:rPr lang="en-US" sz="2500" dirty="0" smtClean="0"/>
              <a:t> </a:t>
            </a:r>
            <a:endParaRPr lang="en-US" sz="2500" dirty="0"/>
          </a:p>
          <a:p>
            <a:pPr>
              <a:lnSpc>
                <a:spcPct val="150000"/>
              </a:lnSpc>
            </a:pPr>
            <a:endParaRPr lang="en-US" sz="2500" dirty="0"/>
          </a:p>
        </p:txBody>
      </p:sp>
      <p:sp>
        <p:nvSpPr>
          <p:cNvPr id="5" name="Slide Number Placeholder 4"/>
          <p:cNvSpPr>
            <a:spLocks noGrp="1"/>
          </p:cNvSpPr>
          <p:nvPr>
            <p:ph type="sldNum" sz="quarter" idx="12"/>
          </p:nvPr>
        </p:nvSpPr>
        <p:spPr/>
        <p:txBody>
          <a:bodyPr/>
          <a:lstStyle/>
          <a:p>
            <a:fld id="{B24627E5-2E3F-4AE1-995E-77E2B7EB78DF}" type="slidenum">
              <a:rPr lang="en-US" smtClean="0"/>
              <a:t>3</a:t>
            </a:fld>
            <a:endParaRPr lang="en-US"/>
          </a:p>
        </p:txBody>
      </p:sp>
      <p:pic>
        <p:nvPicPr>
          <p:cNvPr id="1026" name="Picture 2" descr="https://res.cloudinary.com/practicaldev/image/fetch/s--agJOq1EO--/c_limit%2Cf_auto%2Cfl_progressive%2Cq_auto%2Cw_880/https:/thepracticaldev.s3.amazonaws.com/i/ne9kc5zo8kqmvh34c3zu.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5514" y="2737015"/>
            <a:ext cx="4111190" cy="2836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45842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450229"/>
            <a:ext cx="10058400" cy="759871"/>
          </a:xfrm>
        </p:spPr>
        <p:txBody>
          <a:bodyPr/>
          <a:lstStyle/>
          <a:p>
            <a:r>
              <a:rPr lang="en-US" dirty="0" err="1" smtClean="0"/>
              <a:t>Ứng</a:t>
            </a:r>
            <a:r>
              <a:rPr lang="en-US" dirty="0" smtClean="0"/>
              <a:t> </a:t>
            </a:r>
            <a:r>
              <a:rPr lang="en-US" dirty="0" err="1" smtClean="0"/>
              <a:t>dụng</a:t>
            </a:r>
            <a:r>
              <a:rPr lang="en-US" dirty="0" smtClean="0"/>
              <a:t> </a:t>
            </a:r>
            <a:r>
              <a:rPr lang="en-US" dirty="0" err="1" smtClean="0"/>
              <a:t>của</a:t>
            </a:r>
            <a:r>
              <a:rPr lang="en-US" dirty="0" smtClean="0"/>
              <a:t> Stack</a:t>
            </a:r>
            <a:endParaRPr lang="en-US" dirty="0"/>
          </a:p>
        </p:txBody>
      </p:sp>
      <p:sp>
        <p:nvSpPr>
          <p:cNvPr id="3" name="Content Placeholder 2"/>
          <p:cNvSpPr>
            <a:spLocks noGrp="1"/>
          </p:cNvSpPr>
          <p:nvPr>
            <p:ph idx="1"/>
          </p:nvPr>
        </p:nvSpPr>
        <p:spPr>
          <a:xfrm>
            <a:off x="346513" y="1258286"/>
            <a:ext cx="11579190" cy="4905859"/>
          </a:xfrm>
        </p:spPr>
        <p:txBody>
          <a:bodyPr>
            <a:noAutofit/>
          </a:bodyPr>
          <a:lstStyle/>
          <a:p>
            <a:pPr marL="463550" indent="-463550">
              <a:lnSpc>
                <a:spcPct val="150000"/>
              </a:lnSpc>
              <a:spcBef>
                <a:spcPts val="0"/>
              </a:spcBef>
              <a:spcAft>
                <a:spcPts val="0"/>
              </a:spcAft>
            </a:pPr>
            <a:r>
              <a:rPr lang="en-US" dirty="0" err="1" smtClean="0"/>
              <a:t>Quản</a:t>
            </a:r>
            <a:r>
              <a:rPr lang="en-US" dirty="0" smtClean="0"/>
              <a:t> </a:t>
            </a:r>
            <a:r>
              <a:rPr lang="en-US" dirty="0" err="1" smtClean="0"/>
              <a:t>lý</a:t>
            </a:r>
            <a:r>
              <a:rPr lang="en-US" dirty="0" smtClean="0"/>
              <a:t> </a:t>
            </a:r>
            <a:r>
              <a:rPr lang="en-US" dirty="0" err="1" smtClean="0"/>
              <a:t>quá</a:t>
            </a:r>
            <a:r>
              <a:rPr lang="en-US" dirty="0" smtClean="0"/>
              <a:t> </a:t>
            </a:r>
            <a:r>
              <a:rPr lang="en-US" dirty="0" err="1" smtClean="0"/>
              <a:t>trình</a:t>
            </a:r>
            <a:r>
              <a:rPr lang="en-US" dirty="0" smtClean="0"/>
              <a:t> </a:t>
            </a:r>
            <a:r>
              <a:rPr lang="en-US" dirty="0" err="1" smtClean="0"/>
              <a:t>các</a:t>
            </a:r>
            <a:r>
              <a:rPr lang="en-US" dirty="0" smtClean="0"/>
              <a:t> </a:t>
            </a:r>
            <a:r>
              <a:rPr lang="en-US" dirty="0" err="1" smtClean="0"/>
              <a:t>lệnh</a:t>
            </a:r>
            <a:r>
              <a:rPr lang="en-US" dirty="0" smtClean="0"/>
              <a:t> </a:t>
            </a:r>
            <a:r>
              <a:rPr lang="en-US" dirty="0" err="1" smtClean="0"/>
              <a:t>gọi</a:t>
            </a:r>
            <a:r>
              <a:rPr lang="en-US" dirty="0" smtClean="0"/>
              <a:t> </a:t>
            </a:r>
            <a:r>
              <a:rPr lang="en-US" dirty="0" err="1" smtClean="0"/>
              <a:t>chức</a:t>
            </a:r>
            <a:r>
              <a:rPr lang="en-US" dirty="0" smtClean="0"/>
              <a:t> </a:t>
            </a:r>
            <a:r>
              <a:rPr lang="en-US" dirty="0" err="1" smtClean="0"/>
              <a:t>năng</a:t>
            </a:r>
            <a:r>
              <a:rPr lang="en-US" dirty="0" smtClean="0"/>
              <a:t> </a:t>
            </a:r>
            <a:r>
              <a:rPr lang="en-US" dirty="0" err="1" smtClean="0"/>
              <a:t>trong</a:t>
            </a:r>
            <a:r>
              <a:rPr lang="en-US" dirty="0" smtClean="0"/>
              <a:t> </a:t>
            </a:r>
            <a:r>
              <a:rPr lang="en-US" dirty="0" err="1" smtClean="0"/>
              <a:t>hệ</a:t>
            </a:r>
            <a:r>
              <a:rPr lang="en-US" dirty="0" smtClean="0"/>
              <a:t> </a:t>
            </a:r>
            <a:r>
              <a:rPr lang="en-US" dirty="0" err="1" smtClean="0"/>
              <a:t>điều</a:t>
            </a:r>
            <a:r>
              <a:rPr lang="en-US" dirty="0" smtClean="0"/>
              <a:t> </a:t>
            </a:r>
            <a:r>
              <a:rPr lang="en-US" dirty="0" err="1" smtClean="0"/>
              <a:t>hành</a:t>
            </a:r>
            <a:r>
              <a:rPr lang="en-US" dirty="0" smtClean="0"/>
              <a:t>. </a:t>
            </a:r>
            <a:endParaRPr lang="vi-VN" dirty="0"/>
          </a:p>
          <a:p>
            <a:pPr marL="463550" indent="-463550">
              <a:lnSpc>
                <a:spcPct val="150000"/>
              </a:lnSpc>
              <a:spcBef>
                <a:spcPts val="0"/>
              </a:spcBef>
              <a:spcAft>
                <a:spcPts val="0"/>
              </a:spcAft>
            </a:pPr>
            <a:r>
              <a:rPr lang="vi-VN" dirty="0"/>
              <a:t>Tính năng </a:t>
            </a:r>
            <a:r>
              <a:rPr lang="vi-VN" dirty="0" smtClean="0"/>
              <a:t>undo</a:t>
            </a:r>
            <a:r>
              <a:rPr lang="en-US" dirty="0" smtClean="0"/>
              <a:t> </a:t>
            </a:r>
            <a:r>
              <a:rPr lang="vi-VN" dirty="0" smtClean="0"/>
              <a:t>(</a:t>
            </a:r>
            <a:r>
              <a:rPr lang="vi-VN" dirty="0"/>
              <a:t>hoàn lại) ở nhiều nơi như chỉnh sửa, </a:t>
            </a:r>
            <a:r>
              <a:rPr lang="vi-VN" dirty="0" smtClean="0"/>
              <a:t>photoshop</a:t>
            </a:r>
            <a:r>
              <a:rPr lang="en-US" dirty="0" smtClean="0"/>
              <a:t>, MS office</a:t>
            </a:r>
            <a:r>
              <a:rPr lang="vi-VN" dirty="0" smtClean="0"/>
              <a:t>.</a:t>
            </a:r>
            <a:endParaRPr lang="vi-VN" dirty="0"/>
          </a:p>
          <a:p>
            <a:pPr marL="463550" indent="-463550">
              <a:lnSpc>
                <a:spcPct val="150000"/>
              </a:lnSpc>
              <a:spcBef>
                <a:spcPts val="0"/>
              </a:spcBef>
              <a:spcAft>
                <a:spcPts val="0"/>
              </a:spcAft>
            </a:pPr>
            <a:r>
              <a:rPr lang="vi-VN" dirty="0"/>
              <a:t>Tính năng chuyển tiếp và lùi trong trình duyệt </a:t>
            </a:r>
            <a:r>
              <a:rPr lang="vi-VN" dirty="0" smtClean="0"/>
              <a:t>web</a:t>
            </a:r>
            <a:r>
              <a:rPr lang="en-US" dirty="0" smtClean="0"/>
              <a:t>.</a:t>
            </a:r>
            <a:endParaRPr lang="vi-VN" dirty="0"/>
          </a:p>
          <a:p>
            <a:pPr marL="463550" indent="-463550">
              <a:lnSpc>
                <a:spcPct val="150000"/>
              </a:lnSpc>
              <a:spcBef>
                <a:spcPts val="0"/>
              </a:spcBef>
              <a:spcAft>
                <a:spcPts val="0"/>
              </a:spcAft>
            </a:pPr>
            <a:r>
              <a:rPr lang="vi-VN" dirty="0"/>
              <a:t>Được sử dụng trong nhiều thuật toán như Tower of Hanoi, duyệt cây, bài toán nhịp cổ phiếu, bài toán biểu đồ.</a:t>
            </a:r>
          </a:p>
          <a:p>
            <a:pPr marL="463550" indent="-463550">
              <a:lnSpc>
                <a:spcPct val="150000"/>
              </a:lnSpc>
              <a:spcBef>
                <a:spcPts val="0"/>
              </a:spcBef>
              <a:spcAft>
                <a:spcPts val="0"/>
              </a:spcAft>
            </a:pPr>
            <a:r>
              <a:rPr lang="vi-VN" dirty="0"/>
              <a:t>Các ứng dụng khác có thể là Backtracking, Knight tour problem, N queen problem và sudoku solver</a:t>
            </a:r>
          </a:p>
          <a:p>
            <a:pPr marL="463550" indent="-463550">
              <a:lnSpc>
                <a:spcPct val="150000"/>
              </a:lnSpc>
              <a:spcBef>
                <a:spcPts val="0"/>
              </a:spcBef>
              <a:spcAft>
                <a:spcPts val="0"/>
              </a:spcAft>
            </a:pPr>
            <a:r>
              <a:rPr lang="vi-VN" dirty="0"/>
              <a:t>Trong các thuật toán đồ thị như Sắp xếp theo cấu trúc liên kết và các thành phần được kết nối mạnh </a:t>
            </a:r>
            <a:r>
              <a:rPr lang="vi-VN" dirty="0" smtClean="0"/>
              <a:t>mẽ</a:t>
            </a:r>
            <a:r>
              <a:rPr lang="en-US" dirty="0" smtClean="0"/>
              <a:t>.</a:t>
            </a:r>
          </a:p>
          <a:p>
            <a:pPr marL="463550" indent="-463550">
              <a:lnSpc>
                <a:spcPct val="150000"/>
              </a:lnSpc>
              <a:spcBef>
                <a:spcPts val="0"/>
              </a:spcBef>
              <a:spcAft>
                <a:spcPts val="0"/>
              </a:spcAft>
            </a:pPr>
            <a:r>
              <a:rPr lang="vi-VN" dirty="0"/>
              <a:t>Chuyển đổi Infix to </a:t>
            </a:r>
            <a:r>
              <a:rPr lang="vi-VN" dirty="0" smtClean="0"/>
              <a:t>Postfix</a:t>
            </a:r>
            <a:endParaRPr lang="en-US" dirty="0" smtClean="0"/>
          </a:p>
          <a:p>
            <a:pPr marL="463550" indent="-463550">
              <a:lnSpc>
                <a:spcPct val="150000"/>
              </a:lnSpc>
              <a:spcBef>
                <a:spcPts val="0"/>
              </a:spcBef>
              <a:spcAft>
                <a:spcPts val="0"/>
              </a:spcAft>
            </a:pPr>
            <a:r>
              <a:rPr lang="en-US" dirty="0" err="1" smtClean="0"/>
              <a:t>Khử</a:t>
            </a:r>
            <a:r>
              <a:rPr lang="en-US" dirty="0" smtClean="0"/>
              <a:t> </a:t>
            </a:r>
            <a:r>
              <a:rPr lang="en-US" dirty="0" err="1" smtClean="0"/>
              <a:t>đệ</a:t>
            </a:r>
            <a:r>
              <a:rPr lang="en-US" dirty="0" smtClean="0"/>
              <a:t> </a:t>
            </a:r>
            <a:r>
              <a:rPr lang="en-US" dirty="0" err="1" smtClean="0"/>
              <a:t>quy</a:t>
            </a:r>
            <a:r>
              <a:rPr lang="en-US" dirty="0" smtClean="0"/>
              <a:t> </a:t>
            </a:r>
            <a:r>
              <a:rPr lang="en-US" dirty="0" err="1" smtClean="0"/>
              <a:t>đuôi</a:t>
            </a:r>
            <a:endParaRPr lang="vi-VN" dirty="0"/>
          </a:p>
          <a:p>
            <a:pPr>
              <a:lnSpc>
                <a:spcPct val="150000"/>
              </a:lnSpc>
              <a:spcBef>
                <a:spcPts val="0"/>
              </a:spcBef>
              <a:spcAft>
                <a:spcPts val="0"/>
              </a:spcAft>
            </a:pPr>
            <a:endParaRPr lang="en-US" dirty="0"/>
          </a:p>
        </p:txBody>
      </p:sp>
      <p:sp>
        <p:nvSpPr>
          <p:cNvPr id="5" name="Slide Number Placeholder 4"/>
          <p:cNvSpPr>
            <a:spLocks noGrp="1"/>
          </p:cNvSpPr>
          <p:nvPr>
            <p:ph type="sldNum" sz="quarter" idx="12"/>
          </p:nvPr>
        </p:nvSpPr>
        <p:spPr/>
        <p:txBody>
          <a:bodyPr/>
          <a:lstStyle/>
          <a:p>
            <a:fld id="{B24627E5-2E3F-4AE1-995E-77E2B7EB78DF}" type="slidenum">
              <a:rPr lang="en-US" smtClean="0"/>
              <a:t>4</a:t>
            </a:fld>
            <a:endParaRPr lang="en-US"/>
          </a:p>
        </p:txBody>
      </p:sp>
    </p:spTree>
    <p:extLst>
      <p:ext uri="{BB962C8B-B14F-4D97-AF65-F5344CB8AC3E}">
        <p14:creationId xmlns:p14="http://schemas.microsoft.com/office/powerpoint/2010/main" val="23978651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373229"/>
            <a:ext cx="10058400" cy="759871"/>
          </a:xfrm>
        </p:spPr>
        <p:txBody>
          <a:bodyPr/>
          <a:lstStyle/>
          <a:p>
            <a:r>
              <a:rPr lang="en-US" dirty="0">
                <a:solidFill>
                  <a:srgbClr val="0070C0"/>
                </a:solidFill>
              </a:rPr>
              <a:t>Thao </a:t>
            </a:r>
            <a:r>
              <a:rPr lang="en-US" dirty="0" err="1">
                <a:solidFill>
                  <a:srgbClr val="0070C0"/>
                </a:solidFill>
              </a:rPr>
              <a:t>tác</a:t>
            </a:r>
            <a:r>
              <a:rPr lang="en-US" dirty="0">
                <a:solidFill>
                  <a:srgbClr val="0070C0"/>
                </a:solidFill>
              </a:rPr>
              <a:t> </a:t>
            </a:r>
            <a:r>
              <a:rPr lang="en-US" dirty="0" err="1">
                <a:solidFill>
                  <a:srgbClr val="0070C0"/>
                </a:solidFill>
              </a:rPr>
              <a:t>cơ</a:t>
            </a:r>
            <a:r>
              <a:rPr lang="en-US" dirty="0">
                <a:solidFill>
                  <a:srgbClr val="0070C0"/>
                </a:solidFill>
              </a:rPr>
              <a:t> </a:t>
            </a:r>
            <a:r>
              <a:rPr lang="en-US" dirty="0" err="1">
                <a:solidFill>
                  <a:srgbClr val="0070C0"/>
                </a:solidFill>
              </a:rPr>
              <a:t>bản</a:t>
            </a:r>
            <a:r>
              <a:rPr lang="en-US" dirty="0">
                <a:solidFill>
                  <a:srgbClr val="0070C0"/>
                </a:solidFill>
              </a:rPr>
              <a:t> </a:t>
            </a:r>
            <a:r>
              <a:rPr lang="en-US" dirty="0" err="1">
                <a:solidFill>
                  <a:srgbClr val="0070C0"/>
                </a:solidFill>
              </a:rPr>
              <a:t>trên</a:t>
            </a:r>
            <a:r>
              <a:rPr lang="en-US" dirty="0">
                <a:solidFill>
                  <a:srgbClr val="0070C0"/>
                </a:solidFill>
              </a:rPr>
              <a:t> Stack</a:t>
            </a:r>
          </a:p>
        </p:txBody>
      </p:sp>
      <p:sp>
        <p:nvSpPr>
          <p:cNvPr id="5" name="Slide Number Placeholder 4"/>
          <p:cNvSpPr>
            <a:spLocks noGrp="1"/>
          </p:cNvSpPr>
          <p:nvPr>
            <p:ph type="sldNum" sz="quarter" idx="12"/>
          </p:nvPr>
        </p:nvSpPr>
        <p:spPr/>
        <p:txBody>
          <a:bodyPr/>
          <a:lstStyle/>
          <a:p>
            <a:fld id="{B24627E5-2E3F-4AE1-995E-77E2B7EB78DF}" type="slidenum">
              <a:rPr lang="en-US" smtClean="0"/>
              <a:t>5</a:t>
            </a:fld>
            <a:endParaRPr lang="en-US"/>
          </a:p>
        </p:txBody>
      </p:sp>
      <p:sp>
        <p:nvSpPr>
          <p:cNvPr id="6" name="Content Placeholder 2">
            <a:extLst>
              <a:ext uri="{FF2B5EF4-FFF2-40B4-BE49-F238E27FC236}">
                <a16:creationId xmlns:a16="http://schemas.microsoft.com/office/drawing/2014/main" id="{A639024D-3A5F-4458-8041-617C8C7ABCAE}"/>
              </a:ext>
            </a:extLst>
          </p:cNvPr>
          <p:cNvSpPr txBox="1">
            <a:spLocks/>
          </p:cNvSpPr>
          <p:nvPr/>
        </p:nvSpPr>
        <p:spPr>
          <a:xfrm>
            <a:off x="1097280" y="1375012"/>
            <a:ext cx="8610600" cy="4953000"/>
          </a:xfrm>
          <a:prstGeom prst="rect">
            <a:avLst/>
          </a:prstGeom>
        </p:spPr>
        <p:txBody>
          <a:bodyPr vert="horz" lIns="0" tIns="45720" rIns="0" bIns="45720" rtlCol="0">
            <a:normAutofit/>
          </a:bodyPr>
          <a:lstStyle>
            <a:lvl1pPr marL="91440" indent="-91440" algn="just" defTabSz="914400" rtl="0" eaLnBrk="1" latinLnBrk="0" hangingPunct="1">
              <a:lnSpc>
                <a:spcPct val="90000"/>
              </a:lnSpc>
              <a:spcBef>
                <a:spcPts val="1200"/>
              </a:spcBef>
              <a:spcAft>
                <a:spcPts val="200"/>
              </a:spcAft>
              <a:buClr>
                <a:schemeClr val="accent1"/>
              </a:buClr>
              <a:buSzPct val="100000"/>
              <a:buFont typeface="Wingdings" panose="05000000000000000000" pitchFamily="2" charset="2"/>
              <a:buChar char="v"/>
              <a:defRPr sz="20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384048" indent="-182880" algn="just" defTabSz="914400" rtl="0" eaLnBrk="1" latinLnBrk="0" hangingPunct="1">
              <a:lnSpc>
                <a:spcPct val="90000"/>
              </a:lnSpc>
              <a:spcBef>
                <a:spcPts val="200"/>
              </a:spcBef>
              <a:spcAft>
                <a:spcPts val="400"/>
              </a:spcAft>
              <a:buClr>
                <a:schemeClr val="accent1"/>
              </a:buClr>
              <a:buFont typeface="Wingdings" panose="05000000000000000000" pitchFamily="2" charset="2"/>
              <a:buChar char="v"/>
              <a:defRPr sz="18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566928" indent="-182880" algn="just" defTabSz="914400" rtl="0" eaLnBrk="1" latinLnBrk="0" hangingPunct="1">
              <a:lnSpc>
                <a:spcPct val="90000"/>
              </a:lnSpc>
              <a:spcBef>
                <a:spcPts val="200"/>
              </a:spcBef>
              <a:spcAft>
                <a:spcPts val="400"/>
              </a:spcAft>
              <a:buClr>
                <a:schemeClr val="accent1"/>
              </a:buClr>
              <a:buFont typeface="Wingdings" panose="05000000000000000000" pitchFamily="2" charset="2"/>
              <a:buChar char="v"/>
              <a:defRPr sz="1400"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749808" indent="-182880" algn="just" defTabSz="914400" rtl="0" eaLnBrk="1" latinLnBrk="0" hangingPunct="1">
              <a:lnSpc>
                <a:spcPct val="90000"/>
              </a:lnSpc>
              <a:spcBef>
                <a:spcPts val="200"/>
              </a:spcBef>
              <a:spcAft>
                <a:spcPts val="400"/>
              </a:spcAft>
              <a:buClr>
                <a:schemeClr val="accent1"/>
              </a:buClr>
              <a:buFont typeface="Wingdings" panose="05000000000000000000" pitchFamily="2" charset="2"/>
              <a:buChar char="v"/>
              <a:defRPr sz="1400"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932688" indent="-182880" algn="just" defTabSz="914400" rtl="0" eaLnBrk="1" latinLnBrk="0" hangingPunct="1">
              <a:lnSpc>
                <a:spcPct val="90000"/>
              </a:lnSpc>
              <a:spcBef>
                <a:spcPts val="200"/>
              </a:spcBef>
              <a:spcAft>
                <a:spcPts val="400"/>
              </a:spcAft>
              <a:buClr>
                <a:schemeClr val="accent1"/>
              </a:buClr>
              <a:buFont typeface="Wingdings" panose="05000000000000000000" pitchFamily="2" charset="2"/>
              <a:buChar char="v"/>
              <a:defRPr sz="1400"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63550" indent="-463550"/>
            <a:r>
              <a:rPr lang="en-US" sz="2500" dirty="0" err="1" smtClean="0"/>
              <a:t>initStack</a:t>
            </a:r>
            <a:r>
              <a:rPr lang="en-US" sz="2500" dirty="0" smtClean="0"/>
              <a:t>: </a:t>
            </a:r>
            <a:r>
              <a:rPr lang="en-US" sz="2500" dirty="0" err="1" smtClean="0"/>
              <a:t>khởi</a:t>
            </a:r>
            <a:r>
              <a:rPr lang="en-US" sz="2500" dirty="0" smtClean="0"/>
              <a:t> </a:t>
            </a:r>
            <a:r>
              <a:rPr lang="en-US" sz="2500" dirty="0" err="1" smtClean="0"/>
              <a:t>tạo</a:t>
            </a:r>
            <a:r>
              <a:rPr lang="en-US" sz="2500" dirty="0" smtClean="0"/>
              <a:t> Stack.</a:t>
            </a:r>
          </a:p>
          <a:p>
            <a:pPr marL="463550" indent="-463550"/>
            <a:r>
              <a:rPr lang="en-US" sz="2500" dirty="0" err="1" smtClean="0"/>
              <a:t>isEmpty</a:t>
            </a:r>
            <a:r>
              <a:rPr lang="en-US" sz="2500" dirty="0" smtClean="0"/>
              <a:t>: </a:t>
            </a:r>
            <a:r>
              <a:rPr lang="en-US" sz="2500" dirty="0" err="1" smtClean="0"/>
              <a:t>kiểm</a:t>
            </a:r>
            <a:r>
              <a:rPr lang="en-US" sz="2500" dirty="0" smtClean="0"/>
              <a:t> </a:t>
            </a:r>
            <a:r>
              <a:rPr lang="en-US" sz="2500" dirty="0" err="1" smtClean="0"/>
              <a:t>tra</a:t>
            </a:r>
            <a:r>
              <a:rPr lang="en-US" sz="2500" dirty="0" smtClean="0"/>
              <a:t> Stack </a:t>
            </a:r>
            <a:r>
              <a:rPr lang="en-US" sz="2500" dirty="0" err="1" smtClean="0"/>
              <a:t>rỗng</a:t>
            </a:r>
            <a:r>
              <a:rPr lang="en-US" sz="2500" dirty="0" smtClean="0"/>
              <a:t>?</a:t>
            </a:r>
          </a:p>
          <a:p>
            <a:pPr marL="463550" indent="-463550"/>
            <a:r>
              <a:rPr lang="en-US" sz="2500" dirty="0" err="1" smtClean="0">
                <a:solidFill>
                  <a:schemeClr val="bg1">
                    <a:lumMod val="50000"/>
                  </a:schemeClr>
                </a:solidFill>
              </a:rPr>
              <a:t>isFull</a:t>
            </a:r>
            <a:r>
              <a:rPr lang="en-US" sz="2500" dirty="0" smtClean="0">
                <a:solidFill>
                  <a:schemeClr val="bg1">
                    <a:lumMod val="50000"/>
                  </a:schemeClr>
                </a:solidFill>
              </a:rPr>
              <a:t>: </a:t>
            </a:r>
            <a:r>
              <a:rPr lang="en-US" sz="2500" dirty="0" err="1" smtClean="0">
                <a:solidFill>
                  <a:schemeClr val="bg1">
                    <a:lumMod val="50000"/>
                  </a:schemeClr>
                </a:solidFill>
              </a:rPr>
              <a:t>kiểm</a:t>
            </a:r>
            <a:r>
              <a:rPr lang="en-US" sz="2500" dirty="0" smtClean="0">
                <a:solidFill>
                  <a:schemeClr val="bg1">
                    <a:lumMod val="50000"/>
                  </a:schemeClr>
                </a:solidFill>
              </a:rPr>
              <a:t> </a:t>
            </a:r>
            <a:r>
              <a:rPr lang="en-US" sz="2500" dirty="0" err="1" smtClean="0">
                <a:solidFill>
                  <a:schemeClr val="bg1">
                    <a:lumMod val="50000"/>
                  </a:schemeClr>
                </a:solidFill>
              </a:rPr>
              <a:t>tra</a:t>
            </a:r>
            <a:r>
              <a:rPr lang="en-US" sz="2500" dirty="0" smtClean="0">
                <a:solidFill>
                  <a:schemeClr val="bg1">
                    <a:lumMod val="50000"/>
                  </a:schemeClr>
                </a:solidFill>
              </a:rPr>
              <a:t> Stack </a:t>
            </a:r>
            <a:r>
              <a:rPr lang="en-US" sz="2500" dirty="0" err="1" smtClean="0">
                <a:solidFill>
                  <a:schemeClr val="bg1">
                    <a:lumMod val="50000"/>
                  </a:schemeClr>
                </a:solidFill>
              </a:rPr>
              <a:t>đầy</a:t>
            </a:r>
            <a:r>
              <a:rPr lang="en-US" sz="2500" dirty="0" smtClean="0">
                <a:solidFill>
                  <a:schemeClr val="bg1">
                    <a:lumMod val="50000"/>
                  </a:schemeClr>
                </a:solidFill>
              </a:rPr>
              <a:t>?</a:t>
            </a:r>
          </a:p>
          <a:p>
            <a:pPr marL="463550" indent="-463550"/>
            <a:endParaRPr lang="en-US" sz="2500" dirty="0" smtClean="0"/>
          </a:p>
          <a:p>
            <a:pPr marL="463550" indent="-463550"/>
            <a:r>
              <a:rPr lang="en-US" sz="2500" dirty="0" smtClean="0"/>
              <a:t>push: </a:t>
            </a:r>
            <a:r>
              <a:rPr lang="en-US" sz="2500" dirty="0" err="1" smtClean="0"/>
              <a:t>thêm</a:t>
            </a:r>
            <a:r>
              <a:rPr lang="en-US" sz="2500" dirty="0" smtClean="0"/>
              <a:t> 1 </a:t>
            </a:r>
            <a:r>
              <a:rPr lang="en-US" sz="2500" dirty="0" err="1" smtClean="0"/>
              <a:t>phần</a:t>
            </a:r>
            <a:r>
              <a:rPr lang="en-US" sz="2500" dirty="0" smtClean="0"/>
              <a:t> </a:t>
            </a:r>
            <a:r>
              <a:rPr lang="en-US" sz="2500" dirty="0" err="1" smtClean="0"/>
              <a:t>tử</a:t>
            </a:r>
            <a:r>
              <a:rPr lang="en-US" sz="2500" dirty="0" smtClean="0"/>
              <a:t> </a:t>
            </a:r>
            <a:r>
              <a:rPr lang="en-US" sz="2500" dirty="0" err="1" smtClean="0"/>
              <a:t>vào</a:t>
            </a:r>
            <a:r>
              <a:rPr lang="en-US" sz="2500" dirty="0" smtClean="0"/>
              <a:t> Stack.</a:t>
            </a:r>
          </a:p>
          <a:p>
            <a:pPr marL="463550" indent="-463550"/>
            <a:r>
              <a:rPr lang="en-US" sz="2500" dirty="0" smtClean="0"/>
              <a:t>pop: </a:t>
            </a:r>
            <a:r>
              <a:rPr lang="en-US" sz="2500" dirty="0" err="1" smtClean="0"/>
              <a:t>lấy</a:t>
            </a:r>
            <a:r>
              <a:rPr lang="en-US" sz="2500" dirty="0" smtClean="0"/>
              <a:t> </a:t>
            </a:r>
            <a:r>
              <a:rPr lang="en-US" sz="2500" dirty="0" err="1" smtClean="0"/>
              <a:t>ra</a:t>
            </a:r>
            <a:r>
              <a:rPr lang="en-US" sz="2500" dirty="0" smtClean="0"/>
              <a:t> 1 </a:t>
            </a:r>
            <a:r>
              <a:rPr lang="en-US" sz="2500" dirty="0" err="1" smtClean="0"/>
              <a:t>phần</a:t>
            </a:r>
            <a:r>
              <a:rPr lang="en-US" sz="2500" dirty="0" smtClean="0"/>
              <a:t> </a:t>
            </a:r>
            <a:r>
              <a:rPr lang="en-US" sz="2500" dirty="0" err="1" smtClean="0"/>
              <a:t>tử</a:t>
            </a:r>
            <a:r>
              <a:rPr lang="en-US" sz="2500" dirty="0" smtClean="0"/>
              <a:t> </a:t>
            </a:r>
            <a:r>
              <a:rPr lang="en-US" sz="2500" dirty="0" err="1" smtClean="0"/>
              <a:t>khỏi</a:t>
            </a:r>
            <a:r>
              <a:rPr lang="en-US" sz="2500" dirty="0" smtClean="0"/>
              <a:t> Stack.</a:t>
            </a:r>
          </a:p>
          <a:p>
            <a:pPr marL="463550" indent="-463550"/>
            <a:r>
              <a:rPr lang="en-US" sz="2500" dirty="0" smtClean="0"/>
              <a:t>top: </a:t>
            </a:r>
            <a:r>
              <a:rPr lang="en-US" sz="2500" dirty="0" err="1" smtClean="0"/>
              <a:t>xem</a:t>
            </a:r>
            <a:r>
              <a:rPr lang="en-US" sz="2500" dirty="0" smtClean="0"/>
              <a:t> </a:t>
            </a:r>
            <a:r>
              <a:rPr lang="en-US" sz="2500" dirty="0" err="1" smtClean="0"/>
              <a:t>phần</a:t>
            </a:r>
            <a:r>
              <a:rPr lang="en-US" sz="2500" dirty="0" smtClean="0"/>
              <a:t> </a:t>
            </a:r>
            <a:r>
              <a:rPr lang="en-US" sz="2500" dirty="0" err="1" smtClean="0"/>
              <a:t>tử</a:t>
            </a:r>
            <a:r>
              <a:rPr lang="en-US" sz="2500" dirty="0" smtClean="0"/>
              <a:t> </a:t>
            </a:r>
            <a:r>
              <a:rPr lang="en-US" sz="2500" dirty="0" err="1" smtClean="0"/>
              <a:t>trên</a:t>
            </a:r>
            <a:r>
              <a:rPr lang="en-US" sz="2500" dirty="0" smtClean="0"/>
              <a:t> </a:t>
            </a:r>
            <a:r>
              <a:rPr lang="en-US" sz="2500" dirty="0" err="1" smtClean="0"/>
              <a:t>đỉnh</a:t>
            </a:r>
            <a:r>
              <a:rPr lang="en-US" sz="2500" dirty="0" smtClean="0"/>
              <a:t> stack</a:t>
            </a:r>
          </a:p>
          <a:p>
            <a:endParaRPr lang="en-US" sz="2500" dirty="0"/>
          </a:p>
        </p:txBody>
      </p:sp>
      <p:pic>
        <p:nvPicPr>
          <p:cNvPr id="9" name="Picture 2" descr="https://cse.buffalo.edu/~hartloff/eas240/images/PushPopTopStack.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5929" y="1375012"/>
            <a:ext cx="5573628" cy="3332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397062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24627E5-2E3F-4AE1-995E-77E2B7EB78DF}" type="slidenum">
              <a:rPr lang="en-US" smtClean="0"/>
              <a:t>6</a:t>
            </a:fld>
            <a:endParaRPr lang="en-US"/>
          </a:p>
        </p:txBody>
      </p:sp>
      <p:sp>
        <p:nvSpPr>
          <p:cNvPr id="8" name="Rectangle 3"/>
          <p:cNvSpPr>
            <a:spLocks noChangeArrowheads="1"/>
          </p:cNvSpPr>
          <p:nvPr/>
        </p:nvSpPr>
        <p:spPr bwMode="auto">
          <a:xfrm>
            <a:off x="5966374" y="269269"/>
            <a:ext cx="3735896" cy="3416320"/>
          </a:xfrm>
          <a:prstGeom prst="rect">
            <a:avLst/>
          </a:prstGeom>
          <a:solidFill>
            <a:schemeClr val="accent5">
              <a:lumMod val="20000"/>
              <a:lumOff val="80000"/>
            </a:schemeClr>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215900" algn="l"/>
              </a:tabLst>
            </a:pPr>
            <a:r>
              <a:rPr kumimoji="0" lang="en-US" b="1" i="0" u="none" strike="noStrike" cap="none" normalizeH="0" baseline="0" dirty="0" err="1">
                <a:ln>
                  <a:noFill/>
                </a:ln>
                <a:solidFill>
                  <a:schemeClr val="tx1"/>
                </a:solidFill>
                <a:effectLst/>
                <a:latin typeface="Arial Unicode MS" pitchFamily="34" charset="-128"/>
                <a:ea typeface="Arial Unicode MS" pitchFamily="34" charset="-128"/>
                <a:cs typeface="Arial Unicode MS" pitchFamily="34" charset="-128"/>
              </a:rPr>
              <a:t>Lấy</a:t>
            </a:r>
            <a:r>
              <a:rPr kumimoji="0" lang="en-US" b="1" i="0" u="none" strike="noStrike" cap="none" normalizeH="0" baseline="0" dirty="0">
                <a:ln>
                  <a:noFill/>
                </a:ln>
                <a:solidFill>
                  <a:schemeClr val="tx1"/>
                </a:solidFill>
                <a:effectLst/>
                <a:latin typeface="Arial Unicode MS" pitchFamily="34" charset="-128"/>
                <a:ea typeface="Arial Unicode MS" pitchFamily="34" charset="-128"/>
                <a:cs typeface="Arial Unicode MS" pitchFamily="34" charset="-128"/>
              </a:rPr>
              <a:t> 1 </a:t>
            </a:r>
            <a:r>
              <a:rPr kumimoji="0" lang="en-US" b="1" i="0" u="none" strike="noStrike" cap="none" normalizeH="0" baseline="0" dirty="0" err="1">
                <a:ln>
                  <a:noFill/>
                </a:ln>
                <a:solidFill>
                  <a:schemeClr val="tx1"/>
                </a:solidFill>
                <a:effectLst/>
                <a:latin typeface="Arial Unicode MS" pitchFamily="34" charset="-128"/>
                <a:ea typeface="Arial Unicode MS" pitchFamily="34" charset="-128"/>
                <a:cs typeface="Arial Unicode MS" pitchFamily="34" charset="-128"/>
              </a:rPr>
              <a:t>phần</a:t>
            </a:r>
            <a:r>
              <a:rPr kumimoji="0" lang="en-US" b="1" i="0" u="none" strike="noStrike" cap="none" normalizeH="0" baseline="0" dirty="0">
                <a:ln>
                  <a:noFill/>
                </a:ln>
                <a:solidFill>
                  <a:schemeClr val="tx1"/>
                </a:solidFill>
                <a:effectLst/>
                <a:latin typeface="Arial Unicode MS" pitchFamily="34" charset="-128"/>
                <a:ea typeface="Arial Unicode MS" pitchFamily="34" charset="-128"/>
                <a:cs typeface="Arial Unicode MS" pitchFamily="34" charset="-128"/>
              </a:rPr>
              <a:t> </a:t>
            </a:r>
            <a:r>
              <a:rPr kumimoji="0" lang="en-US" b="1" i="0" u="none" strike="noStrike" cap="none" normalizeH="0" baseline="0" dirty="0" err="1">
                <a:ln>
                  <a:noFill/>
                </a:ln>
                <a:solidFill>
                  <a:schemeClr val="tx1"/>
                </a:solidFill>
                <a:effectLst/>
                <a:latin typeface="Arial Unicode MS" pitchFamily="34" charset="-128"/>
                <a:ea typeface="Arial Unicode MS" pitchFamily="34" charset="-128"/>
                <a:cs typeface="Arial Unicode MS" pitchFamily="34" charset="-128"/>
              </a:rPr>
              <a:t>tử</a:t>
            </a:r>
            <a:r>
              <a:rPr kumimoji="0" lang="en-US" b="1" i="0" u="none" strike="noStrike" cap="none" normalizeH="0" baseline="0" dirty="0">
                <a:ln>
                  <a:noFill/>
                </a:ln>
                <a:solidFill>
                  <a:schemeClr val="tx1"/>
                </a:solidFill>
                <a:effectLst/>
                <a:latin typeface="Arial Unicode MS" pitchFamily="34" charset="-128"/>
                <a:ea typeface="Arial Unicode MS" pitchFamily="34" charset="-128"/>
                <a:cs typeface="Arial Unicode MS" pitchFamily="34" charset="-128"/>
              </a:rPr>
              <a:t> </a:t>
            </a:r>
            <a:r>
              <a:rPr kumimoji="0" lang="en-US" b="1" i="0" u="none" strike="noStrike" cap="none" normalizeH="0" baseline="0" dirty="0" err="1">
                <a:ln>
                  <a:noFill/>
                </a:ln>
                <a:solidFill>
                  <a:schemeClr val="tx1"/>
                </a:solidFill>
                <a:effectLst/>
                <a:latin typeface="Arial Unicode MS" pitchFamily="34" charset="-128"/>
                <a:ea typeface="Arial Unicode MS" pitchFamily="34" charset="-128"/>
                <a:cs typeface="Arial Unicode MS" pitchFamily="34" charset="-128"/>
              </a:rPr>
              <a:t>ra</a:t>
            </a:r>
            <a:r>
              <a:rPr kumimoji="0" lang="en-US" b="1" i="0" u="none" strike="noStrike" cap="none" normalizeH="0" baseline="0" dirty="0">
                <a:ln>
                  <a:noFill/>
                </a:ln>
                <a:solidFill>
                  <a:schemeClr val="tx1"/>
                </a:solidFill>
                <a:effectLst/>
                <a:latin typeface="Arial Unicode MS" pitchFamily="34" charset="-128"/>
                <a:ea typeface="Arial Unicode MS" pitchFamily="34" charset="-128"/>
                <a:cs typeface="Arial Unicode MS" pitchFamily="34" charset="-128"/>
              </a:rPr>
              <a:t> </a:t>
            </a:r>
            <a:r>
              <a:rPr kumimoji="0" lang="en-US" b="1" i="0" u="none" strike="noStrike" cap="none" normalizeH="0" baseline="0" dirty="0" err="1">
                <a:ln>
                  <a:noFill/>
                </a:ln>
                <a:solidFill>
                  <a:schemeClr val="tx1"/>
                </a:solidFill>
                <a:effectLst/>
                <a:latin typeface="Arial Unicode MS" pitchFamily="34" charset="-128"/>
                <a:ea typeface="Arial Unicode MS" pitchFamily="34" charset="-128"/>
                <a:cs typeface="Arial Unicode MS" pitchFamily="34" charset="-128"/>
              </a:rPr>
              <a:t>khỏi</a:t>
            </a:r>
            <a:r>
              <a:rPr kumimoji="0" lang="en-US" b="1" i="0" u="none" strike="noStrike" cap="none" normalizeH="0" baseline="0" dirty="0">
                <a:ln>
                  <a:noFill/>
                </a:ln>
                <a:solidFill>
                  <a:schemeClr val="tx1"/>
                </a:solidFill>
                <a:effectLst/>
                <a:latin typeface="Arial Unicode MS" pitchFamily="34" charset="-128"/>
                <a:ea typeface="Arial Unicode MS" pitchFamily="34" charset="-128"/>
                <a:cs typeface="Arial Unicode MS" pitchFamily="34" charset="-128"/>
              </a:rPr>
              <a:t> </a:t>
            </a:r>
            <a:r>
              <a:rPr kumimoji="0" lang="en-US" b="1" i="0" u="none" strike="noStrike" cap="none" normalizeH="0" baseline="0" dirty="0" smtClean="0">
                <a:ln>
                  <a:noFill/>
                </a:ln>
                <a:solidFill>
                  <a:schemeClr val="tx1"/>
                </a:solidFill>
                <a:effectLst/>
                <a:latin typeface="Arial Unicode MS" pitchFamily="34" charset="-128"/>
                <a:ea typeface="Arial Unicode MS" pitchFamily="34" charset="-128"/>
                <a:cs typeface="Arial Unicode MS" pitchFamily="34" charset="-128"/>
              </a:rPr>
              <a:t>Stack:</a:t>
            </a:r>
            <a:r>
              <a:rPr kumimoji="0" lang="en-US" b="1" i="0" u="none" strike="noStrike" cap="none" normalizeH="0" dirty="0" smtClean="0">
                <a:ln>
                  <a:noFill/>
                </a:ln>
                <a:solidFill>
                  <a:schemeClr val="tx1"/>
                </a:solidFill>
                <a:effectLst/>
                <a:latin typeface="Arial Unicode MS" pitchFamily="34" charset="-128"/>
                <a:ea typeface="Arial Unicode MS" pitchFamily="34" charset="-128"/>
                <a:cs typeface="Arial Unicode MS" pitchFamily="34" charset="-128"/>
              </a:rPr>
              <a:t> pop</a:t>
            </a:r>
            <a:endParaRPr kumimoji="0" lang="en-US" b="1"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SNode</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 </a:t>
            </a: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rPr>
              <a:t>*</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popS</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(Stack &amp;s)</a:t>
            </a:r>
            <a:endParaRPr kumimoji="0" lang="en-US" b="1"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rPr>
              <a:t>{</a:t>
            </a:r>
            <a:endParaRPr kumimoji="0" lang="en-US" b="1"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rPr>
              <a:t>	</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SNode</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 </a:t>
            </a: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rPr>
              <a:t>*p=NULL;</a:t>
            </a:r>
            <a:endParaRPr kumimoji="0" lang="en-US" b="1"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rPr>
              <a:t>	</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if(</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s.top</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!=NULL)</a:t>
            </a: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lang="en-US" b="1" dirty="0">
                <a:latin typeface="Courier New" pitchFamily="49" charset="0"/>
                <a:ea typeface="Arial Unicode MS" pitchFamily="34" charset="-128"/>
                <a:cs typeface="Courier New" pitchFamily="49" charset="0"/>
              </a:rPr>
              <a:t> </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a:t>
            </a:r>
            <a:endParaRPr kumimoji="0" lang="en-US" b="1"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rPr>
              <a:t>	</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	p=</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s.top</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a:t>
            </a:r>
            <a:endParaRPr kumimoji="0" lang="en-US" b="1"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rPr>
              <a:t>	</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	</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s.top</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a:t>
            </a:r>
            <a:r>
              <a:rPr lang="en-US" b="1" dirty="0" err="1" smtClean="0">
                <a:latin typeface="Courier New" pitchFamily="49" charset="0"/>
                <a:ea typeface="Arial Unicode MS" pitchFamily="34" charset="-128"/>
                <a:cs typeface="Courier New" pitchFamily="49" charset="0"/>
              </a:rPr>
              <a:t>s</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.top</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sym typeface="Wingdings" pitchFamily="2" charset="2"/>
              </a:rPr>
              <a:t></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next</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a:t>
            </a:r>
            <a:endParaRPr kumimoji="0" lang="en-US" b="1" i="0" u="none" strike="noStrike" cap="none" normalizeH="0" baseline="0" dirty="0">
              <a:ln>
                <a:noFill/>
              </a:ln>
              <a:solidFill>
                <a:schemeClr val="tx1"/>
              </a:solidFill>
              <a:effectLst/>
              <a:latin typeface="Arial" pitchFamily="34" charset="0"/>
              <a:cs typeface="Arial" pitchFamily="34" charset="0"/>
              <a:sym typeface="Wingdings" pitchFamily="2" charset="2"/>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sym typeface="Wingdings" pitchFamily="2" charset="2"/>
              </a:rPr>
              <a:t>		</a:t>
            </a:r>
            <a:r>
              <a:rPr kumimoji="0" lang="en-US" b="1" i="0" u="none" strike="noStrike" cap="none" normalizeH="0" baseline="0" dirty="0" err="1">
                <a:ln>
                  <a:noFill/>
                </a:ln>
                <a:solidFill>
                  <a:schemeClr val="tx1"/>
                </a:solidFill>
                <a:effectLst/>
                <a:latin typeface="Courier New" pitchFamily="49" charset="0"/>
                <a:ea typeface="Arial Unicode MS" pitchFamily="34" charset="-128"/>
                <a:cs typeface="Courier New" pitchFamily="49" charset="0"/>
                <a:sym typeface="Wingdings" pitchFamily="2" charset="2"/>
              </a:rPr>
              <a:t>p</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sym typeface="Wingdings" pitchFamily="2" charset="2"/>
              </a:rPr>
              <a:t></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next</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=NULL</a:t>
            </a: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rPr>
              <a:t>;</a:t>
            </a:r>
            <a:endParaRPr kumimoji="0" lang="en-US" b="1" i="0" u="none" strike="noStrike" cap="none" normalizeH="0" baseline="0" dirty="0">
              <a:ln>
                <a:noFill/>
              </a:ln>
              <a:solidFill>
                <a:schemeClr val="tx1"/>
              </a:solidFill>
              <a:effectLst/>
              <a:latin typeface="Arial" pitchFamily="34" charset="0"/>
              <a:cs typeface="Arial" pitchFamily="34" charset="0"/>
              <a:sym typeface="Wingdings" pitchFamily="2" charset="2"/>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sym typeface="Wingdings" pitchFamily="2" charset="2"/>
              </a:rPr>
              <a:t> }</a:t>
            </a:r>
            <a:endParaRPr kumimoji="0" lang="en-US" b="1" i="0" u="none" strike="noStrike" cap="none" normalizeH="0" baseline="0" dirty="0">
              <a:ln>
                <a:noFill/>
              </a:ln>
              <a:solidFill>
                <a:schemeClr val="tx1"/>
              </a:solidFill>
              <a:effectLst/>
              <a:latin typeface="Arial" pitchFamily="34" charset="0"/>
              <a:cs typeface="Arial" pitchFamily="34" charset="0"/>
              <a:sym typeface="Wingdings" pitchFamily="2" charset="2"/>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sym typeface="Wingdings" pitchFamily="2" charset="2"/>
              </a:rPr>
              <a:t>	return p;</a:t>
            </a:r>
            <a:endParaRPr kumimoji="0" lang="en-US" b="1" i="0" u="none" strike="noStrike" cap="none" normalizeH="0" baseline="0" dirty="0">
              <a:ln>
                <a:noFill/>
              </a:ln>
              <a:solidFill>
                <a:schemeClr val="tx1"/>
              </a:solidFill>
              <a:effectLst/>
              <a:latin typeface="Arial" pitchFamily="34" charset="0"/>
              <a:cs typeface="Arial" pitchFamily="34" charset="0"/>
              <a:sym typeface="Wingdings" pitchFamily="2" charset="2"/>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sym typeface="Wingdings" pitchFamily="2" charset="2"/>
              </a:rPr>
              <a:t>}</a:t>
            </a:r>
          </a:p>
        </p:txBody>
      </p:sp>
      <p:sp>
        <p:nvSpPr>
          <p:cNvPr id="9" name="Rectangle 1"/>
          <p:cNvSpPr>
            <a:spLocks noChangeArrowheads="1"/>
          </p:cNvSpPr>
          <p:nvPr/>
        </p:nvSpPr>
        <p:spPr bwMode="auto">
          <a:xfrm>
            <a:off x="161572" y="3446881"/>
            <a:ext cx="5535303" cy="2585323"/>
          </a:xfrm>
          <a:prstGeom prst="rect">
            <a:avLst/>
          </a:prstGeom>
          <a:solidFill>
            <a:schemeClr val="accent1">
              <a:lumMod val="20000"/>
              <a:lumOff val="80000"/>
            </a:schemeClr>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215900" algn="l"/>
              </a:tabLst>
            </a:pPr>
            <a:r>
              <a:rPr kumimoji="0" lang="en-US" b="1" i="0" u="none" strike="noStrike" cap="none" normalizeH="0" baseline="0" dirty="0" err="1" smtClean="0">
                <a:ln>
                  <a:noFill/>
                </a:ln>
                <a:solidFill>
                  <a:schemeClr val="tx1"/>
                </a:solidFill>
                <a:effectLst/>
                <a:latin typeface="Arial Unicode MS" pitchFamily="34" charset="-128"/>
                <a:ea typeface="Arial Unicode MS" pitchFamily="34" charset="-128"/>
                <a:cs typeface="Arial Unicode MS" pitchFamily="34" charset="-128"/>
              </a:rPr>
              <a:t>Khai</a:t>
            </a:r>
            <a:r>
              <a:rPr kumimoji="0" lang="en-US" b="1" i="0" u="none" strike="noStrike" cap="none" normalizeH="0" baseline="0" dirty="0" smtClean="0">
                <a:ln>
                  <a:noFill/>
                </a:ln>
                <a:solidFill>
                  <a:schemeClr val="tx1"/>
                </a:solidFill>
                <a:effectLst/>
                <a:latin typeface="Arial Unicode MS" pitchFamily="34" charset="-128"/>
                <a:ea typeface="Arial Unicode MS" pitchFamily="34" charset="-128"/>
                <a:cs typeface="Arial Unicode MS" pitchFamily="34" charset="-128"/>
              </a:rPr>
              <a:t> </a:t>
            </a:r>
            <a:r>
              <a:rPr kumimoji="0" lang="en-US" b="1" i="0" u="none" strike="noStrike" cap="none" normalizeH="0" baseline="0" dirty="0" err="1" smtClean="0">
                <a:ln>
                  <a:noFill/>
                </a:ln>
                <a:solidFill>
                  <a:schemeClr val="tx1"/>
                </a:solidFill>
                <a:effectLst/>
                <a:latin typeface="Arial Unicode MS" pitchFamily="34" charset="-128"/>
                <a:ea typeface="Arial Unicode MS" pitchFamily="34" charset="-128"/>
                <a:cs typeface="Arial Unicode MS" pitchFamily="34" charset="-128"/>
              </a:rPr>
              <a:t>báo</a:t>
            </a:r>
            <a:r>
              <a:rPr kumimoji="0" lang="en-US" b="1" i="0" u="none" strike="noStrike" cap="none" normalizeH="0" dirty="0" smtClean="0">
                <a:ln>
                  <a:noFill/>
                </a:ln>
                <a:solidFill>
                  <a:schemeClr val="tx1"/>
                </a:solidFill>
                <a:effectLst/>
                <a:latin typeface="Arial Unicode MS" pitchFamily="34" charset="-128"/>
                <a:ea typeface="Arial Unicode MS" pitchFamily="34" charset="-128"/>
                <a:cs typeface="Arial Unicode MS" pitchFamily="34" charset="-128"/>
              </a:rPr>
              <a:t> Stack</a:t>
            </a:r>
            <a:endParaRPr kumimoji="0" lang="en-US" b="1"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struct</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 </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SNode</a:t>
            </a:r>
            <a:endPar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lang="en-US" b="1" dirty="0" smtClean="0">
                <a:latin typeface="Courier New" pitchFamily="49" charset="0"/>
                <a:ea typeface="Arial Unicode MS" pitchFamily="34" charset="-128"/>
                <a:cs typeface="Courier New" pitchFamily="49" charset="0"/>
              </a:rPr>
              <a:t>{ &lt;Data&gt; info; </a:t>
            </a:r>
            <a:r>
              <a:rPr lang="en-US" sz="1600" b="1" dirty="0" smtClean="0">
                <a:solidFill>
                  <a:schemeClr val="accent5"/>
                </a:solidFill>
                <a:latin typeface="Courier New" pitchFamily="49" charset="0"/>
                <a:ea typeface="Arial Unicode MS" pitchFamily="34" charset="-128"/>
                <a:cs typeface="Courier New" pitchFamily="49" charset="0"/>
              </a:rPr>
              <a:t>//</a:t>
            </a:r>
            <a:r>
              <a:rPr lang="en-US" sz="1600" b="1" dirty="0" err="1" smtClean="0">
                <a:solidFill>
                  <a:schemeClr val="accent5"/>
                </a:solidFill>
                <a:latin typeface="Courier New" pitchFamily="49" charset="0"/>
                <a:ea typeface="Arial Unicode MS" pitchFamily="34" charset="-128"/>
                <a:cs typeface="Courier New" pitchFamily="49" charset="0"/>
              </a:rPr>
              <a:t>giả</a:t>
            </a:r>
            <a:r>
              <a:rPr lang="en-US" sz="1600" b="1" dirty="0" smtClean="0">
                <a:solidFill>
                  <a:schemeClr val="accent5"/>
                </a:solidFill>
                <a:latin typeface="Courier New" pitchFamily="49" charset="0"/>
                <a:ea typeface="Arial Unicode MS" pitchFamily="34" charset="-128"/>
                <a:cs typeface="Courier New" pitchFamily="49" charset="0"/>
              </a:rPr>
              <a:t> </a:t>
            </a:r>
            <a:r>
              <a:rPr lang="en-US" sz="1600" b="1" dirty="0" err="1" smtClean="0">
                <a:solidFill>
                  <a:schemeClr val="accent5"/>
                </a:solidFill>
                <a:latin typeface="Courier New" pitchFamily="49" charset="0"/>
                <a:ea typeface="Arial Unicode MS" pitchFamily="34" charset="-128"/>
                <a:cs typeface="Courier New" pitchFamily="49" charset="0"/>
              </a:rPr>
              <a:t>sử</a:t>
            </a:r>
            <a:r>
              <a:rPr lang="en-US" sz="1600" b="1" dirty="0" smtClean="0">
                <a:solidFill>
                  <a:schemeClr val="accent5"/>
                </a:solidFill>
                <a:latin typeface="Courier New" pitchFamily="49" charset="0"/>
                <a:ea typeface="Arial Unicode MS" pitchFamily="34" charset="-128"/>
                <a:cs typeface="Courier New" pitchFamily="49" charset="0"/>
              </a:rPr>
              <a:t> Stack </a:t>
            </a:r>
            <a:r>
              <a:rPr lang="en-US" sz="1600" b="1" dirty="0" err="1" smtClean="0">
                <a:solidFill>
                  <a:schemeClr val="accent5"/>
                </a:solidFill>
                <a:latin typeface="Courier New" pitchFamily="49" charset="0"/>
                <a:ea typeface="Arial Unicode MS" pitchFamily="34" charset="-128"/>
                <a:cs typeface="Courier New" pitchFamily="49" charset="0"/>
              </a:rPr>
              <a:t>chứa</a:t>
            </a:r>
            <a:r>
              <a:rPr lang="en-US" sz="1600" b="1" dirty="0" smtClean="0">
                <a:solidFill>
                  <a:schemeClr val="accent5"/>
                </a:solidFill>
                <a:latin typeface="Courier New" pitchFamily="49" charset="0"/>
                <a:ea typeface="Arial Unicode MS" pitchFamily="34" charset="-128"/>
                <a:cs typeface="Courier New" pitchFamily="49" charset="0"/>
              </a:rPr>
              <a:t> </a:t>
            </a:r>
            <a:r>
              <a:rPr lang="en-US" sz="1600" b="1" dirty="0" err="1" smtClean="0">
                <a:solidFill>
                  <a:schemeClr val="accent5"/>
                </a:solidFill>
                <a:latin typeface="Courier New" pitchFamily="49" charset="0"/>
                <a:ea typeface="Arial Unicode MS" pitchFamily="34" charset="-128"/>
                <a:cs typeface="Courier New" pitchFamily="49" charset="0"/>
              </a:rPr>
              <a:t>số</a:t>
            </a:r>
            <a:r>
              <a:rPr lang="en-US" sz="1600" b="1" dirty="0" smtClean="0">
                <a:solidFill>
                  <a:schemeClr val="accent5"/>
                </a:solidFill>
                <a:latin typeface="Courier New" pitchFamily="49" charset="0"/>
                <a:ea typeface="Arial Unicode MS" pitchFamily="34" charset="-128"/>
                <a:cs typeface="Courier New" pitchFamily="49" charset="0"/>
              </a:rPr>
              <a:t> </a:t>
            </a:r>
            <a:r>
              <a:rPr lang="en-US" sz="1600" b="1" dirty="0" err="1" smtClean="0">
                <a:solidFill>
                  <a:schemeClr val="accent5"/>
                </a:solidFill>
                <a:latin typeface="Courier New" pitchFamily="49" charset="0"/>
                <a:ea typeface="Arial Unicode MS" pitchFamily="34" charset="-128"/>
                <a:cs typeface="Courier New" pitchFamily="49" charset="0"/>
              </a:rPr>
              <a:t>int</a:t>
            </a:r>
            <a:endParaRPr lang="en-US" sz="1600" b="1" dirty="0" smtClean="0">
              <a:solidFill>
                <a:schemeClr val="accent5"/>
              </a:solidFill>
              <a:latin typeface="Courier New" pitchFamily="49" charset="0"/>
              <a:ea typeface="Arial Unicode MS" pitchFamily="34" charset="-128"/>
              <a:cs typeface="Courier New"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lang="en-US" b="1" dirty="0">
                <a:latin typeface="Courier New" pitchFamily="49" charset="0"/>
                <a:ea typeface="Arial Unicode MS" pitchFamily="34" charset="-128"/>
                <a:cs typeface="Courier New" pitchFamily="49" charset="0"/>
              </a:rPr>
              <a:t>	</a:t>
            </a:r>
            <a:r>
              <a:rPr lang="en-US" b="1" dirty="0" err="1" smtClean="0">
                <a:latin typeface="Courier New" pitchFamily="49" charset="0"/>
                <a:ea typeface="Arial Unicode MS" pitchFamily="34" charset="-128"/>
                <a:cs typeface="Courier New" pitchFamily="49" charset="0"/>
              </a:rPr>
              <a:t>SNode</a:t>
            </a:r>
            <a:r>
              <a:rPr lang="en-US" b="1" dirty="0" smtClean="0">
                <a:latin typeface="Courier New" pitchFamily="49" charset="0"/>
                <a:ea typeface="Arial Unicode MS" pitchFamily="34" charset="-128"/>
                <a:cs typeface="Courier New" pitchFamily="49" charset="0"/>
              </a:rPr>
              <a:t> *next;</a:t>
            </a: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lang="en-US" b="1" dirty="0" smtClean="0">
                <a:latin typeface="Courier New" pitchFamily="49" charset="0"/>
                <a:ea typeface="Arial Unicode MS" pitchFamily="34" charset="-128"/>
                <a:cs typeface="Courier New"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struct</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 Stack</a:t>
            </a: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lang="en-US" b="1" dirty="0" smtClean="0">
                <a:latin typeface="Courier New" pitchFamily="49" charset="0"/>
                <a:ea typeface="Arial Unicode MS" pitchFamily="34" charset="-128"/>
                <a:cs typeface="Courier New"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lang="en-US" b="1" dirty="0">
                <a:latin typeface="Courier New" pitchFamily="49" charset="0"/>
                <a:ea typeface="Arial Unicode MS" pitchFamily="34" charset="-128"/>
                <a:cs typeface="Courier New" pitchFamily="49" charset="0"/>
              </a:rPr>
              <a:t> </a:t>
            </a:r>
            <a:r>
              <a:rPr lang="en-US" b="1" dirty="0" smtClean="0">
                <a:latin typeface="Courier New" pitchFamily="49" charset="0"/>
                <a:ea typeface="Arial Unicode MS" pitchFamily="34" charset="-128"/>
                <a:cs typeface="Courier New" pitchFamily="49" charset="0"/>
              </a:rPr>
              <a:t>  </a:t>
            </a:r>
            <a:r>
              <a:rPr lang="en-US" b="1" dirty="0" err="1" smtClean="0">
                <a:latin typeface="Courier New" pitchFamily="49" charset="0"/>
                <a:ea typeface="Arial Unicode MS" pitchFamily="34" charset="-128"/>
                <a:cs typeface="Courier New" pitchFamily="49" charset="0"/>
              </a:rPr>
              <a:t>SNode</a:t>
            </a:r>
            <a:r>
              <a:rPr lang="en-US" b="1" dirty="0" smtClean="0">
                <a:latin typeface="Courier New" pitchFamily="49" charset="0"/>
                <a:ea typeface="Arial Unicode MS" pitchFamily="34" charset="-128"/>
                <a:cs typeface="Courier New" pitchFamily="49" charset="0"/>
              </a:rPr>
              <a:t>* </a:t>
            </a:r>
            <a:r>
              <a:rPr lang="en-US" b="1" dirty="0">
                <a:latin typeface="Courier New" pitchFamily="49" charset="0"/>
                <a:ea typeface="Arial Unicode MS" pitchFamily="34" charset="-128"/>
                <a:cs typeface="Courier New" pitchFamily="49" charset="0"/>
              </a:rPr>
              <a:t>t</a:t>
            </a:r>
            <a:r>
              <a:rPr lang="en-US" b="1" dirty="0" smtClean="0">
                <a:latin typeface="Courier New" pitchFamily="49" charset="0"/>
                <a:ea typeface="Arial Unicode MS" pitchFamily="34" charset="-128"/>
                <a:cs typeface="Courier New" pitchFamily="49" charset="0"/>
              </a:rPr>
              <a:t>op; </a:t>
            </a:r>
            <a:r>
              <a:rPr lang="en-US" b="1" i="1" dirty="0" smtClean="0">
                <a:solidFill>
                  <a:schemeClr val="accent5"/>
                </a:solidFill>
                <a:latin typeface="Courier New" pitchFamily="49" charset="0"/>
                <a:ea typeface="Arial Unicode MS" pitchFamily="34" charset="-128"/>
                <a:cs typeface="Courier New" pitchFamily="49" charset="0"/>
              </a:rPr>
              <a:t>//node </a:t>
            </a:r>
            <a:r>
              <a:rPr lang="en-US" b="1" i="1" dirty="0" err="1" smtClean="0">
                <a:solidFill>
                  <a:schemeClr val="accent5"/>
                </a:solidFill>
                <a:latin typeface="Courier New" pitchFamily="49" charset="0"/>
                <a:ea typeface="Arial Unicode MS" pitchFamily="34" charset="-128"/>
                <a:cs typeface="Courier New" pitchFamily="49" charset="0"/>
              </a:rPr>
              <a:t>đầu</a:t>
            </a:r>
            <a:r>
              <a:rPr lang="en-US" b="1" i="1" dirty="0" smtClean="0">
                <a:solidFill>
                  <a:schemeClr val="accent5"/>
                </a:solidFill>
                <a:latin typeface="Courier New" pitchFamily="49" charset="0"/>
                <a:ea typeface="Arial Unicode MS" pitchFamily="34" charset="-128"/>
                <a:cs typeface="Courier New" pitchFamily="49" charset="0"/>
              </a:rPr>
              <a:t> </a:t>
            </a:r>
            <a:r>
              <a:rPr lang="en-US" b="1" i="1" dirty="0" err="1" smtClean="0">
                <a:solidFill>
                  <a:schemeClr val="accent5"/>
                </a:solidFill>
                <a:latin typeface="Courier New" pitchFamily="49" charset="0"/>
                <a:ea typeface="Arial Unicode MS" pitchFamily="34" charset="-128"/>
                <a:cs typeface="Courier New" pitchFamily="49" charset="0"/>
              </a:rPr>
              <a:t>của</a:t>
            </a:r>
            <a:r>
              <a:rPr lang="en-US" b="1" i="1" dirty="0" smtClean="0">
                <a:solidFill>
                  <a:schemeClr val="accent5"/>
                </a:solidFill>
                <a:latin typeface="Courier New" pitchFamily="49" charset="0"/>
                <a:ea typeface="Arial Unicode MS" pitchFamily="34" charset="-128"/>
                <a:cs typeface="Courier New" pitchFamily="49" charset="0"/>
              </a:rPr>
              <a:t> </a:t>
            </a:r>
            <a:r>
              <a:rPr lang="en-US" b="1" i="1" dirty="0" err="1" smtClean="0">
                <a:solidFill>
                  <a:schemeClr val="accent5"/>
                </a:solidFill>
                <a:latin typeface="Courier New" pitchFamily="49" charset="0"/>
                <a:ea typeface="Arial Unicode MS" pitchFamily="34" charset="-128"/>
                <a:cs typeface="Courier New" pitchFamily="49" charset="0"/>
              </a:rPr>
              <a:t>dslk</a:t>
            </a:r>
            <a:endParaRPr lang="en-US" b="1" i="1" dirty="0" smtClean="0">
              <a:solidFill>
                <a:schemeClr val="accent5"/>
              </a:solidFill>
              <a:latin typeface="Courier New" pitchFamily="49" charset="0"/>
              <a:ea typeface="Arial Unicode MS" pitchFamily="34" charset="-128"/>
              <a:cs typeface="Courier New"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lang="en-US" b="1" dirty="0" smtClean="0">
                <a:latin typeface="Courier New" pitchFamily="49" charset="0"/>
                <a:ea typeface="Arial Unicode MS" pitchFamily="34" charset="-128"/>
                <a:cs typeface="Courier New" pitchFamily="49" charset="0"/>
              </a:rPr>
              <a:t>}</a:t>
            </a:r>
            <a:r>
              <a:rPr lang="en-US" b="1" dirty="0">
                <a:latin typeface="Courier New" pitchFamily="49" charset="0"/>
                <a:ea typeface="Arial Unicode MS" pitchFamily="34" charset="-128"/>
                <a:cs typeface="Courier New" pitchFamily="49" charset="0"/>
              </a:rPr>
              <a:t>;</a:t>
            </a:r>
            <a:endParaRPr kumimoji="0" lang="en-US" b="1" i="0" u="none" strike="noStrike" cap="none" normalizeH="0" baseline="0" dirty="0">
              <a:ln>
                <a:noFill/>
              </a:ln>
              <a:solidFill>
                <a:schemeClr val="tx1"/>
              </a:solidFill>
              <a:effectLst/>
              <a:latin typeface="Arial" pitchFamily="34" charset="0"/>
              <a:cs typeface="Arial" pitchFamily="34" charset="0"/>
            </a:endParaRPr>
          </a:p>
        </p:txBody>
      </p:sp>
      <p:sp>
        <p:nvSpPr>
          <p:cNvPr id="7" name="Rectangle 2"/>
          <p:cNvSpPr>
            <a:spLocks noChangeArrowheads="1"/>
          </p:cNvSpPr>
          <p:nvPr/>
        </p:nvSpPr>
        <p:spPr bwMode="auto">
          <a:xfrm>
            <a:off x="5966374" y="3718679"/>
            <a:ext cx="4457790" cy="3139321"/>
          </a:xfrm>
          <a:prstGeom prst="rect">
            <a:avLst/>
          </a:prstGeom>
          <a:solidFill>
            <a:schemeClr val="tx2">
              <a:lumMod val="20000"/>
              <a:lumOff val="80000"/>
            </a:schemeClr>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215900" algn="l"/>
              </a:tabLst>
            </a:pPr>
            <a:r>
              <a:rPr kumimoji="0" lang="en-US" b="1" i="0" u="none" strike="noStrike" cap="none" normalizeH="0" baseline="0" dirty="0" err="1">
                <a:ln>
                  <a:noFill/>
                </a:ln>
                <a:solidFill>
                  <a:schemeClr val="tx1"/>
                </a:solidFill>
                <a:effectLst/>
                <a:latin typeface="Arial Unicode MS" pitchFamily="34" charset="-128"/>
                <a:ea typeface="Arial Unicode MS" pitchFamily="34" charset="-128"/>
                <a:cs typeface="Arial Unicode MS" pitchFamily="34" charset="-128"/>
              </a:rPr>
              <a:t>Thêm</a:t>
            </a:r>
            <a:r>
              <a:rPr kumimoji="0" lang="en-US" b="1" i="0" u="none" strike="noStrike" cap="none" normalizeH="0" baseline="0" dirty="0">
                <a:ln>
                  <a:noFill/>
                </a:ln>
                <a:solidFill>
                  <a:schemeClr val="tx1"/>
                </a:solidFill>
                <a:effectLst/>
                <a:latin typeface="Arial Unicode MS" pitchFamily="34" charset="-128"/>
                <a:ea typeface="Arial Unicode MS" pitchFamily="34" charset="-128"/>
                <a:cs typeface="Arial Unicode MS" pitchFamily="34" charset="-128"/>
              </a:rPr>
              <a:t> 1 </a:t>
            </a:r>
            <a:r>
              <a:rPr kumimoji="0" lang="en-US" b="1" i="0" u="none" strike="noStrike" cap="none" normalizeH="0" baseline="0" dirty="0" err="1">
                <a:ln>
                  <a:noFill/>
                </a:ln>
                <a:solidFill>
                  <a:schemeClr val="tx1"/>
                </a:solidFill>
                <a:effectLst/>
                <a:latin typeface="Arial Unicode MS" pitchFamily="34" charset="-128"/>
                <a:ea typeface="Arial Unicode MS" pitchFamily="34" charset="-128"/>
                <a:cs typeface="Arial Unicode MS" pitchFamily="34" charset="-128"/>
              </a:rPr>
              <a:t>phần</a:t>
            </a:r>
            <a:r>
              <a:rPr kumimoji="0" lang="en-US" b="1" i="0" u="none" strike="noStrike" cap="none" normalizeH="0" baseline="0" dirty="0">
                <a:ln>
                  <a:noFill/>
                </a:ln>
                <a:solidFill>
                  <a:schemeClr val="tx1"/>
                </a:solidFill>
                <a:effectLst/>
                <a:latin typeface="Arial Unicode MS" pitchFamily="34" charset="-128"/>
                <a:ea typeface="Arial Unicode MS" pitchFamily="34" charset="-128"/>
                <a:cs typeface="Arial Unicode MS" pitchFamily="34" charset="-128"/>
              </a:rPr>
              <a:t> </a:t>
            </a:r>
            <a:r>
              <a:rPr kumimoji="0" lang="en-US" b="1" i="0" u="none" strike="noStrike" cap="none" normalizeH="0" baseline="0" dirty="0" err="1">
                <a:ln>
                  <a:noFill/>
                </a:ln>
                <a:solidFill>
                  <a:schemeClr val="tx1"/>
                </a:solidFill>
                <a:effectLst/>
                <a:latin typeface="Arial Unicode MS" pitchFamily="34" charset="-128"/>
                <a:ea typeface="Arial Unicode MS" pitchFamily="34" charset="-128"/>
                <a:cs typeface="Arial Unicode MS" pitchFamily="34" charset="-128"/>
              </a:rPr>
              <a:t>tử</a:t>
            </a:r>
            <a:r>
              <a:rPr kumimoji="0" lang="en-US" b="1" i="0" u="none" strike="noStrike" cap="none" normalizeH="0" baseline="0" dirty="0">
                <a:ln>
                  <a:noFill/>
                </a:ln>
                <a:solidFill>
                  <a:schemeClr val="tx1"/>
                </a:solidFill>
                <a:effectLst/>
                <a:latin typeface="Arial Unicode MS" pitchFamily="34" charset="-128"/>
                <a:ea typeface="Arial Unicode MS" pitchFamily="34" charset="-128"/>
                <a:cs typeface="Arial Unicode MS" pitchFamily="34" charset="-128"/>
              </a:rPr>
              <a:t> </a:t>
            </a:r>
            <a:r>
              <a:rPr kumimoji="0" lang="en-US" b="1" i="0" u="none" strike="noStrike" cap="none" normalizeH="0" baseline="0" dirty="0" err="1">
                <a:ln>
                  <a:noFill/>
                </a:ln>
                <a:solidFill>
                  <a:schemeClr val="tx1"/>
                </a:solidFill>
                <a:effectLst/>
                <a:latin typeface="Arial Unicode MS" pitchFamily="34" charset="-128"/>
                <a:ea typeface="Arial Unicode MS" pitchFamily="34" charset="-128"/>
                <a:cs typeface="Arial Unicode MS" pitchFamily="34" charset="-128"/>
              </a:rPr>
              <a:t>vào</a:t>
            </a:r>
            <a:r>
              <a:rPr kumimoji="0" lang="en-US" b="1" i="0" u="none" strike="noStrike" cap="none" normalizeH="0" baseline="0" dirty="0">
                <a:ln>
                  <a:noFill/>
                </a:ln>
                <a:solidFill>
                  <a:schemeClr val="tx1"/>
                </a:solidFill>
                <a:effectLst/>
                <a:latin typeface="Arial Unicode MS" pitchFamily="34" charset="-128"/>
                <a:ea typeface="Arial Unicode MS" pitchFamily="34" charset="-128"/>
                <a:cs typeface="Arial Unicode MS" pitchFamily="34" charset="-128"/>
              </a:rPr>
              <a:t> </a:t>
            </a:r>
            <a:r>
              <a:rPr kumimoji="0" lang="en-US" b="1" i="0" u="none" strike="noStrike" cap="none" normalizeH="0" baseline="0" dirty="0" smtClean="0">
                <a:ln>
                  <a:noFill/>
                </a:ln>
                <a:solidFill>
                  <a:schemeClr val="tx1"/>
                </a:solidFill>
                <a:effectLst/>
                <a:latin typeface="Arial Unicode MS" pitchFamily="34" charset="-128"/>
                <a:ea typeface="Arial Unicode MS" pitchFamily="34" charset="-128"/>
                <a:cs typeface="Arial Unicode MS" pitchFamily="34" charset="-128"/>
              </a:rPr>
              <a:t>Stack</a:t>
            </a:r>
            <a:r>
              <a:rPr lang="en-US" b="1" dirty="0">
                <a:latin typeface="Arial Unicode MS" pitchFamily="34" charset="-128"/>
                <a:ea typeface="Arial Unicode MS" pitchFamily="34" charset="-128"/>
                <a:cs typeface="Arial Unicode MS" pitchFamily="34" charset="-128"/>
              </a:rPr>
              <a:t> </a:t>
            </a:r>
            <a:r>
              <a:rPr lang="en-US" b="1" dirty="0" smtClean="0">
                <a:latin typeface="Arial Unicode MS" pitchFamily="34" charset="-128"/>
                <a:ea typeface="Arial Unicode MS" pitchFamily="34" charset="-128"/>
                <a:cs typeface="Arial Unicode MS" pitchFamily="34" charset="-128"/>
              </a:rPr>
              <a:t>: push</a:t>
            </a:r>
            <a:endParaRPr kumimoji="0" lang="en-US" b="1"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rPr>
              <a:t>void </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pushS</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(Stack &amp;s, </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SNode</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 </a:t>
            </a: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rPr>
              <a:t>*p)</a:t>
            </a:r>
            <a:endParaRPr kumimoji="0" lang="en-US" b="1"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rPr>
              <a:t>{</a:t>
            </a:r>
            <a:endParaRPr kumimoji="0" lang="en-US" b="1"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rPr>
              <a:t>	</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if(p!=NULL)</a:t>
            </a: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lang="en-US" b="1" dirty="0">
                <a:latin typeface="Courier New" pitchFamily="49" charset="0"/>
                <a:ea typeface="Arial Unicode MS" pitchFamily="34" charset="-128"/>
                <a:cs typeface="Courier New" pitchFamily="49" charset="0"/>
              </a:rPr>
              <a:t>		</a:t>
            </a:r>
            <a:r>
              <a:rPr lang="en-US" b="1" dirty="0" smtClean="0">
                <a:latin typeface="Courier New" pitchFamily="49" charset="0"/>
                <a:ea typeface="Arial Unicode MS" pitchFamily="34" charset="-128"/>
                <a:cs typeface="Courier New" pitchFamily="49" charset="0"/>
              </a:rPr>
              <a:t>if(</a:t>
            </a:r>
            <a:r>
              <a:rPr lang="en-US" b="1" dirty="0" err="1" smtClean="0">
                <a:latin typeface="Courier New" pitchFamily="49" charset="0"/>
                <a:ea typeface="Arial Unicode MS" pitchFamily="34" charset="-128"/>
                <a:cs typeface="Courier New" pitchFamily="49" charset="0"/>
              </a:rPr>
              <a:t>s.top</a:t>
            </a:r>
            <a:r>
              <a:rPr lang="en-US" b="1" dirty="0" smtClean="0">
                <a:latin typeface="Courier New" pitchFamily="49" charset="0"/>
                <a:ea typeface="Arial Unicode MS" pitchFamily="34" charset="-128"/>
                <a:cs typeface="Courier New" pitchFamily="49" charset="0"/>
              </a:rPr>
              <a:t>==NULL) </a:t>
            </a:r>
            <a:r>
              <a:rPr lang="en-US" b="1" dirty="0" err="1" smtClean="0">
                <a:latin typeface="Courier New" pitchFamily="49" charset="0"/>
                <a:ea typeface="Arial Unicode MS" pitchFamily="34" charset="-128"/>
                <a:cs typeface="Courier New" pitchFamily="49" charset="0"/>
              </a:rPr>
              <a:t>s.top</a:t>
            </a:r>
            <a:r>
              <a:rPr lang="en-US" b="1" dirty="0" smtClean="0">
                <a:latin typeface="Courier New" pitchFamily="49" charset="0"/>
                <a:ea typeface="Arial Unicode MS" pitchFamily="34" charset="-128"/>
                <a:cs typeface="Courier New" pitchFamily="49" charset="0"/>
              </a:rPr>
              <a:t>=p;</a:t>
            </a:r>
            <a:endParaRPr kumimoji="0" lang="en-US" b="1"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rPr>
              <a:t>		</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else</a:t>
            </a:r>
            <a:endParaRPr kumimoji="0" lang="en-US" b="1"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rPr>
              <a:t>		{</a:t>
            </a:r>
            <a:endParaRPr kumimoji="0" lang="en-US" b="1"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rPr>
              <a:t>			</a:t>
            </a:r>
            <a:r>
              <a:rPr kumimoji="0" lang="en-US" b="1" i="0" u="none" strike="noStrike" cap="none" normalizeH="0" baseline="0" dirty="0" err="1">
                <a:ln>
                  <a:noFill/>
                </a:ln>
                <a:solidFill>
                  <a:schemeClr val="tx1"/>
                </a:solidFill>
                <a:effectLst/>
                <a:latin typeface="Courier New" pitchFamily="49" charset="0"/>
                <a:ea typeface="Arial Unicode MS" pitchFamily="34" charset="-128"/>
                <a:cs typeface="Courier New" pitchFamily="49" charset="0"/>
              </a:rPr>
              <a:t>p</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sym typeface="Wingdings" pitchFamily="2" charset="2"/>
              </a:rPr>
              <a:t></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next</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s.top</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a:t>
            </a:r>
            <a:endParaRPr kumimoji="0" lang="en-US" b="1" i="0" u="none" strike="noStrike" cap="none" normalizeH="0" baseline="0" dirty="0">
              <a:ln>
                <a:noFill/>
              </a:ln>
              <a:solidFill>
                <a:schemeClr val="tx1"/>
              </a:solidFill>
              <a:effectLst/>
              <a:latin typeface="Arial" pitchFamily="34" charset="0"/>
              <a:cs typeface="Arial" pitchFamily="34" charset="0"/>
              <a:sym typeface="Wingdings" pitchFamily="2" charset="2"/>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sym typeface="Wingdings" pitchFamily="2" charset="2"/>
              </a:rPr>
              <a:t>			</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sym typeface="Wingdings" pitchFamily="2" charset="2"/>
              </a:rPr>
              <a:t>s.top</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sym typeface="Wingdings" pitchFamily="2" charset="2"/>
              </a:rPr>
              <a:t>=p</a:t>
            </a: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sym typeface="Wingdings" pitchFamily="2" charset="2"/>
              </a:rPr>
              <a:t>;</a:t>
            </a:r>
            <a:endParaRPr kumimoji="0" lang="en-US" b="1" i="0" u="none" strike="noStrike" cap="none" normalizeH="0" baseline="0" dirty="0">
              <a:ln>
                <a:noFill/>
              </a:ln>
              <a:solidFill>
                <a:schemeClr val="tx1"/>
              </a:solidFill>
              <a:effectLst/>
              <a:latin typeface="Arial" pitchFamily="34" charset="0"/>
              <a:cs typeface="Arial" pitchFamily="34" charset="0"/>
              <a:sym typeface="Wingdings" pitchFamily="2" charset="2"/>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sym typeface="Wingdings" pitchFamily="2" charset="2"/>
              </a:rPr>
              <a:t>		}</a:t>
            </a:r>
            <a:endParaRPr kumimoji="0" lang="en-US" b="1" i="0" u="none" strike="noStrike" cap="none" normalizeH="0" baseline="0" dirty="0">
              <a:ln>
                <a:noFill/>
              </a:ln>
              <a:solidFill>
                <a:schemeClr val="tx1"/>
              </a:solidFill>
              <a:effectLst/>
              <a:latin typeface="Arial" pitchFamily="34" charset="0"/>
              <a:cs typeface="Arial" pitchFamily="34" charset="0"/>
              <a:sym typeface="Wingdings" pitchFamily="2" charset="2"/>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sym typeface="Wingdings" pitchFamily="2" charset="2"/>
              </a:rPr>
              <a:t>}</a:t>
            </a:r>
            <a:r>
              <a:rPr kumimoji="0" lang="en-US" b="1" i="0" u="none" strike="noStrike" cap="none" normalizeH="0" baseline="0" dirty="0" smtClean="0">
                <a:ln>
                  <a:noFill/>
                </a:ln>
                <a:solidFill>
                  <a:schemeClr val="tx1"/>
                </a:solidFill>
                <a:effectLst/>
                <a:latin typeface="Arial" pitchFamily="34" charset="0"/>
                <a:cs typeface="Arial" pitchFamily="34" charset="0"/>
                <a:sym typeface="Wingdings" pitchFamily="2" charset="2"/>
              </a:rPr>
              <a:t> </a:t>
            </a:r>
            <a:endPar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sym typeface="Wingdings" pitchFamily="2" charset="2"/>
            </a:endParaRPr>
          </a:p>
        </p:txBody>
      </p:sp>
      <p:sp>
        <p:nvSpPr>
          <p:cNvPr id="11" name="Title 1"/>
          <p:cNvSpPr>
            <a:spLocks noGrp="1"/>
          </p:cNvSpPr>
          <p:nvPr>
            <p:ph type="title"/>
          </p:nvPr>
        </p:nvSpPr>
        <p:spPr>
          <a:xfrm>
            <a:off x="338992" y="750628"/>
            <a:ext cx="5502249" cy="1760561"/>
          </a:xfrm>
          <a:solidFill>
            <a:schemeClr val="bg1"/>
          </a:solidFill>
        </p:spPr>
        <p:txBody>
          <a:bodyPr>
            <a:normAutofit/>
          </a:bodyPr>
          <a:lstStyle/>
          <a:p>
            <a:r>
              <a:rPr lang="en-US" dirty="0" err="1" smtClean="0">
                <a:solidFill>
                  <a:srgbClr val="0070C0"/>
                </a:solidFill>
              </a:rPr>
              <a:t>Một</a:t>
            </a:r>
            <a:r>
              <a:rPr lang="en-US" dirty="0" smtClean="0">
                <a:solidFill>
                  <a:srgbClr val="0070C0"/>
                </a:solidFill>
              </a:rPr>
              <a:t> </a:t>
            </a:r>
            <a:r>
              <a:rPr lang="en-US" dirty="0" err="1" smtClean="0">
                <a:solidFill>
                  <a:srgbClr val="0070C0"/>
                </a:solidFill>
              </a:rPr>
              <a:t>số</a:t>
            </a:r>
            <a:r>
              <a:rPr lang="en-US" dirty="0" smtClean="0">
                <a:solidFill>
                  <a:srgbClr val="0070C0"/>
                </a:solidFill>
              </a:rPr>
              <a:t> </a:t>
            </a:r>
            <a:r>
              <a:rPr lang="en-US" dirty="0" err="1" smtClean="0">
                <a:solidFill>
                  <a:srgbClr val="0070C0"/>
                </a:solidFill>
              </a:rPr>
              <a:t>cài</a:t>
            </a:r>
            <a:r>
              <a:rPr lang="en-US" dirty="0" smtClean="0">
                <a:solidFill>
                  <a:srgbClr val="0070C0"/>
                </a:solidFill>
              </a:rPr>
              <a:t> </a:t>
            </a:r>
            <a:r>
              <a:rPr lang="en-US" dirty="0" err="1" smtClean="0">
                <a:solidFill>
                  <a:srgbClr val="0070C0"/>
                </a:solidFill>
              </a:rPr>
              <a:t>đặt</a:t>
            </a:r>
            <a:r>
              <a:rPr lang="en-US" dirty="0" smtClean="0">
                <a:solidFill>
                  <a:srgbClr val="0070C0"/>
                </a:solidFill>
              </a:rPr>
              <a:t> </a:t>
            </a:r>
            <a:r>
              <a:rPr lang="en-US" dirty="0" err="1" smtClean="0">
                <a:solidFill>
                  <a:srgbClr val="0070C0"/>
                </a:solidFill>
              </a:rPr>
              <a:t>cơ</a:t>
            </a:r>
            <a:r>
              <a:rPr lang="en-US" dirty="0" smtClean="0">
                <a:solidFill>
                  <a:srgbClr val="0070C0"/>
                </a:solidFill>
              </a:rPr>
              <a:t> </a:t>
            </a:r>
            <a:r>
              <a:rPr lang="en-US" dirty="0" err="1" smtClean="0">
                <a:solidFill>
                  <a:srgbClr val="0070C0"/>
                </a:solidFill>
              </a:rPr>
              <a:t>bản</a:t>
            </a:r>
            <a:r>
              <a:rPr lang="en-US" dirty="0" smtClean="0">
                <a:solidFill>
                  <a:srgbClr val="0070C0"/>
                </a:solidFill>
              </a:rPr>
              <a:t> </a:t>
            </a:r>
            <a:r>
              <a:rPr lang="en-US" dirty="0" err="1" smtClean="0">
                <a:solidFill>
                  <a:srgbClr val="0070C0"/>
                </a:solidFill>
              </a:rPr>
              <a:t>xây</a:t>
            </a:r>
            <a:r>
              <a:rPr lang="en-US" dirty="0" smtClean="0">
                <a:solidFill>
                  <a:srgbClr val="0070C0"/>
                </a:solidFill>
              </a:rPr>
              <a:t> </a:t>
            </a:r>
            <a:r>
              <a:rPr lang="en-US" dirty="0" err="1" smtClean="0">
                <a:solidFill>
                  <a:srgbClr val="0070C0"/>
                </a:solidFill>
              </a:rPr>
              <a:t>dựng</a:t>
            </a:r>
            <a:r>
              <a:rPr lang="en-US" dirty="0" smtClean="0">
                <a:solidFill>
                  <a:srgbClr val="0070C0"/>
                </a:solidFill>
              </a:rPr>
              <a:t> Stack </a:t>
            </a:r>
            <a:r>
              <a:rPr lang="en-US" dirty="0" err="1" smtClean="0">
                <a:solidFill>
                  <a:srgbClr val="0070C0"/>
                </a:solidFill>
              </a:rPr>
              <a:t>dùng</a:t>
            </a:r>
            <a:r>
              <a:rPr lang="en-US" dirty="0" smtClean="0">
                <a:solidFill>
                  <a:srgbClr val="0070C0"/>
                </a:solidFill>
              </a:rPr>
              <a:t> DSLK </a:t>
            </a:r>
            <a:r>
              <a:rPr lang="en-US" dirty="0" err="1" smtClean="0">
                <a:solidFill>
                  <a:srgbClr val="0070C0"/>
                </a:solidFill>
              </a:rPr>
              <a:t>đơn</a:t>
            </a:r>
            <a:endParaRPr lang="en-US" dirty="0">
              <a:solidFill>
                <a:srgbClr val="0070C0"/>
              </a:solidFill>
            </a:endParaRPr>
          </a:p>
        </p:txBody>
      </p:sp>
    </p:spTree>
    <p:extLst>
      <p:ext uri="{BB962C8B-B14F-4D97-AF65-F5344CB8AC3E}">
        <p14:creationId xmlns:p14="http://schemas.microsoft.com/office/powerpoint/2010/main" val="9726868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24627E5-2E3F-4AE1-995E-77E2B7EB78DF}" type="slidenum">
              <a:rPr lang="en-US" smtClean="0"/>
              <a:t>7</a:t>
            </a:fld>
            <a:endParaRPr lang="en-US"/>
          </a:p>
        </p:txBody>
      </p:sp>
      <p:sp>
        <p:nvSpPr>
          <p:cNvPr id="6" name="Rectangle 5"/>
          <p:cNvSpPr/>
          <p:nvPr/>
        </p:nvSpPr>
        <p:spPr>
          <a:xfrm>
            <a:off x="2499360" y="2217086"/>
            <a:ext cx="6817896" cy="3970318"/>
          </a:xfrm>
          <a:prstGeom prst="rect">
            <a:avLst/>
          </a:prstGeom>
        </p:spPr>
        <p:txBody>
          <a:bodyPr wrap="square">
            <a:spAutoFit/>
          </a:bodyPr>
          <a:lstStyle/>
          <a:p>
            <a:r>
              <a:rPr lang="en-US" sz="2800" b="1" smtClean="0">
                <a:solidFill>
                  <a:srgbClr val="0070C0"/>
                </a:solidFill>
              </a:rPr>
              <a:t>Top</a:t>
            </a:r>
            <a:r>
              <a:rPr lang="en-US" sz="2800" b="1">
                <a:solidFill>
                  <a:srgbClr val="0070C0"/>
                </a:solidFill>
              </a:rPr>
              <a:t>: xem phần tử trên đỉnh stack</a:t>
            </a:r>
          </a:p>
          <a:p>
            <a:endParaRPr lang="en-US" sz="2800" smtClean="0">
              <a:solidFill>
                <a:srgbClr val="0000FF"/>
              </a:solidFill>
              <a:highlight>
                <a:srgbClr val="FFFFFF"/>
              </a:highlight>
              <a:latin typeface="Consolas" panose="020B0609020204030204" pitchFamily="49" charset="0"/>
            </a:endParaRPr>
          </a:p>
          <a:p>
            <a:r>
              <a:rPr lang="en-US" sz="2800" smtClean="0">
                <a:solidFill>
                  <a:srgbClr val="0000FF"/>
                </a:solidFill>
                <a:highlight>
                  <a:srgbClr val="FFFFFF"/>
                </a:highlight>
                <a:latin typeface="Consolas" panose="020B0609020204030204" pitchFamily="49" charset="0"/>
              </a:rPr>
              <a:t>char</a:t>
            </a:r>
            <a:r>
              <a:rPr lang="en-US" sz="2800" smtClean="0">
                <a:solidFill>
                  <a:srgbClr val="000000"/>
                </a:solidFill>
                <a:highlight>
                  <a:srgbClr val="FFFFFF"/>
                </a:highlight>
                <a:latin typeface="Consolas" panose="020B0609020204030204" pitchFamily="49" charset="0"/>
              </a:rPr>
              <a:t> </a:t>
            </a:r>
            <a:r>
              <a:rPr lang="en-US" sz="2800">
                <a:solidFill>
                  <a:srgbClr val="000000"/>
                </a:solidFill>
                <a:highlight>
                  <a:srgbClr val="FFFFFF"/>
                </a:highlight>
                <a:latin typeface="Consolas" panose="020B0609020204030204" pitchFamily="49" charset="0"/>
              </a:rPr>
              <a:t>Top(</a:t>
            </a:r>
            <a:r>
              <a:rPr lang="en-US" sz="2800">
                <a:solidFill>
                  <a:srgbClr val="2B91AF"/>
                </a:solidFill>
                <a:highlight>
                  <a:srgbClr val="FFFFFF"/>
                </a:highlight>
                <a:latin typeface="Consolas" panose="020B0609020204030204" pitchFamily="49" charset="0"/>
              </a:rPr>
              <a:t>Stack</a:t>
            </a:r>
            <a:r>
              <a:rPr lang="en-US" sz="2800">
                <a:solidFill>
                  <a:srgbClr val="000000"/>
                </a:solidFill>
                <a:highlight>
                  <a:srgbClr val="FFFFFF"/>
                </a:highlight>
                <a:latin typeface="Consolas" panose="020B0609020204030204" pitchFamily="49" charset="0"/>
              </a:rPr>
              <a:t> </a:t>
            </a:r>
            <a:r>
              <a:rPr lang="en-US" sz="2800">
                <a:solidFill>
                  <a:srgbClr val="808080"/>
                </a:solidFill>
                <a:highlight>
                  <a:srgbClr val="FFFFFF"/>
                </a:highlight>
                <a:latin typeface="Consolas" panose="020B0609020204030204" pitchFamily="49" charset="0"/>
              </a:rPr>
              <a:t>s</a:t>
            </a:r>
            <a:r>
              <a:rPr lang="en-US" sz="2800">
                <a:solidFill>
                  <a:srgbClr val="000000"/>
                </a:solidFill>
                <a:highlight>
                  <a:srgbClr val="FFFFFF"/>
                </a:highlight>
                <a:latin typeface="Consolas" panose="020B0609020204030204" pitchFamily="49" charset="0"/>
              </a:rPr>
              <a:t>)</a:t>
            </a:r>
          </a:p>
          <a:p>
            <a:r>
              <a:rPr lang="en-US" sz="2400">
                <a:solidFill>
                  <a:srgbClr val="000000"/>
                </a:solidFill>
                <a:highlight>
                  <a:srgbClr val="FFFFFF"/>
                </a:highlight>
                <a:latin typeface="Consolas" panose="020B0609020204030204" pitchFamily="49" charset="0"/>
              </a:rPr>
              <a:t>{</a:t>
            </a:r>
          </a:p>
          <a:p>
            <a:r>
              <a:rPr lang="en-US" sz="2400" smtClean="0">
                <a:solidFill>
                  <a:srgbClr val="0000FF"/>
                </a:solidFill>
                <a:highlight>
                  <a:srgbClr val="FFFFFF"/>
                </a:highlight>
                <a:latin typeface="Consolas" panose="020B0609020204030204" pitchFamily="49" charset="0"/>
              </a:rPr>
              <a:t>	if</a:t>
            </a:r>
            <a:r>
              <a:rPr lang="en-US" sz="2400" smtClean="0">
                <a:solidFill>
                  <a:srgbClr val="000000"/>
                </a:solidFill>
                <a:highlight>
                  <a:srgbClr val="FFFFFF"/>
                </a:highlight>
                <a:latin typeface="Consolas" panose="020B0609020204030204" pitchFamily="49" charset="0"/>
              </a:rPr>
              <a:t>(IsEmpty(</a:t>
            </a:r>
            <a:r>
              <a:rPr lang="en-US" sz="2400" smtClean="0">
                <a:solidFill>
                  <a:srgbClr val="808080"/>
                </a:solidFill>
                <a:highlight>
                  <a:srgbClr val="FFFFFF"/>
                </a:highlight>
                <a:latin typeface="Consolas" panose="020B0609020204030204" pitchFamily="49" charset="0"/>
              </a:rPr>
              <a:t>s</a:t>
            </a:r>
            <a:r>
              <a:rPr lang="en-US" sz="2400">
                <a:solidFill>
                  <a:srgbClr val="000000"/>
                </a:solidFill>
                <a:highlight>
                  <a:srgbClr val="FFFFFF"/>
                </a:highlight>
                <a:latin typeface="Consolas" panose="020B0609020204030204" pitchFamily="49" charset="0"/>
              </a:rPr>
              <a:t>) == 1) </a:t>
            </a:r>
            <a:r>
              <a:rPr lang="en-US" sz="2400">
                <a:solidFill>
                  <a:srgbClr val="008000"/>
                </a:solidFill>
                <a:highlight>
                  <a:srgbClr val="FFFFFF"/>
                </a:highlight>
                <a:latin typeface="Consolas" panose="020B0609020204030204" pitchFamily="49" charset="0"/>
              </a:rPr>
              <a:t>//Stack rỗng</a:t>
            </a:r>
            <a:endParaRPr lang="en-US" sz="2400">
              <a:solidFill>
                <a:srgbClr val="000000"/>
              </a:solidFill>
              <a:highlight>
                <a:srgbClr val="FFFFFF"/>
              </a:highlight>
              <a:latin typeface="Consolas" panose="020B0609020204030204" pitchFamily="49" charset="0"/>
            </a:endParaRPr>
          </a:p>
          <a:p>
            <a:r>
              <a:rPr lang="en-US" sz="2400" smtClean="0">
                <a:solidFill>
                  <a:srgbClr val="0000FF"/>
                </a:solidFill>
                <a:highlight>
                  <a:srgbClr val="FFFFFF"/>
                </a:highlight>
                <a:latin typeface="Consolas" panose="020B0609020204030204" pitchFamily="49" charset="0"/>
              </a:rPr>
              <a:t>		return</a:t>
            </a:r>
            <a:r>
              <a:rPr lang="en-US" sz="2400" smtClean="0">
                <a:solidFill>
                  <a:srgbClr val="000000"/>
                </a:solidFill>
                <a:highlight>
                  <a:srgbClr val="FFFFFF"/>
                </a:highlight>
                <a:latin typeface="Consolas" panose="020B0609020204030204" pitchFamily="49" charset="0"/>
              </a:rPr>
              <a:t> </a:t>
            </a:r>
            <a:r>
              <a:rPr lang="en-US" sz="2400">
                <a:solidFill>
                  <a:srgbClr val="000000"/>
                </a:solidFill>
                <a:highlight>
                  <a:srgbClr val="FFFFFF"/>
                </a:highlight>
                <a:latin typeface="Consolas" panose="020B0609020204030204" pitchFamily="49" charset="0"/>
              </a:rPr>
              <a:t>0; </a:t>
            </a:r>
            <a:r>
              <a:rPr lang="en-US" sz="2400">
                <a:solidFill>
                  <a:srgbClr val="008000"/>
                </a:solidFill>
                <a:highlight>
                  <a:srgbClr val="FFFFFF"/>
                </a:highlight>
                <a:latin typeface="Consolas" panose="020B0609020204030204" pitchFamily="49" charset="0"/>
              </a:rPr>
              <a:t>//Không thực hiện được</a:t>
            </a:r>
            <a:endParaRPr lang="en-US" sz="2400">
              <a:solidFill>
                <a:srgbClr val="000000"/>
              </a:solidFill>
              <a:highlight>
                <a:srgbClr val="FFFFFF"/>
              </a:highlight>
              <a:latin typeface="Consolas" panose="020B0609020204030204" pitchFamily="49" charset="0"/>
            </a:endParaRPr>
          </a:p>
          <a:p>
            <a:r>
              <a:rPr lang="en-US" sz="2400" smtClean="0">
                <a:solidFill>
                  <a:srgbClr val="0000FF"/>
                </a:solidFill>
                <a:highlight>
                  <a:srgbClr val="FFFFFF"/>
                </a:highlight>
                <a:latin typeface="Consolas" panose="020B0609020204030204" pitchFamily="49" charset="0"/>
              </a:rPr>
              <a:t>	else</a:t>
            </a:r>
            <a:endParaRPr lang="en-US" sz="2400">
              <a:solidFill>
                <a:srgbClr val="000000"/>
              </a:solidFill>
              <a:highlight>
                <a:srgbClr val="FFFFFF"/>
              </a:highlight>
              <a:latin typeface="Consolas" panose="020B0609020204030204" pitchFamily="49" charset="0"/>
            </a:endParaRPr>
          </a:p>
          <a:p>
            <a:r>
              <a:rPr lang="en-US" sz="2400" smtClean="0">
                <a:solidFill>
                  <a:srgbClr val="0000FF"/>
                </a:solidFill>
                <a:highlight>
                  <a:srgbClr val="FFFFFF"/>
                </a:highlight>
                <a:latin typeface="Consolas" panose="020B0609020204030204" pitchFamily="49" charset="0"/>
              </a:rPr>
              <a:t>		return</a:t>
            </a:r>
            <a:r>
              <a:rPr lang="en-US" sz="2400" smtClean="0">
                <a:solidFill>
                  <a:srgbClr val="000000"/>
                </a:solidFill>
                <a:highlight>
                  <a:srgbClr val="FFFFFF"/>
                </a:highlight>
                <a:latin typeface="Consolas" panose="020B0609020204030204" pitchFamily="49" charset="0"/>
              </a:rPr>
              <a:t> </a:t>
            </a:r>
            <a:r>
              <a:rPr lang="en-US" sz="2400">
                <a:solidFill>
                  <a:srgbClr val="808080"/>
                </a:solidFill>
                <a:highlight>
                  <a:srgbClr val="FFFFFF"/>
                </a:highlight>
                <a:latin typeface="Consolas" panose="020B0609020204030204" pitchFamily="49" charset="0"/>
              </a:rPr>
              <a:t>s</a:t>
            </a:r>
            <a:r>
              <a:rPr lang="en-US" sz="2400">
                <a:solidFill>
                  <a:srgbClr val="000000"/>
                </a:solidFill>
                <a:highlight>
                  <a:srgbClr val="FFFFFF"/>
                </a:highlight>
                <a:latin typeface="Consolas" panose="020B0609020204030204" pitchFamily="49" charset="0"/>
              </a:rPr>
              <a:t>.Top-&gt;Info;</a:t>
            </a:r>
          </a:p>
          <a:p>
            <a:endParaRPr lang="en-US" sz="2400">
              <a:solidFill>
                <a:srgbClr val="000000"/>
              </a:solidFill>
              <a:highlight>
                <a:srgbClr val="FFFFFF"/>
              </a:highlight>
              <a:latin typeface="Consolas" panose="020B0609020204030204" pitchFamily="49" charset="0"/>
            </a:endParaRPr>
          </a:p>
          <a:p>
            <a:r>
              <a:rPr lang="en-US" sz="2400">
                <a:solidFill>
                  <a:srgbClr val="000000"/>
                </a:solidFill>
                <a:highlight>
                  <a:srgbClr val="FFFFFF"/>
                </a:highlight>
                <a:latin typeface="Consolas" panose="020B0609020204030204" pitchFamily="49" charset="0"/>
              </a:rPr>
              <a:t>}</a:t>
            </a:r>
            <a:endParaRPr lang="en-US" sz="2400"/>
          </a:p>
        </p:txBody>
      </p:sp>
      <p:sp>
        <p:nvSpPr>
          <p:cNvPr id="7" name="Title 1"/>
          <p:cNvSpPr>
            <a:spLocks noGrp="1"/>
          </p:cNvSpPr>
          <p:nvPr>
            <p:ph type="title"/>
          </p:nvPr>
        </p:nvSpPr>
        <p:spPr>
          <a:xfrm>
            <a:off x="310116" y="664143"/>
            <a:ext cx="10797437" cy="1125156"/>
          </a:xfrm>
          <a:noFill/>
        </p:spPr>
        <p:txBody>
          <a:bodyPr>
            <a:normAutofit fontScale="90000"/>
          </a:bodyPr>
          <a:lstStyle/>
          <a:p>
            <a:r>
              <a:rPr lang="en-US" dirty="0" err="1" smtClean="0">
                <a:solidFill>
                  <a:srgbClr val="0070C0"/>
                </a:solidFill>
              </a:rPr>
              <a:t>Một</a:t>
            </a:r>
            <a:r>
              <a:rPr lang="en-US" dirty="0" smtClean="0">
                <a:solidFill>
                  <a:srgbClr val="0070C0"/>
                </a:solidFill>
              </a:rPr>
              <a:t> </a:t>
            </a:r>
            <a:r>
              <a:rPr lang="en-US" dirty="0" err="1" smtClean="0">
                <a:solidFill>
                  <a:srgbClr val="0070C0"/>
                </a:solidFill>
              </a:rPr>
              <a:t>số</a:t>
            </a:r>
            <a:r>
              <a:rPr lang="en-US" dirty="0" smtClean="0">
                <a:solidFill>
                  <a:srgbClr val="0070C0"/>
                </a:solidFill>
              </a:rPr>
              <a:t> </a:t>
            </a:r>
            <a:r>
              <a:rPr lang="en-US" dirty="0" err="1" smtClean="0">
                <a:solidFill>
                  <a:srgbClr val="0070C0"/>
                </a:solidFill>
              </a:rPr>
              <a:t>cài</a:t>
            </a:r>
            <a:r>
              <a:rPr lang="en-US" dirty="0" smtClean="0">
                <a:solidFill>
                  <a:srgbClr val="0070C0"/>
                </a:solidFill>
              </a:rPr>
              <a:t> </a:t>
            </a:r>
            <a:r>
              <a:rPr lang="en-US" dirty="0" err="1" smtClean="0">
                <a:solidFill>
                  <a:srgbClr val="0070C0"/>
                </a:solidFill>
              </a:rPr>
              <a:t>đặt</a:t>
            </a:r>
            <a:r>
              <a:rPr lang="en-US" dirty="0" smtClean="0">
                <a:solidFill>
                  <a:srgbClr val="0070C0"/>
                </a:solidFill>
              </a:rPr>
              <a:t> </a:t>
            </a:r>
            <a:r>
              <a:rPr lang="en-US" dirty="0" err="1" smtClean="0">
                <a:solidFill>
                  <a:srgbClr val="0070C0"/>
                </a:solidFill>
              </a:rPr>
              <a:t>cơ</a:t>
            </a:r>
            <a:r>
              <a:rPr lang="en-US" dirty="0" smtClean="0">
                <a:solidFill>
                  <a:srgbClr val="0070C0"/>
                </a:solidFill>
              </a:rPr>
              <a:t> </a:t>
            </a:r>
            <a:r>
              <a:rPr lang="en-US" dirty="0" err="1" smtClean="0">
                <a:solidFill>
                  <a:srgbClr val="0070C0"/>
                </a:solidFill>
              </a:rPr>
              <a:t>bản</a:t>
            </a:r>
            <a:r>
              <a:rPr lang="en-US" dirty="0" smtClean="0">
                <a:solidFill>
                  <a:srgbClr val="0070C0"/>
                </a:solidFill>
              </a:rPr>
              <a:t> </a:t>
            </a:r>
            <a:r>
              <a:rPr lang="en-US" dirty="0" err="1" smtClean="0">
                <a:solidFill>
                  <a:srgbClr val="0070C0"/>
                </a:solidFill>
              </a:rPr>
              <a:t>xây</a:t>
            </a:r>
            <a:r>
              <a:rPr lang="en-US" dirty="0" smtClean="0">
                <a:solidFill>
                  <a:srgbClr val="0070C0"/>
                </a:solidFill>
              </a:rPr>
              <a:t> </a:t>
            </a:r>
            <a:r>
              <a:rPr lang="en-US" dirty="0" err="1" smtClean="0">
                <a:solidFill>
                  <a:srgbClr val="0070C0"/>
                </a:solidFill>
              </a:rPr>
              <a:t>dựng</a:t>
            </a:r>
            <a:r>
              <a:rPr lang="en-US" dirty="0" smtClean="0">
                <a:solidFill>
                  <a:srgbClr val="0070C0"/>
                </a:solidFill>
              </a:rPr>
              <a:t> Stack </a:t>
            </a:r>
            <a:r>
              <a:rPr lang="en-US" dirty="0" err="1" smtClean="0">
                <a:solidFill>
                  <a:srgbClr val="0070C0"/>
                </a:solidFill>
              </a:rPr>
              <a:t>dùng</a:t>
            </a:r>
            <a:r>
              <a:rPr lang="en-US" dirty="0" smtClean="0">
                <a:solidFill>
                  <a:srgbClr val="0070C0"/>
                </a:solidFill>
              </a:rPr>
              <a:t> DSLK </a:t>
            </a:r>
            <a:r>
              <a:rPr lang="en-US" dirty="0" err="1" smtClean="0">
                <a:solidFill>
                  <a:srgbClr val="0070C0"/>
                </a:solidFill>
              </a:rPr>
              <a:t>đơn</a:t>
            </a:r>
            <a:endParaRPr lang="en-US" dirty="0">
              <a:solidFill>
                <a:srgbClr val="0070C0"/>
              </a:solidFill>
            </a:endParaRPr>
          </a:p>
        </p:txBody>
      </p:sp>
    </p:spTree>
    <p:extLst>
      <p:ext uri="{BB962C8B-B14F-4D97-AF65-F5344CB8AC3E}">
        <p14:creationId xmlns:p14="http://schemas.microsoft.com/office/powerpoint/2010/main" val="9887411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779647" y="437220"/>
            <a:ext cx="10058400" cy="759871"/>
          </a:xfrm>
        </p:spPr>
        <p:txBody>
          <a:bodyPr/>
          <a:lstStyle/>
          <a:p>
            <a:r>
              <a:rPr lang="en-US" dirty="0" err="1" smtClean="0">
                <a:solidFill>
                  <a:srgbClr val="0070C0"/>
                </a:solidFill>
              </a:rPr>
              <a:t>Bài</a:t>
            </a:r>
            <a:r>
              <a:rPr lang="en-US" dirty="0" smtClean="0">
                <a:solidFill>
                  <a:srgbClr val="0070C0"/>
                </a:solidFill>
              </a:rPr>
              <a:t> </a:t>
            </a:r>
            <a:r>
              <a:rPr lang="en-US" dirty="0" err="1" smtClean="0">
                <a:solidFill>
                  <a:srgbClr val="0070C0"/>
                </a:solidFill>
              </a:rPr>
              <a:t>tập</a:t>
            </a:r>
            <a:r>
              <a:rPr lang="en-US" dirty="0" smtClean="0">
                <a:solidFill>
                  <a:srgbClr val="0070C0"/>
                </a:solidFill>
              </a:rPr>
              <a:t> Stack</a:t>
            </a:r>
            <a:endParaRPr lang="en-US" dirty="0">
              <a:solidFill>
                <a:srgbClr val="0070C0"/>
              </a:solidFill>
            </a:endParaRPr>
          </a:p>
        </p:txBody>
      </p:sp>
      <p:sp>
        <p:nvSpPr>
          <p:cNvPr id="3" name="Content Placeholder 2"/>
          <p:cNvSpPr>
            <a:spLocks noGrp="1"/>
          </p:cNvSpPr>
          <p:nvPr>
            <p:ph idx="1"/>
          </p:nvPr>
        </p:nvSpPr>
        <p:spPr>
          <a:xfrm>
            <a:off x="490888" y="1316036"/>
            <a:ext cx="11348186" cy="2120183"/>
          </a:xfrm>
        </p:spPr>
        <p:txBody>
          <a:bodyPr>
            <a:noAutofit/>
          </a:bodyPr>
          <a:lstStyle/>
          <a:p>
            <a:pPr marL="0" indent="0">
              <a:lnSpc>
                <a:spcPct val="150000"/>
              </a:lnSpc>
              <a:spcBef>
                <a:spcPts val="0"/>
              </a:spcBef>
              <a:spcAft>
                <a:spcPts val="0"/>
              </a:spcAft>
              <a:buNone/>
            </a:pPr>
            <a:r>
              <a:rPr lang="en-US" sz="2400" b="1" dirty="0" err="1" smtClean="0"/>
              <a:t>Bài</a:t>
            </a:r>
            <a:r>
              <a:rPr lang="en-US" sz="2400" b="1" dirty="0" smtClean="0"/>
              <a:t> 1. </a:t>
            </a:r>
            <a:r>
              <a:rPr lang="en-US" sz="2400" dirty="0" smtClean="0"/>
              <a:t>SV </a:t>
            </a:r>
            <a:r>
              <a:rPr lang="en-US" sz="2400" dirty="0" err="1" smtClean="0"/>
              <a:t>cài</a:t>
            </a:r>
            <a:r>
              <a:rPr lang="en-US" sz="2400" dirty="0" smtClean="0"/>
              <a:t> </a:t>
            </a:r>
            <a:r>
              <a:rPr lang="en-US" sz="2400" dirty="0" err="1" smtClean="0"/>
              <a:t>đặt</a:t>
            </a:r>
            <a:r>
              <a:rPr lang="en-US" sz="2400" dirty="0" smtClean="0"/>
              <a:t> </a:t>
            </a:r>
            <a:r>
              <a:rPr lang="en-US" sz="2400" dirty="0" err="1" smtClean="0"/>
              <a:t>các</a:t>
            </a:r>
            <a:r>
              <a:rPr lang="en-US" sz="2400" dirty="0" smtClean="0"/>
              <a:t> </a:t>
            </a:r>
            <a:r>
              <a:rPr lang="en-US" sz="2400" dirty="0" err="1" smtClean="0"/>
              <a:t>thao</a:t>
            </a:r>
            <a:r>
              <a:rPr lang="en-US" sz="2400" dirty="0" smtClean="0"/>
              <a:t> </a:t>
            </a:r>
            <a:r>
              <a:rPr lang="en-US" sz="2400" dirty="0" err="1" smtClean="0"/>
              <a:t>tác</a:t>
            </a:r>
            <a:r>
              <a:rPr lang="en-US" sz="2400" dirty="0" smtClean="0"/>
              <a:t> </a:t>
            </a:r>
            <a:r>
              <a:rPr lang="en-US" sz="2400" dirty="0" err="1" smtClean="0"/>
              <a:t>còn</a:t>
            </a:r>
            <a:r>
              <a:rPr lang="en-US" sz="2400" dirty="0" smtClean="0"/>
              <a:t> </a:t>
            </a:r>
            <a:r>
              <a:rPr lang="en-US" sz="2400" dirty="0" err="1" smtClean="0"/>
              <a:t>lại</a:t>
            </a:r>
            <a:r>
              <a:rPr lang="en-US" sz="2400" dirty="0" smtClean="0"/>
              <a:t> </a:t>
            </a:r>
            <a:r>
              <a:rPr lang="en-US" sz="2400" dirty="0" err="1" smtClean="0"/>
              <a:t>của</a:t>
            </a:r>
            <a:r>
              <a:rPr lang="en-US" sz="2400" dirty="0" smtClean="0"/>
              <a:t> Stack</a:t>
            </a:r>
          </a:p>
          <a:p>
            <a:pPr marL="0" indent="0">
              <a:lnSpc>
                <a:spcPct val="150000"/>
              </a:lnSpc>
              <a:spcBef>
                <a:spcPts val="0"/>
              </a:spcBef>
              <a:spcAft>
                <a:spcPts val="0"/>
              </a:spcAft>
              <a:buNone/>
            </a:pPr>
            <a:r>
              <a:rPr lang="en-US" sz="2400" smtClean="0"/>
              <a:t>	Dùng </a:t>
            </a:r>
            <a:r>
              <a:rPr lang="en-US" sz="2400" dirty="0" smtClean="0"/>
              <a:t>Stack </a:t>
            </a:r>
            <a:r>
              <a:rPr lang="en-US" sz="2400" dirty="0" err="1" smtClean="0"/>
              <a:t>hỗ</a:t>
            </a:r>
            <a:r>
              <a:rPr lang="en-US" sz="2400" dirty="0" smtClean="0"/>
              <a:t> </a:t>
            </a:r>
            <a:r>
              <a:rPr lang="en-US" sz="2400" dirty="0" err="1" smtClean="0"/>
              <a:t>trợ</a:t>
            </a:r>
            <a:r>
              <a:rPr lang="en-US" sz="2400" dirty="0" smtClean="0"/>
              <a:t> </a:t>
            </a:r>
            <a:r>
              <a:rPr lang="en-US" sz="2400" dirty="0" err="1" smtClean="0"/>
              <a:t>chuyển</a:t>
            </a:r>
            <a:r>
              <a:rPr lang="en-US" sz="2400" dirty="0" smtClean="0"/>
              <a:t> </a:t>
            </a:r>
            <a:r>
              <a:rPr lang="en-US" sz="2400" dirty="0" err="1" smtClean="0"/>
              <a:t>đổi</a:t>
            </a:r>
            <a:r>
              <a:rPr lang="en-US" sz="2400" dirty="0" smtClean="0"/>
              <a:t> </a:t>
            </a:r>
            <a:r>
              <a:rPr lang="en-US" sz="2400" dirty="0" err="1" smtClean="0"/>
              <a:t>cơ</a:t>
            </a:r>
            <a:r>
              <a:rPr lang="en-US" sz="2400" dirty="0" smtClean="0"/>
              <a:t> </a:t>
            </a:r>
            <a:r>
              <a:rPr lang="en-US" sz="2400" dirty="0" err="1" smtClean="0"/>
              <a:t>số</a:t>
            </a:r>
            <a:r>
              <a:rPr lang="en-US" sz="2400" dirty="0"/>
              <a:t> </a:t>
            </a:r>
            <a:r>
              <a:rPr lang="en-US" sz="2400" dirty="0" smtClean="0"/>
              <a:t>(</a:t>
            </a:r>
            <a:r>
              <a:rPr lang="en-US" sz="2400" dirty="0" err="1" smtClean="0"/>
              <a:t>từ</a:t>
            </a:r>
            <a:r>
              <a:rPr lang="en-US" sz="2400" dirty="0" smtClean="0"/>
              <a:t> </a:t>
            </a:r>
            <a:r>
              <a:rPr lang="en-US" sz="2400" dirty="0" err="1" smtClean="0"/>
              <a:t>hệ</a:t>
            </a:r>
            <a:r>
              <a:rPr lang="en-US" sz="2400" dirty="0" smtClean="0"/>
              <a:t> 10 sang </a:t>
            </a:r>
            <a:r>
              <a:rPr lang="en-US" sz="2400" dirty="0" err="1" smtClean="0"/>
              <a:t>hệ</a:t>
            </a:r>
            <a:r>
              <a:rPr lang="en-US" sz="2400" dirty="0" smtClean="0"/>
              <a:t> 2, 8, 16) </a:t>
            </a:r>
          </a:p>
          <a:p>
            <a:pPr marL="0" indent="0">
              <a:lnSpc>
                <a:spcPct val="150000"/>
              </a:lnSpc>
              <a:spcBef>
                <a:spcPts val="0"/>
              </a:spcBef>
              <a:spcAft>
                <a:spcPts val="0"/>
              </a:spcAft>
              <a:buNone/>
            </a:pPr>
            <a:r>
              <a:rPr lang="en-US" sz="2400" dirty="0"/>
              <a:t>	</a:t>
            </a:r>
            <a:r>
              <a:rPr lang="en-US" sz="2400" i="1" dirty="0" smtClean="0">
                <a:sym typeface="Wingdings" panose="05000000000000000000" pitchFamily="2" charset="2"/>
              </a:rPr>
              <a:t> </a:t>
            </a:r>
            <a:r>
              <a:rPr lang="en-US" sz="2400" i="1" dirty="0" err="1" smtClean="0"/>
              <a:t>gợi</a:t>
            </a:r>
            <a:r>
              <a:rPr lang="en-US" sz="2400" i="1" dirty="0" smtClean="0"/>
              <a:t> ý ở </a:t>
            </a:r>
            <a:r>
              <a:rPr lang="en-US" sz="2400" i="1" dirty="0" err="1" smtClean="0"/>
              <a:t>các</a:t>
            </a:r>
            <a:r>
              <a:rPr lang="en-US" sz="2400" i="1" dirty="0" smtClean="0"/>
              <a:t> slide </a:t>
            </a:r>
            <a:r>
              <a:rPr lang="en-US" sz="2400" i="1" dirty="0" err="1" smtClean="0"/>
              <a:t>tiếp</a:t>
            </a:r>
            <a:r>
              <a:rPr lang="en-US" sz="2400" i="1" dirty="0" smtClean="0"/>
              <a:t> </a:t>
            </a:r>
            <a:r>
              <a:rPr lang="en-US" sz="2400" i="1" dirty="0" err="1" smtClean="0"/>
              <a:t>theo</a:t>
            </a:r>
            <a:endParaRPr lang="en-US" sz="2400" i="1" dirty="0" smtClean="0"/>
          </a:p>
          <a:p>
            <a:pPr marL="0" indent="0">
              <a:lnSpc>
                <a:spcPct val="150000"/>
              </a:lnSpc>
              <a:spcBef>
                <a:spcPts val="0"/>
              </a:spcBef>
              <a:spcAft>
                <a:spcPts val="0"/>
              </a:spcAft>
              <a:buNone/>
            </a:pPr>
            <a:endParaRPr lang="en-US" sz="2400" dirty="0" smtClean="0"/>
          </a:p>
          <a:p>
            <a:pPr marL="457200" indent="-457200">
              <a:lnSpc>
                <a:spcPct val="150000"/>
              </a:lnSpc>
              <a:spcBef>
                <a:spcPts val="0"/>
              </a:spcBef>
              <a:spcAft>
                <a:spcPts val="0"/>
              </a:spcAft>
              <a:buFont typeface="+mj-lt"/>
              <a:buAutoNum type="arabicPeriod"/>
            </a:pPr>
            <a:endParaRPr lang="en-US" sz="2400" dirty="0"/>
          </a:p>
        </p:txBody>
      </p:sp>
      <p:sp>
        <p:nvSpPr>
          <p:cNvPr id="5" name="Slide Number Placeholder 4"/>
          <p:cNvSpPr>
            <a:spLocks noGrp="1"/>
          </p:cNvSpPr>
          <p:nvPr>
            <p:ph type="sldNum" sz="quarter" idx="12"/>
          </p:nvPr>
        </p:nvSpPr>
        <p:spPr/>
        <p:txBody>
          <a:bodyPr/>
          <a:lstStyle/>
          <a:p>
            <a:fld id="{B24627E5-2E3F-4AE1-995E-77E2B7EB78DF}" type="slidenum">
              <a:rPr lang="en-US" smtClean="0"/>
              <a:t>8</a:t>
            </a:fld>
            <a:endParaRPr lang="en-US"/>
          </a:p>
        </p:txBody>
      </p:sp>
    </p:spTree>
    <p:extLst>
      <p:ext uri="{BB962C8B-B14F-4D97-AF65-F5344CB8AC3E}">
        <p14:creationId xmlns:p14="http://schemas.microsoft.com/office/powerpoint/2010/main" val="41800606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A02D9-CAE4-4EEC-A3E6-EF4B7852834D}"/>
              </a:ext>
            </a:extLst>
          </p:cNvPr>
          <p:cNvSpPr>
            <a:spLocks noGrp="1"/>
          </p:cNvSpPr>
          <p:nvPr>
            <p:ph type="title"/>
          </p:nvPr>
        </p:nvSpPr>
        <p:spPr>
          <a:xfrm>
            <a:off x="490888" y="325106"/>
            <a:ext cx="10058400" cy="759871"/>
          </a:xfrm>
        </p:spPr>
        <p:txBody>
          <a:bodyPr>
            <a:normAutofit/>
          </a:bodyPr>
          <a:lstStyle/>
          <a:p>
            <a:r>
              <a:rPr lang="en-US" sz="3200" dirty="0" err="1" smtClean="0">
                <a:solidFill>
                  <a:srgbClr val="0070C0"/>
                </a:solidFill>
              </a:rPr>
              <a:t>Bài</a:t>
            </a:r>
            <a:r>
              <a:rPr lang="en-US" sz="3200" dirty="0" smtClean="0">
                <a:solidFill>
                  <a:srgbClr val="0070C0"/>
                </a:solidFill>
              </a:rPr>
              <a:t> </a:t>
            </a:r>
            <a:r>
              <a:rPr lang="en-US" sz="3200" err="1" smtClean="0">
                <a:solidFill>
                  <a:srgbClr val="0070C0"/>
                </a:solidFill>
              </a:rPr>
              <a:t>tập</a:t>
            </a:r>
            <a:r>
              <a:rPr lang="en-US" sz="3200" smtClean="0">
                <a:solidFill>
                  <a:srgbClr val="0070C0"/>
                </a:solidFill>
              </a:rPr>
              <a:t> 1. </a:t>
            </a:r>
            <a:r>
              <a:rPr lang="en-US" sz="3200" dirty="0" err="1" smtClean="0">
                <a:solidFill>
                  <a:srgbClr val="0070C0"/>
                </a:solidFill>
              </a:rPr>
              <a:t>Đổi</a:t>
            </a:r>
            <a:r>
              <a:rPr lang="en-US" sz="3200" dirty="0" smtClean="0">
                <a:solidFill>
                  <a:srgbClr val="0070C0"/>
                </a:solidFill>
              </a:rPr>
              <a:t> </a:t>
            </a:r>
            <a:r>
              <a:rPr lang="en-US" sz="3200" dirty="0" err="1">
                <a:solidFill>
                  <a:srgbClr val="0070C0"/>
                </a:solidFill>
              </a:rPr>
              <a:t>cơ</a:t>
            </a:r>
            <a:r>
              <a:rPr lang="en-US" sz="3200" dirty="0">
                <a:solidFill>
                  <a:srgbClr val="0070C0"/>
                </a:solidFill>
              </a:rPr>
              <a:t> </a:t>
            </a:r>
            <a:r>
              <a:rPr lang="en-US" sz="3200" dirty="0" err="1">
                <a:solidFill>
                  <a:srgbClr val="0070C0"/>
                </a:solidFill>
              </a:rPr>
              <a:t>số</a:t>
            </a:r>
            <a:endParaRPr lang="en-US" sz="4400" dirty="0">
              <a:solidFill>
                <a:srgbClr val="0070C0"/>
              </a:solidFill>
            </a:endParaRPr>
          </a:p>
        </p:txBody>
      </p:sp>
      <p:sp>
        <p:nvSpPr>
          <p:cNvPr id="3" name="Content Placeholder 2">
            <a:extLst>
              <a:ext uri="{FF2B5EF4-FFF2-40B4-BE49-F238E27FC236}">
                <a16:creationId xmlns:a16="http://schemas.microsoft.com/office/drawing/2014/main" id="{8A67ACBE-A0F1-475F-A786-A36BE3E6B9A0}"/>
              </a:ext>
            </a:extLst>
          </p:cNvPr>
          <p:cNvSpPr>
            <a:spLocks noGrp="1"/>
          </p:cNvSpPr>
          <p:nvPr>
            <p:ph idx="1"/>
          </p:nvPr>
        </p:nvSpPr>
        <p:spPr/>
        <p:txBody>
          <a:bodyPr/>
          <a:lstStyle/>
          <a:p>
            <a:r>
              <a:rPr lang="en-US" sz="2400">
                <a:solidFill>
                  <a:schemeClr val="dk1"/>
                </a:solidFill>
                <a:latin typeface="Calibri"/>
                <a:ea typeface="Calibri"/>
                <a:cs typeface="Calibri"/>
                <a:sym typeface="Calibri"/>
              </a:rPr>
              <a:t>Các hệ thống số</a:t>
            </a:r>
            <a:endParaRPr lang="en-US"/>
          </a:p>
          <a:p>
            <a:endParaRPr lang="en-US"/>
          </a:p>
        </p:txBody>
      </p:sp>
      <p:graphicFrame>
        <p:nvGraphicFramePr>
          <p:cNvPr id="6" name="Google Shape;198;p8">
            <a:extLst>
              <a:ext uri="{FF2B5EF4-FFF2-40B4-BE49-F238E27FC236}">
                <a16:creationId xmlns:a16="http://schemas.microsoft.com/office/drawing/2014/main" id="{E785F5EC-B9FC-493C-9CE8-E63009A93584}"/>
              </a:ext>
            </a:extLst>
          </p:cNvPr>
          <p:cNvGraphicFramePr/>
          <p:nvPr>
            <p:extLst>
              <p:ext uri="{D42A27DB-BD31-4B8C-83A1-F6EECF244321}">
                <p14:modId xmlns:p14="http://schemas.microsoft.com/office/powerpoint/2010/main" val="3609991878"/>
              </p:ext>
            </p:extLst>
          </p:nvPr>
        </p:nvGraphicFramePr>
        <p:xfrm>
          <a:off x="4053099" y="1407732"/>
          <a:ext cx="7102581" cy="1981250"/>
        </p:xfrm>
        <a:graphic>
          <a:graphicData uri="http://schemas.openxmlformats.org/drawingml/2006/table">
            <a:tbl>
              <a:tblPr firstRow="1" bandRow="1">
                <a:noFill/>
              </a:tblPr>
              <a:tblGrid>
                <a:gridCol w="1691090">
                  <a:extLst>
                    <a:ext uri="{9D8B030D-6E8A-4147-A177-3AD203B41FA5}">
                      <a16:colId xmlns:a16="http://schemas.microsoft.com/office/drawing/2014/main" val="20000"/>
                    </a:ext>
                  </a:extLst>
                </a:gridCol>
                <a:gridCol w="795953">
                  <a:extLst>
                    <a:ext uri="{9D8B030D-6E8A-4147-A177-3AD203B41FA5}">
                      <a16:colId xmlns:a16="http://schemas.microsoft.com/office/drawing/2014/main" val="20001"/>
                    </a:ext>
                  </a:extLst>
                </a:gridCol>
                <a:gridCol w="4615538">
                  <a:extLst>
                    <a:ext uri="{9D8B030D-6E8A-4147-A177-3AD203B41FA5}">
                      <a16:colId xmlns:a16="http://schemas.microsoft.com/office/drawing/2014/main" val="20002"/>
                    </a:ext>
                  </a:extLst>
                </a:gridCol>
              </a:tblGrid>
              <a:tr h="0">
                <a:tc>
                  <a:txBody>
                    <a:bodyPr/>
                    <a:lstStyle/>
                    <a:p>
                      <a:pPr marL="0" marR="0" lvl="0" indent="0" algn="l" rtl="0">
                        <a:spcBef>
                          <a:spcPts val="0"/>
                        </a:spcBef>
                        <a:spcAft>
                          <a:spcPts val="0"/>
                        </a:spcAft>
                        <a:buNone/>
                      </a:pPr>
                      <a:r>
                        <a:rPr lang="en-US" sz="2000" b="1" u="none" strike="noStrike" cap="none"/>
                        <a:t>Name</a:t>
                      </a:r>
                      <a:endParaRPr sz="2000" b="1"/>
                    </a:p>
                  </a:txBody>
                  <a:tcPr marL="91450" marR="91450" marT="45725" marB="45725" anchor="ctr">
                    <a:solidFill>
                      <a:srgbClr val="FCEEE4"/>
                    </a:solidFill>
                  </a:tcPr>
                </a:tc>
                <a:tc>
                  <a:txBody>
                    <a:bodyPr/>
                    <a:lstStyle/>
                    <a:p>
                      <a:pPr marL="0" marR="0" lvl="0" indent="0" algn="l" rtl="0">
                        <a:spcBef>
                          <a:spcPts val="0"/>
                        </a:spcBef>
                        <a:spcAft>
                          <a:spcPts val="0"/>
                        </a:spcAft>
                        <a:buNone/>
                      </a:pPr>
                      <a:r>
                        <a:rPr lang="en-US" sz="2000" b="1"/>
                        <a:t>Base</a:t>
                      </a:r>
                      <a:endParaRPr sz="2000" b="1"/>
                    </a:p>
                  </a:txBody>
                  <a:tcPr marL="91450" marR="91450" marT="45725" marB="45725" anchor="ctr">
                    <a:solidFill>
                      <a:srgbClr val="FCEEE4"/>
                    </a:solidFill>
                  </a:tcPr>
                </a:tc>
                <a:tc>
                  <a:txBody>
                    <a:bodyPr/>
                    <a:lstStyle/>
                    <a:p>
                      <a:pPr marL="0" marR="0" lvl="0" indent="0" algn="l" rtl="0">
                        <a:spcBef>
                          <a:spcPts val="0"/>
                        </a:spcBef>
                        <a:spcAft>
                          <a:spcPts val="0"/>
                        </a:spcAft>
                        <a:buNone/>
                      </a:pPr>
                      <a:r>
                        <a:rPr lang="en-US" sz="2000" b="1"/>
                        <a:t>Symbols</a:t>
                      </a:r>
                      <a:endParaRPr sz="2000" b="1"/>
                    </a:p>
                  </a:txBody>
                  <a:tcPr marL="91450" marR="91450" marT="45725" marB="45725" anchor="ctr">
                    <a:solidFill>
                      <a:srgbClr val="FCEEE4"/>
                    </a:solidFill>
                  </a:tcPr>
                </a:tc>
                <a:extLst>
                  <a:ext uri="{0D108BD9-81ED-4DB2-BD59-A6C34878D82A}">
                    <a16:rowId xmlns:a16="http://schemas.microsoft.com/office/drawing/2014/main" val="10000"/>
                  </a:ext>
                </a:extLst>
              </a:tr>
              <a:tr h="0">
                <a:tc>
                  <a:txBody>
                    <a:bodyPr/>
                    <a:lstStyle/>
                    <a:p>
                      <a:pPr marL="0" marR="0" lvl="0" indent="0" algn="l" rtl="0">
                        <a:spcBef>
                          <a:spcPts val="0"/>
                        </a:spcBef>
                        <a:spcAft>
                          <a:spcPts val="0"/>
                        </a:spcAft>
                        <a:buNone/>
                      </a:pPr>
                      <a:r>
                        <a:rPr lang="en-US" sz="2000" b="1"/>
                        <a:t>Decimal</a:t>
                      </a:r>
                      <a:endParaRPr sz="2000" b="1"/>
                    </a:p>
                  </a:txBody>
                  <a:tcPr marL="91450" marR="91450" marT="45725" marB="45725"/>
                </a:tc>
                <a:tc>
                  <a:txBody>
                    <a:bodyPr/>
                    <a:lstStyle/>
                    <a:p>
                      <a:pPr marL="0" marR="0" lvl="0" indent="0" algn="l" rtl="0">
                        <a:spcBef>
                          <a:spcPts val="0"/>
                        </a:spcBef>
                        <a:spcAft>
                          <a:spcPts val="0"/>
                        </a:spcAft>
                        <a:buNone/>
                      </a:pPr>
                      <a:r>
                        <a:rPr lang="en-US" sz="2000" b="1"/>
                        <a:t>10</a:t>
                      </a:r>
                      <a:endParaRPr sz="2000" b="1"/>
                    </a:p>
                  </a:txBody>
                  <a:tcPr marL="91450" marR="91450" marT="45725" marB="45725"/>
                </a:tc>
                <a:tc>
                  <a:txBody>
                    <a:bodyPr/>
                    <a:lstStyle/>
                    <a:p>
                      <a:pPr marL="0" marR="0" lvl="0" indent="0" algn="l" rtl="0">
                        <a:spcBef>
                          <a:spcPts val="0"/>
                        </a:spcBef>
                        <a:spcAft>
                          <a:spcPts val="0"/>
                        </a:spcAft>
                        <a:buNone/>
                      </a:pPr>
                      <a:r>
                        <a:rPr lang="en-US" sz="2000" b="1">
                          <a:solidFill>
                            <a:schemeClr val="dk1"/>
                          </a:solidFill>
                        </a:rPr>
                        <a:t>0, 1, 2, 3, 4, 5, 6, 7, 8, 9</a:t>
                      </a:r>
                      <a:endParaRPr sz="2000" b="1"/>
                    </a:p>
                  </a:txBody>
                  <a:tcPr marL="91450" marR="91450" marT="45725" marB="45725"/>
                </a:tc>
                <a:extLst>
                  <a:ext uri="{0D108BD9-81ED-4DB2-BD59-A6C34878D82A}">
                    <a16:rowId xmlns:a16="http://schemas.microsoft.com/office/drawing/2014/main" val="10001"/>
                  </a:ext>
                </a:extLst>
              </a:tr>
              <a:tr h="0">
                <a:tc>
                  <a:txBody>
                    <a:bodyPr/>
                    <a:lstStyle/>
                    <a:p>
                      <a:pPr marL="0" marR="0" lvl="0" indent="0" algn="l" rtl="0">
                        <a:spcBef>
                          <a:spcPts val="0"/>
                        </a:spcBef>
                        <a:spcAft>
                          <a:spcPts val="0"/>
                        </a:spcAft>
                        <a:buNone/>
                      </a:pPr>
                      <a:r>
                        <a:rPr lang="en-US" sz="2000" b="1"/>
                        <a:t>Binary</a:t>
                      </a:r>
                      <a:endParaRPr sz="2000" b="1"/>
                    </a:p>
                  </a:txBody>
                  <a:tcPr marL="91450" marR="91450" marT="45725" marB="45725"/>
                </a:tc>
                <a:tc>
                  <a:txBody>
                    <a:bodyPr/>
                    <a:lstStyle/>
                    <a:p>
                      <a:pPr marL="0" marR="0" lvl="0" indent="0" algn="l" rtl="0">
                        <a:spcBef>
                          <a:spcPts val="0"/>
                        </a:spcBef>
                        <a:spcAft>
                          <a:spcPts val="0"/>
                        </a:spcAft>
                        <a:buNone/>
                      </a:pPr>
                      <a:r>
                        <a:rPr lang="en-US" sz="2000" b="1"/>
                        <a:t>2</a:t>
                      </a:r>
                      <a:endParaRPr sz="2000" b="1"/>
                    </a:p>
                  </a:txBody>
                  <a:tcPr marL="91450" marR="91450" marT="45725" marB="45725"/>
                </a:tc>
                <a:tc>
                  <a:txBody>
                    <a:bodyPr/>
                    <a:lstStyle/>
                    <a:p>
                      <a:pPr marL="0" marR="0" lvl="0" indent="0" algn="l" rtl="0">
                        <a:spcBef>
                          <a:spcPts val="0"/>
                        </a:spcBef>
                        <a:spcAft>
                          <a:spcPts val="0"/>
                        </a:spcAft>
                        <a:buNone/>
                      </a:pPr>
                      <a:r>
                        <a:rPr lang="en-US" sz="2000" b="1">
                          <a:solidFill>
                            <a:schemeClr val="dk1"/>
                          </a:solidFill>
                        </a:rPr>
                        <a:t>0, 1</a:t>
                      </a:r>
                      <a:endParaRPr sz="2000" b="1"/>
                    </a:p>
                  </a:txBody>
                  <a:tcPr marL="91450" marR="91450" marT="45725" marB="45725"/>
                </a:tc>
                <a:extLst>
                  <a:ext uri="{0D108BD9-81ED-4DB2-BD59-A6C34878D82A}">
                    <a16:rowId xmlns:a16="http://schemas.microsoft.com/office/drawing/2014/main" val="10002"/>
                  </a:ext>
                </a:extLst>
              </a:tr>
              <a:tr h="0">
                <a:tc>
                  <a:txBody>
                    <a:bodyPr/>
                    <a:lstStyle/>
                    <a:p>
                      <a:pPr marL="0" marR="0" lvl="0" indent="0" algn="l" rtl="0">
                        <a:spcBef>
                          <a:spcPts val="0"/>
                        </a:spcBef>
                        <a:spcAft>
                          <a:spcPts val="0"/>
                        </a:spcAft>
                        <a:buNone/>
                      </a:pPr>
                      <a:r>
                        <a:rPr lang="en-US" sz="2000" b="1"/>
                        <a:t>Hexadecimal</a:t>
                      </a:r>
                      <a:endParaRPr sz="2000" b="1"/>
                    </a:p>
                  </a:txBody>
                  <a:tcPr marL="91450" marR="91450" marT="45725" marB="45725"/>
                </a:tc>
                <a:tc>
                  <a:txBody>
                    <a:bodyPr/>
                    <a:lstStyle/>
                    <a:p>
                      <a:pPr marL="0" marR="0" lvl="0" indent="0" algn="l" rtl="0">
                        <a:spcBef>
                          <a:spcPts val="0"/>
                        </a:spcBef>
                        <a:spcAft>
                          <a:spcPts val="0"/>
                        </a:spcAft>
                        <a:buNone/>
                      </a:pPr>
                      <a:r>
                        <a:rPr lang="en-US" sz="2000" b="1"/>
                        <a:t>16</a:t>
                      </a:r>
                      <a:endParaRPr sz="2000" b="1"/>
                    </a:p>
                  </a:txBody>
                  <a:tcPr marL="91450" marR="91450" marT="45725" marB="45725"/>
                </a:tc>
                <a:tc>
                  <a:txBody>
                    <a:bodyPr/>
                    <a:lstStyle/>
                    <a:p>
                      <a:pPr marL="0" marR="0" lvl="0" indent="0" algn="l" rtl="0">
                        <a:spcBef>
                          <a:spcPts val="0"/>
                        </a:spcBef>
                        <a:spcAft>
                          <a:spcPts val="0"/>
                        </a:spcAft>
                        <a:buNone/>
                      </a:pPr>
                      <a:r>
                        <a:rPr lang="en-US" sz="2000" b="1">
                          <a:solidFill>
                            <a:schemeClr val="dk1"/>
                          </a:solidFill>
                        </a:rPr>
                        <a:t>0, 1, 2, 3, 4, 5, 6, 7, 8, 9, A, B, C, D, E, F</a:t>
                      </a:r>
                      <a:endParaRPr sz="2000" b="1"/>
                    </a:p>
                  </a:txBody>
                  <a:tcPr marL="91450" marR="91450" marT="45725" marB="45725"/>
                </a:tc>
                <a:extLst>
                  <a:ext uri="{0D108BD9-81ED-4DB2-BD59-A6C34878D82A}">
                    <a16:rowId xmlns:a16="http://schemas.microsoft.com/office/drawing/2014/main" val="10003"/>
                  </a:ext>
                </a:extLst>
              </a:tr>
              <a:tr h="0">
                <a:tc>
                  <a:txBody>
                    <a:bodyPr/>
                    <a:lstStyle/>
                    <a:p>
                      <a:pPr marL="0" marR="0" lvl="0" indent="0" algn="l" rtl="0">
                        <a:spcBef>
                          <a:spcPts val="0"/>
                        </a:spcBef>
                        <a:spcAft>
                          <a:spcPts val="0"/>
                        </a:spcAft>
                        <a:buNone/>
                      </a:pPr>
                      <a:r>
                        <a:rPr lang="en-US" sz="2000" b="1"/>
                        <a:t>Octal</a:t>
                      </a:r>
                      <a:endParaRPr sz="2000" b="1"/>
                    </a:p>
                  </a:txBody>
                  <a:tcPr marL="91450" marR="91450" marT="45725" marB="45725"/>
                </a:tc>
                <a:tc>
                  <a:txBody>
                    <a:bodyPr/>
                    <a:lstStyle/>
                    <a:p>
                      <a:pPr marL="0" marR="0" lvl="0" indent="0" algn="l" rtl="0">
                        <a:spcBef>
                          <a:spcPts val="0"/>
                        </a:spcBef>
                        <a:spcAft>
                          <a:spcPts val="0"/>
                        </a:spcAft>
                        <a:buNone/>
                      </a:pPr>
                      <a:r>
                        <a:rPr lang="en-US" sz="2000" b="1"/>
                        <a:t>8</a:t>
                      </a:r>
                      <a:endParaRPr sz="2000" b="1"/>
                    </a:p>
                  </a:txBody>
                  <a:tcPr marL="91450" marR="91450" marT="45725" marB="45725"/>
                </a:tc>
                <a:tc>
                  <a:txBody>
                    <a:bodyPr/>
                    <a:lstStyle/>
                    <a:p>
                      <a:pPr marL="0" marR="0" lvl="0" indent="0" algn="l" rtl="0">
                        <a:spcBef>
                          <a:spcPts val="0"/>
                        </a:spcBef>
                        <a:spcAft>
                          <a:spcPts val="0"/>
                        </a:spcAft>
                        <a:buNone/>
                      </a:pPr>
                      <a:r>
                        <a:rPr lang="en-US" sz="2000" b="1" dirty="0">
                          <a:solidFill>
                            <a:schemeClr val="dk1"/>
                          </a:solidFill>
                        </a:rPr>
                        <a:t>0, 1, 2, 3, 4, 5, 6, 7</a:t>
                      </a:r>
                      <a:endParaRPr sz="2000" b="1" dirty="0"/>
                    </a:p>
                  </a:txBody>
                  <a:tcPr marL="91450" marR="91450" marT="45725" marB="45725"/>
                </a:tc>
                <a:extLst>
                  <a:ext uri="{0D108BD9-81ED-4DB2-BD59-A6C34878D82A}">
                    <a16:rowId xmlns:a16="http://schemas.microsoft.com/office/drawing/2014/main" val="10004"/>
                  </a:ext>
                </a:extLst>
              </a:tr>
            </a:tbl>
          </a:graphicData>
        </a:graphic>
      </p:graphicFrame>
      <p:graphicFrame>
        <p:nvGraphicFramePr>
          <p:cNvPr id="8" name="Google Shape;199;p8">
            <a:extLst>
              <a:ext uri="{FF2B5EF4-FFF2-40B4-BE49-F238E27FC236}">
                <a16:creationId xmlns:a16="http://schemas.microsoft.com/office/drawing/2014/main" id="{575870E0-AAC3-4E22-9DA6-1D681E16DBD7}"/>
              </a:ext>
            </a:extLst>
          </p:cNvPr>
          <p:cNvGraphicFramePr/>
          <p:nvPr>
            <p:extLst>
              <p:ext uri="{D42A27DB-BD31-4B8C-83A1-F6EECF244321}">
                <p14:modId xmlns:p14="http://schemas.microsoft.com/office/powerpoint/2010/main" val="850412719"/>
              </p:ext>
            </p:extLst>
          </p:nvPr>
        </p:nvGraphicFramePr>
        <p:xfrm>
          <a:off x="1905632" y="3856156"/>
          <a:ext cx="9615807" cy="2103170"/>
        </p:xfrm>
        <a:graphic>
          <a:graphicData uri="http://schemas.openxmlformats.org/drawingml/2006/table">
            <a:tbl>
              <a:tblPr>
                <a:noFill/>
              </a:tblPr>
              <a:tblGrid>
                <a:gridCol w="1505984">
                  <a:extLst>
                    <a:ext uri="{9D8B030D-6E8A-4147-A177-3AD203B41FA5}">
                      <a16:colId xmlns:a16="http://schemas.microsoft.com/office/drawing/2014/main" val="20000"/>
                    </a:ext>
                  </a:extLst>
                </a:gridCol>
                <a:gridCol w="743539">
                  <a:extLst>
                    <a:ext uri="{9D8B030D-6E8A-4147-A177-3AD203B41FA5}">
                      <a16:colId xmlns:a16="http://schemas.microsoft.com/office/drawing/2014/main" val="20001"/>
                    </a:ext>
                  </a:extLst>
                </a:gridCol>
                <a:gridCol w="788921">
                  <a:extLst>
                    <a:ext uri="{9D8B030D-6E8A-4147-A177-3AD203B41FA5}">
                      <a16:colId xmlns:a16="http://schemas.microsoft.com/office/drawing/2014/main" val="20002"/>
                    </a:ext>
                  </a:extLst>
                </a:gridCol>
                <a:gridCol w="3319121">
                  <a:extLst>
                    <a:ext uri="{9D8B030D-6E8A-4147-A177-3AD203B41FA5}">
                      <a16:colId xmlns:a16="http://schemas.microsoft.com/office/drawing/2014/main" val="20003"/>
                    </a:ext>
                  </a:extLst>
                </a:gridCol>
                <a:gridCol w="3258242">
                  <a:extLst>
                    <a:ext uri="{9D8B030D-6E8A-4147-A177-3AD203B41FA5}">
                      <a16:colId xmlns:a16="http://schemas.microsoft.com/office/drawing/2014/main" val="20004"/>
                    </a:ext>
                  </a:extLst>
                </a:gridCol>
              </a:tblGrid>
              <a:tr h="228600">
                <a:tc>
                  <a:txBody>
                    <a:bodyPr/>
                    <a:lstStyle/>
                    <a:p>
                      <a:pPr marL="0" marR="0" lvl="0" indent="0" algn="l" rtl="0">
                        <a:spcBef>
                          <a:spcPts val="0"/>
                        </a:spcBef>
                        <a:spcAft>
                          <a:spcPts val="0"/>
                        </a:spcAft>
                        <a:buNone/>
                      </a:pPr>
                      <a:r>
                        <a:rPr lang="en-US" sz="1800" b="1"/>
                        <a:t>System</a:t>
                      </a:r>
                      <a:endParaRPr sz="1800" b="1"/>
                    </a:p>
                  </a:txBody>
                  <a:tcPr marL="91450" marR="91450" marT="45725" marB="45725" anchor="ctr">
                    <a:solidFill>
                      <a:srgbClr val="FCEEE4"/>
                    </a:solidFill>
                  </a:tcPr>
                </a:tc>
                <a:tc>
                  <a:txBody>
                    <a:bodyPr/>
                    <a:lstStyle/>
                    <a:p>
                      <a:pPr marL="0" marR="0" lvl="0" indent="0" algn="l" rtl="0">
                        <a:spcBef>
                          <a:spcPts val="0"/>
                        </a:spcBef>
                        <a:spcAft>
                          <a:spcPts val="0"/>
                        </a:spcAft>
                        <a:buNone/>
                      </a:pPr>
                      <a:r>
                        <a:rPr lang="en-US" sz="1800" b="1"/>
                        <a:t>Base</a:t>
                      </a:r>
                      <a:endParaRPr sz="1800" b="1"/>
                    </a:p>
                  </a:txBody>
                  <a:tcPr marL="91450" marR="91450" marT="45725" marB="45725" anchor="ctr">
                    <a:solidFill>
                      <a:srgbClr val="FCEEE4"/>
                    </a:solidFill>
                  </a:tcPr>
                </a:tc>
                <a:tc>
                  <a:txBody>
                    <a:bodyPr/>
                    <a:lstStyle/>
                    <a:p>
                      <a:pPr marL="0" marR="0" lvl="0" indent="0" algn="l" rtl="0">
                        <a:spcBef>
                          <a:spcPts val="0"/>
                        </a:spcBef>
                        <a:spcAft>
                          <a:spcPts val="0"/>
                        </a:spcAft>
                        <a:buNone/>
                      </a:pPr>
                      <a:r>
                        <a:rPr lang="en-US" sz="1800" b="1"/>
                        <a:t>Value</a:t>
                      </a:r>
                      <a:endParaRPr sz="1800" b="1"/>
                    </a:p>
                  </a:txBody>
                  <a:tcPr marL="91450" marR="91450" marT="45725" marB="45725" anchor="ctr">
                    <a:solidFill>
                      <a:srgbClr val="FCEEE4"/>
                    </a:solidFill>
                  </a:tcPr>
                </a:tc>
                <a:tc>
                  <a:txBody>
                    <a:bodyPr/>
                    <a:lstStyle/>
                    <a:p>
                      <a:pPr marL="0" marR="0" lvl="0" indent="0" algn="l" rtl="0">
                        <a:spcBef>
                          <a:spcPts val="0"/>
                        </a:spcBef>
                        <a:spcAft>
                          <a:spcPts val="0"/>
                        </a:spcAft>
                        <a:buNone/>
                      </a:pPr>
                      <a:r>
                        <a:rPr lang="en-US" sz="1800" b="1"/>
                        <a:t>Conversion Formula</a:t>
                      </a:r>
                      <a:endParaRPr sz="1800" b="1"/>
                    </a:p>
                  </a:txBody>
                  <a:tcPr marL="91450" marR="91450" marT="45725" marB="45725" anchor="ctr">
                    <a:solidFill>
                      <a:srgbClr val="FCEEE4"/>
                    </a:solidFill>
                  </a:tcPr>
                </a:tc>
                <a:tc>
                  <a:txBody>
                    <a:bodyPr/>
                    <a:lstStyle/>
                    <a:p>
                      <a:pPr marL="0" marR="0" lvl="0" indent="0" algn="l" rtl="0">
                        <a:spcBef>
                          <a:spcPts val="0"/>
                        </a:spcBef>
                        <a:spcAft>
                          <a:spcPts val="0"/>
                        </a:spcAft>
                        <a:buNone/>
                      </a:pPr>
                      <a:r>
                        <a:rPr lang="en-US" sz="1800" b="1">
                          <a:solidFill>
                            <a:srgbClr val="FF0000"/>
                          </a:solidFill>
                        </a:rPr>
                        <a:t>Decimal Value</a:t>
                      </a:r>
                      <a:endParaRPr sz="1800" b="1"/>
                    </a:p>
                  </a:txBody>
                  <a:tcPr marL="91450" marR="91450" marT="45725" marB="45725" anchor="ctr">
                    <a:solidFill>
                      <a:srgbClr val="FCEEE4"/>
                    </a:solidFill>
                  </a:tcPr>
                </a:tc>
                <a:extLst>
                  <a:ext uri="{0D108BD9-81ED-4DB2-BD59-A6C34878D82A}">
                    <a16:rowId xmlns:a16="http://schemas.microsoft.com/office/drawing/2014/main" val="10000"/>
                  </a:ext>
                </a:extLst>
              </a:tr>
              <a:tr h="228600">
                <a:tc>
                  <a:txBody>
                    <a:bodyPr/>
                    <a:lstStyle/>
                    <a:p>
                      <a:pPr marL="0" marR="0" lvl="0" indent="0" algn="l" rtl="0">
                        <a:spcBef>
                          <a:spcPts val="0"/>
                        </a:spcBef>
                        <a:spcAft>
                          <a:spcPts val="0"/>
                        </a:spcAft>
                        <a:buNone/>
                      </a:pPr>
                      <a:r>
                        <a:rPr lang="en-US" sz="1800" b="1"/>
                        <a:t>Decimal</a:t>
                      </a:r>
                      <a:endParaRPr sz="1800" b="1"/>
                    </a:p>
                  </a:txBody>
                  <a:tcPr marL="91450" marR="91450" marT="45725" marB="45725" anchor="ctr"/>
                </a:tc>
                <a:tc>
                  <a:txBody>
                    <a:bodyPr/>
                    <a:lstStyle/>
                    <a:p>
                      <a:pPr marL="0" marR="0" lvl="0" indent="0" algn="l" rtl="0">
                        <a:spcBef>
                          <a:spcPts val="0"/>
                        </a:spcBef>
                        <a:spcAft>
                          <a:spcPts val="0"/>
                        </a:spcAft>
                        <a:buNone/>
                      </a:pPr>
                      <a:r>
                        <a:rPr lang="en-US" sz="1800" b="1"/>
                        <a:t>10</a:t>
                      </a:r>
                      <a:endParaRPr sz="1800" b="1"/>
                    </a:p>
                  </a:txBody>
                  <a:tcPr marL="91450" marR="91450" marT="45725" marB="45725" anchor="ctr"/>
                </a:tc>
                <a:tc>
                  <a:txBody>
                    <a:bodyPr/>
                    <a:lstStyle/>
                    <a:p>
                      <a:pPr marL="0" marR="0" lvl="0" indent="0" algn="l" rtl="0">
                        <a:spcBef>
                          <a:spcPts val="0"/>
                        </a:spcBef>
                        <a:spcAft>
                          <a:spcPts val="0"/>
                        </a:spcAft>
                        <a:buNone/>
                      </a:pPr>
                      <a:r>
                        <a:rPr lang="en-US" sz="1800" b="1"/>
                        <a:t>104</a:t>
                      </a:r>
                      <a:endParaRPr sz="1800" b="1"/>
                    </a:p>
                  </a:txBody>
                  <a:tcPr marL="91450" marR="91450" marT="45725" marB="45725" anchor="ctr"/>
                </a:tc>
                <a:tc>
                  <a:txBody>
                    <a:bodyPr/>
                    <a:lstStyle/>
                    <a:p>
                      <a:pPr marL="0" marR="0" lvl="0" indent="0" algn="l" rtl="0">
                        <a:spcBef>
                          <a:spcPts val="0"/>
                        </a:spcBef>
                        <a:spcAft>
                          <a:spcPts val="0"/>
                        </a:spcAft>
                        <a:buNone/>
                      </a:pPr>
                      <a:r>
                        <a:rPr lang="en-US" sz="1800" b="1"/>
                        <a:t>1×10</a:t>
                      </a:r>
                      <a:r>
                        <a:rPr lang="en-US" sz="1800" b="1" baseline="30000"/>
                        <a:t>2</a:t>
                      </a:r>
                      <a:r>
                        <a:rPr lang="en-US" sz="1800" b="1"/>
                        <a:t> + 0 × 10</a:t>
                      </a:r>
                      <a:r>
                        <a:rPr lang="en-US" sz="1800" b="1" baseline="30000"/>
                        <a:t>1</a:t>
                      </a:r>
                      <a:r>
                        <a:rPr lang="en-US" sz="1800" b="1"/>
                        <a:t> + 4 × 10</a:t>
                      </a:r>
                      <a:r>
                        <a:rPr lang="en-US" sz="1800" b="1" baseline="30000"/>
                        <a:t>0</a:t>
                      </a:r>
                      <a:endParaRPr sz="1800" b="1"/>
                    </a:p>
                  </a:txBody>
                  <a:tcPr marL="91450" marR="91450" marT="45725" marB="45725" anchor="ctr"/>
                </a:tc>
                <a:tc>
                  <a:txBody>
                    <a:bodyPr/>
                    <a:lstStyle/>
                    <a:p>
                      <a:pPr marL="0" marR="0" lvl="0" indent="0" algn="l" rtl="0">
                        <a:spcBef>
                          <a:spcPts val="0"/>
                        </a:spcBef>
                        <a:spcAft>
                          <a:spcPts val="0"/>
                        </a:spcAft>
                        <a:buNone/>
                      </a:pPr>
                      <a:r>
                        <a:rPr lang="en-US" sz="1800" b="1"/>
                        <a:t>100 + 0 + 4 = 104</a:t>
                      </a:r>
                      <a:endParaRPr sz="1800" b="1"/>
                    </a:p>
                  </a:txBody>
                  <a:tcPr marL="91450" marR="91450" marT="45725" marB="45725" anchor="ctr"/>
                </a:tc>
                <a:extLst>
                  <a:ext uri="{0D108BD9-81ED-4DB2-BD59-A6C34878D82A}">
                    <a16:rowId xmlns:a16="http://schemas.microsoft.com/office/drawing/2014/main" val="10001"/>
                  </a:ext>
                </a:extLst>
              </a:tr>
              <a:tr h="228600">
                <a:tc>
                  <a:txBody>
                    <a:bodyPr/>
                    <a:lstStyle/>
                    <a:p>
                      <a:pPr marL="0" marR="0" lvl="0" indent="0" algn="l" rtl="0">
                        <a:spcBef>
                          <a:spcPts val="0"/>
                        </a:spcBef>
                        <a:spcAft>
                          <a:spcPts val="0"/>
                        </a:spcAft>
                        <a:buNone/>
                      </a:pPr>
                      <a:r>
                        <a:rPr lang="en-US" sz="1800" b="1">
                          <a:solidFill>
                            <a:srgbClr val="FF0000"/>
                          </a:solidFill>
                        </a:rPr>
                        <a:t>Binary</a:t>
                      </a:r>
                      <a:endParaRPr sz="1800" b="1"/>
                    </a:p>
                  </a:txBody>
                  <a:tcPr marL="91450" marR="91450" marT="45725" marB="45725" anchor="ctr"/>
                </a:tc>
                <a:tc>
                  <a:txBody>
                    <a:bodyPr/>
                    <a:lstStyle/>
                    <a:p>
                      <a:pPr marL="0" marR="0" lvl="0" indent="0" algn="l" rtl="0">
                        <a:spcBef>
                          <a:spcPts val="0"/>
                        </a:spcBef>
                        <a:spcAft>
                          <a:spcPts val="0"/>
                        </a:spcAft>
                        <a:buNone/>
                      </a:pPr>
                      <a:r>
                        <a:rPr lang="en-US" sz="1800" b="1"/>
                        <a:t>2</a:t>
                      </a:r>
                      <a:endParaRPr sz="1800" b="1"/>
                    </a:p>
                  </a:txBody>
                  <a:tcPr marL="91450" marR="91450" marT="45725" marB="45725" anchor="ctr"/>
                </a:tc>
                <a:tc>
                  <a:txBody>
                    <a:bodyPr/>
                    <a:lstStyle/>
                    <a:p>
                      <a:pPr marL="0" marR="0" lvl="0" indent="0" algn="l" rtl="0">
                        <a:spcBef>
                          <a:spcPts val="0"/>
                        </a:spcBef>
                        <a:spcAft>
                          <a:spcPts val="0"/>
                        </a:spcAft>
                        <a:buNone/>
                      </a:pPr>
                      <a:r>
                        <a:rPr lang="en-US" sz="1800" b="1"/>
                        <a:t>111</a:t>
                      </a:r>
                      <a:endParaRPr sz="1800" b="1"/>
                    </a:p>
                  </a:txBody>
                  <a:tcPr marL="91450" marR="91450" marT="45725" marB="45725" anchor="ctr"/>
                </a:tc>
                <a:tc>
                  <a:txBody>
                    <a:bodyPr/>
                    <a:lstStyle/>
                    <a:p>
                      <a:pPr marL="0" marR="0" lvl="0" indent="0" algn="l" rtl="0">
                        <a:spcBef>
                          <a:spcPts val="0"/>
                        </a:spcBef>
                        <a:spcAft>
                          <a:spcPts val="0"/>
                        </a:spcAft>
                        <a:buNone/>
                      </a:pPr>
                      <a:r>
                        <a:rPr lang="en-US" sz="1800" b="1"/>
                        <a:t>1 × 2</a:t>
                      </a:r>
                      <a:r>
                        <a:rPr lang="en-US" sz="1800" b="1" baseline="30000"/>
                        <a:t>2</a:t>
                      </a:r>
                      <a:r>
                        <a:rPr lang="en-US" sz="1800" b="1"/>
                        <a:t> + 1 × 2</a:t>
                      </a:r>
                      <a:r>
                        <a:rPr lang="en-US" sz="1800" b="1" baseline="30000"/>
                        <a:t>1</a:t>
                      </a:r>
                      <a:r>
                        <a:rPr lang="en-US" sz="1800" b="1"/>
                        <a:t> + 1 × 2</a:t>
                      </a:r>
                      <a:r>
                        <a:rPr lang="en-US" sz="1800" b="1" baseline="30000"/>
                        <a:t>0</a:t>
                      </a:r>
                      <a:endParaRPr sz="1800" b="1"/>
                    </a:p>
                  </a:txBody>
                  <a:tcPr marL="91450" marR="91450" marT="45725" marB="45725" anchor="ctr"/>
                </a:tc>
                <a:tc>
                  <a:txBody>
                    <a:bodyPr/>
                    <a:lstStyle/>
                    <a:p>
                      <a:pPr marL="0" marR="0" lvl="0" indent="0" algn="l" rtl="0">
                        <a:spcBef>
                          <a:spcPts val="0"/>
                        </a:spcBef>
                        <a:spcAft>
                          <a:spcPts val="0"/>
                        </a:spcAft>
                        <a:buNone/>
                      </a:pPr>
                      <a:r>
                        <a:rPr lang="en-US" sz="1800" b="1"/>
                        <a:t>4 + 2 + 1 = 7</a:t>
                      </a:r>
                      <a:endParaRPr sz="1800" b="1"/>
                    </a:p>
                  </a:txBody>
                  <a:tcPr marL="91450" marR="91450" marT="45725" marB="45725" anchor="ctr"/>
                </a:tc>
                <a:extLst>
                  <a:ext uri="{0D108BD9-81ED-4DB2-BD59-A6C34878D82A}">
                    <a16:rowId xmlns:a16="http://schemas.microsoft.com/office/drawing/2014/main" val="10002"/>
                  </a:ext>
                </a:extLst>
              </a:tr>
              <a:tr h="228600">
                <a:tc>
                  <a:txBody>
                    <a:bodyPr/>
                    <a:lstStyle/>
                    <a:p>
                      <a:pPr marL="0" marR="0" lvl="0" indent="0" algn="l" rtl="0">
                        <a:spcBef>
                          <a:spcPts val="0"/>
                        </a:spcBef>
                        <a:spcAft>
                          <a:spcPts val="0"/>
                        </a:spcAft>
                        <a:buNone/>
                      </a:pPr>
                      <a:r>
                        <a:rPr lang="en-US" sz="1800" b="1">
                          <a:solidFill>
                            <a:srgbClr val="FF0000"/>
                          </a:solidFill>
                        </a:rPr>
                        <a:t>Octal</a:t>
                      </a:r>
                      <a:endParaRPr sz="1800" b="1"/>
                    </a:p>
                  </a:txBody>
                  <a:tcPr marL="91450" marR="91450" marT="45725" marB="45725" anchor="ctr"/>
                </a:tc>
                <a:tc>
                  <a:txBody>
                    <a:bodyPr/>
                    <a:lstStyle/>
                    <a:p>
                      <a:pPr marL="0" marR="0" lvl="0" indent="0" algn="l" rtl="0">
                        <a:spcBef>
                          <a:spcPts val="0"/>
                        </a:spcBef>
                        <a:spcAft>
                          <a:spcPts val="0"/>
                        </a:spcAft>
                        <a:buNone/>
                      </a:pPr>
                      <a:r>
                        <a:rPr lang="en-US" sz="1800" b="1"/>
                        <a:t>8</a:t>
                      </a:r>
                      <a:endParaRPr sz="1800" b="1"/>
                    </a:p>
                  </a:txBody>
                  <a:tcPr marL="91450" marR="91450" marT="45725" marB="45725" anchor="ctr"/>
                </a:tc>
                <a:tc>
                  <a:txBody>
                    <a:bodyPr/>
                    <a:lstStyle/>
                    <a:p>
                      <a:pPr marL="0" marR="0" lvl="0" indent="0" algn="l" rtl="0">
                        <a:spcBef>
                          <a:spcPts val="0"/>
                        </a:spcBef>
                        <a:spcAft>
                          <a:spcPts val="0"/>
                        </a:spcAft>
                        <a:buNone/>
                      </a:pPr>
                      <a:r>
                        <a:rPr lang="en-US" sz="1800" b="1"/>
                        <a:t>104</a:t>
                      </a:r>
                      <a:endParaRPr sz="1800" b="1"/>
                    </a:p>
                  </a:txBody>
                  <a:tcPr marL="91450" marR="91450" marT="45725" marB="45725" anchor="ctr"/>
                </a:tc>
                <a:tc>
                  <a:txBody>
                    <a:bodyPr/>
                    <a:lstStyle/>
                    <a:p>
                      <a:pPr marL="0" marR="0" lvl="0" indent="0" algn="l" rtl="0">
                        <a:spcBef>
                          <a:spcPts val="0"/>
                        </a:spcBef>
                        <a:spcAft>
                          <a:spcPts val="0"/>
                        </a:spcAft>
                        <a:buNone/>
                      </a:pPr>
                      <a:r>
                        <a:rPr lang="en-US" sz="1800" b="1"/>
                        <a:t>1 × 8</a:t>
                      </a:r>
                      <a:r>
                        <a:rPr lang="en-US" sz="1800" b="1" baseline="30000"/>
                        <a:t>2</a:t>
                      </a:r>
                      <a:r>
                        <a:rPr lang="en-US" sz="1800" b="1"/>
                        <a:t> + 0 × 8</a:t>
                      </a:r>
                      <a:r>
                        <a:rPr lang="en-US" sz="1800" b="1" baseline="30000"/>
                        <a:t>1</a:t>
                      </a:r>
                      <a:r>
                        <a:rPr lang="en-US" sz="1800" b="1"/>
                        <a:t> + 4 × 8</a:t>
                      </a:r>
                      <a:r>
                        <a:rPr lang="en-US" sz="1800" b="1" baseline="30000"/>
                        <a:t>0</a:t>
                      </a:r>
                      <a:endParaRPr sz="1800" b="1"/>
                    </a:p>
                  </a:txBody>
                  <a:tcPr marL="91450" marR="91450" marT="45725" marB="45725" anchor="ctr"/>
                </a:tc>
                <a:tc>
                  <a:txBody>
                    <a:bodyPr/>
                    <a:lstStyle/>
                    <a:p>
                      <a:pPr marL="0" marR="0" lvl="0" indent="0" algn="l" rtl="0">
                        <a:spcBef>
                          <a:spcPts val="0"/>
                        </a:spcBef>
                        <a:spcAft>
                          <a:spcPts val="0"/>
                        </a:spcAft>
                        <a:buNone/>
                      </a:pPr>
                      <a:r>
                        <a:rPr lang="en-US" sz="1800" b="1"/>
                        <a:t>64 + 0 + 4 = 68</a:t>
                      </a:r>
                      <a:endParaRPr sz="1800" b="1"/>
                    </a:p>
                  </a:txBody>
                  <a:tcPr marL="91450" marR="91450" marT="45725" marB="45725" anchor="ctr"/>
                </a:tc>
                <a:extLst>
                  <a:ext uri="{0D108BD9-81ED-4DB2-BD59-A6C34878D82A}">
                    <a16:rowId xmlns:a16="http://schemas.microsoft.com/office/drawing/2014/main" val="10003"/>
                  </a:ext>
                </a:extLst>
              </a:tr>
              <a:tr h="228600">
                <a:tc>
                  <a:txBody>
                    <a:bodyPr/>
                    <a:lstStyle/>
                    <a:p>
                      <a:pPr marL="0" marR="0" lvl="0" indent="0" algn="l" rtl="0">
                        <a:spcBef>
                          <a:spcPts val="0"/>
                        </a:spcBef>
                        <a:spcAft>
                          <a:spcPts val="0"/>
                        </a:spcAft>
                        <a:buNone/>
                      </a:pPr>
                      <a:r>
                        <a:rPr lang="en-US" sz="1800" b="1">
                          <a:solidFill>
                            <a:srgbClr val="FF0000"/>
                          </a:solidFill>
                        </a:rPr>
                        <a:t>Hexadecimal</a:t>
                      </a:r>
                      <a:endParaRPr sz="1800" b="1"/>
                    </a:p>
                  </a:txBody>
                  <a:tcPr marL="91450" marR="91450" marT="45725" marB="45725" anchor="ctr"/>
                </a:tc>
                <a:tc>
                  <a:txBody>
                    <a:bodyPr/>
                    <a:lstStyle/>
                    <a:p>
                      <a:pPr marL="0" marR="0" lvl="0" indent="0" algn="l" rtl="0">
                        <a:spcBef>
                          <a:spcPts val="0"/>
                        </a:spcBef>
                        <a:spcAft>
                          <a:spcPts val="0"/>
                        </a:spcAft>
                        <a:buNone/>
                      </a:pPr>
                      <a:r>
                        <a:rPr lang="en-US" sz="1800" b="1"/>
                        <a:t>16</a:t>
                      </a:r>
                      <a:endParaRPr sz="1800" b="1"/>
                    </a:p>
                  </a:txBody>
                  <a:tcPr marL="91450" marR="91450" marT="45725" marB="45725" anchor="ctr"/>
                </a:tc>
                <a:tc>
                  <a:txBody>
                    <a:bodyPr/>
                    <a:lstStyle/>
                    <a:p>
                      <a:pPr marL="0" marR="0" lvl="0" indent="0" algn="l" rtl="0">
                        <a:spcBef>
                          <a:spcPts val="0"/>
                        </a:spcBef>
                        <a:spcAft>
                          <a:spcPts val="0"/>
                        </a:spcAft>
                        <a:buNone/>
                      </a:pPr>
                      <a:r>
                        <a:rPr lang="en-US" sz="1800" b="1"/>
                        <a:t>FEC</a:t>
                      </a:r>
                      <a:endParaRPr sz="1800" b="1"/>
                    </a:p>
                  </a:txBody>
                  <a:tcPr marL="91450" marR="91450" marT="45725" marB="45725" anchor="ctr"/>
                </a:tc>
                <a:tc>
                  <a:txBody>
                    <a:bodyPr/>
                    <a:lstStyle/>
                    <a:p>
                      <a:pPr marL="0" marR="0" lvl="0" indent="0" algn="l" rtl="0">
                        <a:spcBef>
                          <a:spcPts val="0"/>
                        </a:spcBef>
                        <a:spcAft>
                          <a:spcPts val="0"/>
                        </a:spcAft>
                        <a:buNone/>
                      </a:pPr>
                      <a:r>
                        <a:rPr lang="en-US" sz="1800" b="1"/>
                        <a:t>F × 16</a:t>
                      </a:r>
                      <a:r>
                        <a:rPr lang="en-US" sz="1800" b="1" baseline="30000"/>
                        <a:t>2</a:t>
                      </a:r>
                      <a:r>
                        <a:rPr lang="en-US" sz="1800" b="1"/>
                        <a:t> + E × 16</a:t>
                      </a:r>
                      <a:r>
                        <a:rPr lang="en-US" sz="1800" b="1" baseline="30000"/>
                        <a:t>1</a:t>
                      </a:r>
                      <a:r>
                        <a:rPr lang="en-US" sz="1800" b="1"/>
                        <a:t> + C × </a:t>
                      </a:r>
                      <a:r>
                        <a:rPr lang="en-US" sz="1800" b="1" smtClean="0"/>
                        <a:t>16</a:t>
                      </a:r>
                      <a:r>
                        <a:rPr lang="en-US" sz="1800" b="1" baseline="30000" smtClean="0"/>
                        <a:t>0</a:t>
                      </a:r>
                      <a:endParaRPr sz="1800" b="1"/>
                    </a:p>
                  </a:txBody>
                  <a:tcPr marL="91450" marR="91450" marT="45725" marB="45725" anchor="ctr"/>
                </a:tc>
                <a:tc>
                  <a:txBody>
                    <a:bodyPr/>
                    <a:lstStyle/>
                    <a:p>
                      <a:pPr marL="0" marR="0" lvl="0" indent="0" algn="l" rtl="0">
                        <a:spcBef>
                          <a:spcPts val="0"/>
                        </a:spcBef>
                        <a:spcAft>
                          <a:spcPts val="0"/>
                        </a:spcAft>
                        <a:buNone/>
                      </a:pPr>
                      <a:r>
                        <a:rPr lang="en-US" sz="1800" b="1"/>
                        <a:t>15 × 256 + 14 × 16 + 12 × 1 </a:t>
                      </a:r>
                      <a:br>
                        <a:rPr lang="en-US" sz="1800" b="1"/>
                      </a:br>
                      <a:r>
                        <a:rPr lang="en-US" sz="1800" b="1"/>
                        <a:t>= 3840 + 224 + 12 = 4076</a:t>
                      </a:r>
                      <a:endParaRPr sz="1800" b="1"/>
                    </a:p>
                  </a:txBody>
                  <a:tcPr marL="91450" marR="91450" marT="45725" marB="45725" anchor="ctr"/>
                </a:tc>
                <a:extLst>
                  <a:ext uri="{0D108BD9-81ED-4DB2-BD59-A6C34878D82A}">
                    <a16:rowId xmlns:a16="http://schemas.microsoft.com/office/drawing/2014/main" val="10004"/>
                  </a:ext>
                </a:extLst>
              </a:tr>
            </a:tbl>
          </a:graphicData>
        </a:graphic>
      </p:graphicFrame>
      <p:sp>
        <p:nvSpPr>
          <p:cNvPr id="9" name="Google Shape;202;p8">
            <a:extLst>
              <a:ext uri="{FF2B5EF4-FFF2-40B4-BE49-F238E27FC236}">
                <a16:creationId xmlns:a16="http://schemas.microsoft.com/office/drawing/2014/main" id="{2D009EC1-C40F-4413-BAEE-37A3B05950EF}"/>
              </a:ext>
            </a:extLst>
          </p:cNvPr>
          <p:cNvSpPr txBox="1"/>
          <p:nvPr/>
        </p:nvSpPr>
        <p:spPr>
          <a:xfrm>
            <a:off x="4839900" y="6088658"/>
            <a:ext cx="3996092" cy="369291"/>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r>
              <a:rPr lang="en-US" b="1" i="1">
                <a:solidFill>
                  <a:srgbClr val="FF0000"/>
                </a:solidFill>
                <a:latin typeface="Arial"/>
                <a:ea typeface="Arial"/>
                <a:cs typeface="Arial"/>
                <a:sym typeface="Arial"/>
              </a:rPr>
              <a:t>a</a:t>
            </a:r>
            <a:r>
              <a:rPr lang="en-US" b="1" i="1" baseline="-25000">
                <a:solidFill>
                  <a:srgbClr val="FF0000"/>
                </a:solidFill>
                <a:latin typeface="Arial"/>
                <a:ea typeface="Arial"/>
                <a:cs typeface="Arial"/>
                <a:sym typeface="Arial"/>
              </a:rPr>
              <a:t>k</a:t>
            </a:r>
            <a:r>
              <a:rPr lang="en-US" b="1" i="1">
                <a:solidFill>
                  <a:srgbClr val="FF0000"/>
                </a:solidFill>
                <a:latin typeface="Arial"/>
                <a:ea typeface="Arial"/>
                <a:cs typeface="Arial"/>
                <a:sym typeface="Arial"/>
              </a:rPr>
              <a:t>b</a:t>
            </a:r>
            <a:r>
              <a:rPr lang="en-US" b="1" i="1" baseline="30000">
                <a:solidFill>
                  <a:srgbClr val="FF0000"/>
                </a:solidFill>
                <a:latin typeface="Arial"/>
                <a:ea typeface="Arial"/>
                <a:cs typeface="Arial"/>
                <a:sym typeface="Arial"/>
              </a:rPr>
              <a:t>k</a:t>
            </a:r>
            <a:r>
              <a:rPr lang="en-US" b="1">
                <a:solidFill>
                  <a:srgbClr val="FF0000"/>
                </a:solidFill>
                <a:latin typeface="Arial"/>
                <a:ea typeface="Arial"/>
                <a:cs typeface="Arial"/>
                <a:sym typeface="Arial"/>
              </a:rPr>
              <a:t>+</a:t>
            </a:r>
            <a:r>
              <a:rPr lang="en-US" b="1" i="1">
                <a:solidFill>
                  <a:srgbClr val="FF0000"/>
                </a:solidFill>
                <a:latin typeface="Arial"/>
                <a:ea typeface="Arial"/>
                <a:cs typeface="Arial"/>
                <a:sym typeface="Arial"/>
              </a:rPr>
              <a:t>a</a:t>
            </a:r>
            <a:r>
              <a:rPr lang="en-US" b="1" i="1" baseline="-25000">
                <a:solidFill>
                  <a:srgbClr val="FF0000"/>
                </a:solidFill>
                <a:latin typeface="Arial"/>
                <a:ea typeface="Arial"/>
                <a:cs typeface="Arial"/>
                <a:sym typeface="Arial"/>
              </a:rPr>
              <a:t>k</a:t>
            </a:r>
            <a:r>
              <a:rPr lang="en-US" b="1" baseline="-25000">
                <a:solidFill>
                  <a:srgbClr val="FF0000"/>
                </a:solidFill>
                <a:latin typeface="Arial"/>
                <a:ea typeface="Arial"/>
                <a:cs typeface="Arial"/>
                <a:sym typeface="Arial"/>
              </a:rPr>
              <a:t>−1</a:t>
            </a:r>
            <a:r>
              <a:rPr lang="en-US" b="1" i="1">
                <a:solidFill>
                  <a:srgbClr val="FF0000"/>
                </a:solidFill>
                <a:latin typeface="Arial"/>
                <a:ea typeface="Arial"/>
                <a:cs typeface="Arial"/>
                <a:sym typeface="Arial"/>
              </a:rPr>
              <a:t>b</a:t>
            </a:r>
            <a:r>
              <a:rPr lang="en-US" b="1" i="1" baseline="30000">
                <a:solidFill>
                  <a:srgbClr val="FF0000"/>
                </a:solidFill>
                <a:latin typeface="Arial"/>
                <a:ea typeface="Arial"/>
                <a:cs typeface="Arial"/>
                <a:sym typeface="Arial"/>
              </a:rPr>
              <a:t>k</a:t>
            </a:r>
            <a:r>
              <a:rPr lang="en-US" b="1" baseline="30000">
                <a:solidFill>
                  <a:srgbClr val="FF0000"/>
                </a:solidFill>
                <a:latin typeface="Arial"/>
                <a:ea typeface="Arial"/>
                <a:cs typeface="Arial"/>
                <a:sym typeface="Arial"/>
              </a:rPr>
              <a:t>−1</a:t>
            </a:r>
            <a:r>
              <a:rPr lang="en-US" b="1">
                <a:solidFill>
                  <a:srgbClr val="FF0000"/>
                </a:solidFill>
                <a:latin typeface="Arial"/>
                <a:ea typeface="Arial"/>
                <a:cs typeface="Arial"/>
                <a:sym typeface="Arial"/>
              </a:rPr>
              <a:t>+ ⋯ + </a:t>
            </a:r>
            <a:r>
              <a:rPr lang="en-US" b="1" i="1">
                <a:solidFill>
                  <a:srgbClr val="FF0000"/>
                </a:solidFill>
                <a:latin typeface="Arial"/>
                <a:ea typeface="Arial"/>
                <a:cs typeface="Arial"/>
                <a:sym typeface="Arial"/>
              </a:rPr>
              <a:t>a</a:t>
            </a:r>
            <a:r>
              <a:rPr lang="en-US" b="1" baseline="-25000">
                <a:solidFill>
                  <a:srgbClr val="FF0000"/>
                </a:solidFill>
                <a:latin typeface="Arial"/>
                <a:ea typeface="Arial"/>
                <a:cs typeface="Arial"/>
                <a:sym typeface="Arial"/>
              </a:rPr>
              <a:t>1</a:t>
            </a:r>
            <a:r>
              <a:rPr lang="en-US" b="1" i="1">
                <a:solidFill>
                  <a:srgbClr val="FF0000"/>
                </a:solidFill>
                <a:latin typeface="Arial"/>
                <a:ea typeface="Arial"/>
                <a:cs typeface="Arial"/>
                <a:sym typeface="Arial"/>
              </a:rPr>
              <a:t>b</a:t>
            </a:r>
            <a:r>
              <a:rPr lang="en-US" b="1" baseline="30000">
                <a:solidFill>
                  <a:srgbClr val="FF0000"/>
                </a:solidFill>
                <a:latin typeface="Arial"/>
                <a:ea typeface="Arial"/>
                <a:cs typeface="Arial"/>
                <a:sym typeface="Arial"/>
              </a:rPr>
              <a:t>1</a:t>
            </a:r>
            <a:r>
              <a:rPr lang="en-US" b="1">
                <a:solidFill>
                  <a:srgbClr val="FF0000"/>
                </a:solidFill>
                <a:latin typeface="Arial"/>
                <a:ea typeface="Arial"/>
                <a:cs typeface="Arial"/>
                <a:sym typeface="Arial"/>
              </a:rPr>
              <a:t>+</a:t>
            </a:r>
            <a:r>
              <a:rPr lang="en-US" b="1" i="1">
                <a:solidFill>
                  <a:srgbClr val="FF0000"/>
                </a:solidFill>
                <a:latin typeface="Arial"/>
                <a:ea typeface="Arial"/>
                <a:cs typeface="Arial"/>
                <a:sym typeface="Arial"/>
              </a:rPr>
              <a:t>a</a:t>
            </a:r>
            <a:r>
              <a:rPr lang="en-US" b="1" baseline="-25000">
                <a:solidFill>
                  <a:srgbClr val="FF0000"/>
                </a:solidFill>
                <a:latin typeface="Arial"/>
                <a:ea typeface="Arial"/>
                <a:cs typeface="Arial"/>
                <a:sym typeface="Arial"/>
              </a:rPr>
              <a:t>0</a:t>
            </a:r>
            <a:r>
              <a:rPr lang="en-US" b="1" i="1">
                <a:solidFill>
                  <a:srgbClr val="FF0000"/>
                </a:solidFill>
                <a:latin typeface="Arial"/>
                <a:ea typeface="Arial"/>
                <a:cs typeface="Arial"/>
                <a:sym typeface="Arial"/>
              </a:rPr>
              <a:t>b</a:t>
            </a:r>
            <a:r>
              <a:rPr lang="en-US" b="1" baseline="30000">
                <a:solidFill>
                  <a:srgbClr val="FF0000"/>
                </a:solidFill>
                <a:latin typeface="Arial"/>
                <a:ea typeface="Arial"/>
                <a:cs typeface="Arial"/>
                <a:sym typeface="Arial"/>
              </a:rPr>
              <a:t>0</a:t>
            </a:r>
            <a:endParaRPr b="1">
              <a:solidFill>
                <a:srgbClr val="FF0000"/>
              </a:solidFill>
              <a:latin typeface="Calibri"/>
              <a:ea typeface="Calibri"/>
              <a:cs typeface="Calibri"/>
              <a:sym typeface="Calibri"/>
            </a:endParaRPr>
          </a:p>
        </p:txBody>
      </p:sp>
      <p:sp>
        <p:nvSpPr>
          <p:cNvPr id="10" name="TextBox 9">
            <a:extLst>
              <a:ext uri="{FF2B5EF4-FFF2-40B4-BE49-F238E27FC236}">
                <a16:creationId xmlns:a16="http://schemas.microsoft.com/office/drawing/2014/main" id="{65C98944-E216-4FF7-9BB9-816254E2B9DD}"/>
              </a:ext>
            </a:extLst>
          </p:cNvPr>
          <p:cNvSpPr txBox="1"/>
          <p:nvPr/>
        </p:nvSpPr>
        <p:spPr>
          <a:xfrm>
            <a:off x="3315900" y="6092871"/>
            <a:ext cx="1792500" cy="369332"/>
          </a:xfrm>
          <a:prstGeom prst="rect">
            <a:avLst/>
          </a:prstGeom>
          <a:noFill/>
        </p:spPr>
        <p:txBody>
          <a:bodyPr wrap="square" rtlCol="0">
            <a:spAutoFit/>
          </a:bodyPr>
          <a:lstStyle/>
          <a:p>
            <a:r>
              <a:rPr lang="en-US" b="1"/>
              <a:t>Tổng quát</a:t>
            </a:r>
          </a:p>
        </p:txBody>
      </p:sp>
    </p:spTree>
    <p:extLst>
      <p:ext uri="{BB962C8B-B14F-4D97-AF65-F5344CB8AC3E}">
        <p14:creationId xmlns:p14="http://schemas.microsoft.com/office/powerpoint/2010/main" val="41245724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1EEC6-C1DE-4B36-9711-F62C8D091FF8}"/>
              </a:ext>
            </a:extLst>
          </p:cNvPr>
          <p:cNvSpPr>
            <a:spLocks noGrp="1"/>
          </p:cNvSpPr>
          <p:nvPr>
            <p:ph type="title"/>
          </p:nvPr>
        </p:nvSpPr>
        <p:spPr/>
        <p:txBody>
          <a:bodyPr/>
          <a:lstStyle/>
          <a:p>
            <a:r>
              <a:rPr lang="en-US" sz="3200" dirty="0" err="1" smtClean="0">
                <a:solidFill>
                  <a:srgbClr val="0070C0"/>
                </a:solidFill>
              </a:rPr>
              <a:t>Bài</a:t>
            </a:r>
            <a:r>
              <a:rPr lang="en-US" sz="3200" dirty="0" smtClean="0">
                <a:solidFill>
                  <a:srgbClr val="0070C0"/>
                </a:solidFill>
              </a:rPr>
              <a:t> </a:t>
            </a:r>
            <a:r>
              <a:rPr lang="en-US" sz="3200" err="1" smtClean="0">
                <a:solidFill>
                  <a:srgbClr val="0070C0"/>
                </a:solidFill>
              </a:rPr>
              <a:t>tập</a:t>
            </a:r>
            <a:r>
              <a:rPr lang="en-US" sz="3200" smtClean="0">
                <a:solidFill>
                  <a:srgbClr val="0070C0"/>
                </a:solidFill>
              </a:rPr>
              <a:t> 1. </a:t>
            </a:r>
            <a:r>
              <a:rPr lang="en-US" sz="3200" dirty="0" err="1" smtClean="0">
                <a:solidFill>
                  <a:srgbClr val="0070C0"/>
                </a:solidFill>
              </a:rPr>
              <a:t>Đổi</a:t>
            </a:r>
            <a:r>
              <a:rPr lang="en-US" sz="3200" dirty="0" smtClean="0">
                <a:solidFill>
                  <a:srgbClr val="0070C0"/>
                </a:solidFill>
              </a:rPr>
              <a:t> </a:t>
            </a:r>
            <a:r>
              <a:rPr lang="en-US" sz="3200" dirty="0" err="1">
                <a:solidFill>
                  <a:srgbClr val="0070C0"/>
                </a:solidFill>
              </a:rPr>
              <a:t>cơ</a:t>
            </a:r>
            <a:r>
              <a:rPr lang="en-US" sz="3200" dirty="0">
                <a:solidFill>
                  <a:srgbClr val="0070C0"/>
                </a:solidFill>
              </a:rPr>
              <a:t> </a:t>
            </a:r>
            <a:r>
              <a:rPr lang="en-US" sz="3200" dirty="0" err="1">
                <a:solidFill>
                  <a:srgbClr val="0070C0"/>
                </a:solidFill>
              </a:rPr>
              <a:t>số</a:t>
            </a:r>
            <a:r>
              <a:rPr lang="en-US" sz="3200" dirty="0">
                <a:solidFill>
                  <a:srgbClr val="0070C0"/>
                </a:solidFill>
              </a:rPr>
              <a:t> (10 sang 2, 8, 16)</a:t>
            </a:r>
            <a:endParaRPr lang="en-US" dirty="0">
              <a:solidFill>
                <a:srgbClr val="0070C0"/>
              </a:solidFill>
            </a:endParaRPr>
          </a:p>
        </p:txBody>
      </p:sp>
      <p:sp>
        <p:nvSpPr>
          <p:cNvPr id="3" name="Content Placeholder 2">
            <a:extLst>
              <a:ext uri="{FF2B5EF4-FFF2-40B4-BE49-F238E27FC236}">
                <a16:creationId xmlns:a16="http://schemas.microsoft.com/office/drawing/2014/main" id="{363A15F9-C4E0-4B36-8543-41C410656C45}"/>
              </a:ext>
            </a:extLst>
          </p:cNvPr>
          <p:cNvSpPr>
            <a:spLocks noGrp="1"/>
          </p:cNvSpPr>
          <p:nvPr>
            <p:ph idx="1"/>
          </p:nvPr>
        </p:nvSpPr>
        <p:spPr>
          <a:xfrm>
            <a:off x="721894" y="1147656"/>
            <a:ext cx="10058400" cy="4905859"/>
          </a:xfrm>
        </p:spPr>
        <p:txBody>
          <a:bodyPr/>
          <a:lstStyle/>
          <a:p>
            <a:r>
              <a:rPr lang="en-US"/>
              <a:t>Input: n – decimal number, b – base of number</a:t>
            </a:r>
          </a:p>
          <a:p>
            <a:r>
              <a:rPr lang="en-US"/>
              <a:t>Output: m – number (other base)</a:t>
            </a:r>
          </a:p>
          <a:p>
            <a:endParaRPr lang="en-US"/>
          </a:p>
        </p:txBody>
      </p:sp>
      <p:sp>
        <p:nvSpPr>
          <p:cNvPr id="4" name="Google Shape;268;p10">
            <a:extLst>
              <a:ext uri="{FF2B5EF4-FFF2-40B4-BE49-F238E27FC236}">
                <a16:creationId xmlns:a16="http://schemas.microsoft.com/office/drawing/2014/main" id="{43F265B2-0B9F-4447-A976-1923141A5495}"/>
              </a:ext>
            </a:extLst>
          </p:cNvPr>
          <p:cNvSpPr txBox="1"/>
          <p:nvPr/>
        </p:nvSpPr>
        <p:spPr>
          <a:xfrm>
            <a:off x="1097280" y="2952395"/>
            <a:ext cx="3349592" cy="3170058"/>
          </a:xfrm>
          <a:prstGeom prst="rect">
            <a:avLst/>
          </a:prstGeom>
          <a:solidFill>
            <a:srgbClr val="FBE4D4"/>
          </a:solidFill>
          <a:ln w="952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r>
              <a:rPr lang="en-US" sz="2000" b="1">
                <a:solidFill>
                  <a:srgbClr val="000000"/>
                </a:solidFill>
                <a:latin typeface="Times New Roman"/>
                <a:ea typeface="Times New Roman"/>
                <a:cs typeface="Times New Roman"/>
                <a:sym typeface="Times New Roman"/>
              </a:rPr>
              <a:t>S = {}</a:t>
            </a:r>
            <a:endParaRPr sz="2000" b="1"/>
          </a:p>
          <a:p>
            <a:r>
              <a:rPr lang="en-US" sz="2000" b="1">
                <a:solidFill>
                  <a:srgbClr val="000000"/>
                </a:solidFill>
                <a:latin typeface="Times New Roman"/>
                <a:ea typeface="Times New Roman"/>
                <a:cs typeface="Times New Roman"/>
                <a:sym typeface="Times New Roman"/>
              </a:rPr>
              <a:t>while (n &gt; 0)  {</a:t>
            </a:r>
            <a:endParaRPr sz="2000" b="1"/>
          </a:p>
          <a:p>
            <a:pPr lvl="1"/>
            <a:r>
              <a:rPr lang="en-US" sz="2000" b="1">
                <a:solidFill>
                  <a:srgbClr val="FF0000"/>
                </a:solidFill>
                <a:latin typeface="Times New Roman"/>
                <a:ea typeface="Times New Roman"/>
                <a:cs typeface="Times New Roman"/>
                <a:sym typeface="Times New Roman"/>
              </a:rPr>
              <a:t>r = n % b</a:t>
            </a:r>
            <a:endParaRPr sz="2000" b="1"/>
          </a:p>
          <a:p>
            <a:pPr lvl="1"/>
            <a:r>
              <a:rPr lang="en-US" sz="2000" b="1">
                <a:solidFill>
                  <a:srgbClr val="000000"/>
                </a:solidFill>
                <a:latin typeface="Times New Roman"/>
                <a:ea typeface="Times New Roman"/>
                <a:cs typeface="Times New Roman"/>
                <a:sym typeface="Times New Roman"/>
              </a:rPr>
              <a:t>n = n </a:t>
            </a:r>
            <a:r>
              <a:rPr lang="en-US" sz="2000" b="1" i="1">
                <a:solidFill>
                  <a:srgbClr val="000000"/>
                </a:solidFill>
                <a:latin typeface="Times New Roman"/>
                <a:ea typeface="Times New Roman"/>
                <a:cs typeface="Times New Roman"/>
                <a:sym typeface="Times New Roman"/>
              </a:rPr>
              <a:t>/</a:t>
            </a:r>
            <a:r>
              <a:rPr lang="en-US" sz="2000" b="1">
                <a:solidFill>
                  <a:srgbClr val="000000"/>
                </a:solidFill>
                <a:latin typeface="Times New Roman"/>
                <a:ea typeface="Times New Roman"/>
                <a:cs typeface="Times New Roman"/>
                <a:sym typeface="Times New Roman"/>
              </a:rPr>
              <a:t> b</a:t>
            </a:r>
            <a:endParaRPr sz="2000" b="1"/>
          </a:p>
          <a:p>
            <a:pPr lvl="1"/>
            <a:r>
              <a:rPr lang="en-US" sz="2000" b="1">
                <a:solidFill>
                  <a:srgbClr val="000000"/>
                </a:solidFill>
                <a:latin typeface="Times New Roman"/>
                <a:ea typeface="Times New Roman"/>
                <a:cs typeface="Times New Roman"/>
                <a:sym typeface="Times New Roman"/>
              </a:rPr>
              <a:t>push (S, </a:t>
            </a:r>
            <a:r>
              <a:rPr lang="en-US" sz="2000" b="1">
                <a:solidFill>
                  <a:srgbClr val="FF0000"/>
                </a:solidFill>
                <a:latin typeface="Times New Roman"/>
                <a:ea typeface="Times New Roman"/>
                <a:cs typeface="Times New Roman"/>
                <a:sym typeface="Times New Roman"/>
              </a:rPr>
              <a:t>r</a:t>
            </a:r>
            <a:r>
              <a:rPr lang="en-US" sz="2000" b="1">
                <a:solidFill>
                  <a:srgbClr val="000000"/>
                </a:solidFill>
                <a:latin typeface="Times New Roman"/>
                <a:ea typeface="Times New Roman"/>
                <a:cs typeface="Times New Roman"/>
                <a:sym typeface="Times New Roman"/>
              </a:rPr>
              <a:t>)	</a:t>
            </a:r>
          </a:p>
          <a:p>
            <a:r>
              <a:rPr lang="en-US" sz="2000" b="1">
                <a:solidFill>
                  <a:srgbClr val="000000"/>
                </a:solidFill>
                <a:latin typeface="Times New Roman"/>
                <a:ea typeface="Times New Roman"/>
                <a:cs typeface="Times New Roman"/>
                <a:sym typeface="Times New Roman"/>
              </a:rPr>
              <a:t>}</a:t>
            </a:r>
            <a:endParaRPr sz="2000" b="1">
              <a:solidFill>
                <a:srgbClr val="000000"/>
              </a:solidFill>
              <a:latin typeface="Times New Roman"/>
              <a:ea typeface="Times New Roman"/>
              <a:cs typeface="Times New Roman"/>
              <a:sym typeface="Times New Roman"/>
            </a:endParaRPr>
          </a:p>
          <a:p>
            <a:r>
              <a:rPr lang="en-US" sz="2000" b="1">
                <a:solidFill>
                  <a:srgbClr val="000000"/>
                </a:solidFill>
                <a:latin typeface="Times New Roman"/>
                <a:ea typeface="Times New Roman"/>
                <a:cs typeface="Times New Roman"/>
                <a:sym typeface="Times New Roman"/>
              </a:rPr>
              <a:t>while (!isEmpty(S)) {</a:t>
            </a:r>
            <a:endParaRPr sz="2000" b="1"/>
          </a:p>
          <a:p>
            <a:pPr lvl="1"/>
            <a:r>
              <a:rPr lang="en-US" sz="2000" b="1">
                <a:solidFill>
                  <a:srgbClr val="000000"/>
                </a:solidFill>
                <a:latin typeface="Times New Roman"/>
                <a:ea typeface="Times New Roman"/>
                <a:cs typeface="Times New Roman"/>
                <a:sym typeface="Times New Roman"/>
              </a:rPr>
              <a:t>x = pop (S)</a:t>
            </a:r>
            <a:endParaRPr sz="2000" b="1"/>
          </a:p>
          <a:p>
            <a:pPr lvl="1"/>
            <a:r>
              <a:rPr lang="en-US" sz="2000" b="1">
                <a:solidFill>
                  <a:srgbClr val="000000"/>
                </a:solidFill>
                <a:latin typeface="Times New Roman"/>
                <a:ea typeface="Times New Roman"/>
                <a:cs typeface="Times New Roman"/>
                <a:sym typeface="Times New Roman"/>
              </a:rPr>
              <a:t>printf(“%d”, x)</a:t>
            </a:r>
            <a:endParaRPr sz="2000" b="1"/>
          </a:p>
          <a:p>
            <a:r>
              <a:rPr lang="en-US" sz="2000" b="1">
                <a:solidFill>
                  <a:srgbClr val="000000"/>
                </a:solidFill>
                <a:latin typeface="Times New Roman"/>
                <a:ea typeface="Times New Roman"/>
                <a:cs typeface="Times New Roman"/>
                <a:sym typeface="Times New Roman"/>
              </a:rPr>
              <a:t>}</a:t>
            </a:r>
            <a:endParaRPr sz="2000" b="1"/>
          </a:p>
        </p:txBody>
      </p:sp>
      <p:graphicFrame>
        <p:nvGraphicFramePr>
          <p:cNvPr id="5" name="Google Shape;269;p10">
            <a:extLst>
              <a:ext uri="{FF2B5EF4-FFF2-40B4-BE49-F238E27FC236}">
                <a16:creationId xmlns:a16="http://schemas.microsoft.com/office/drawing/2014/main" id="{75CE226C-6B36-45AF-8441-8012167F5AFA}"/>
              </a:ext>
            </a:extLst>
          </p:cNvPr>
          <p:cNvGraphicFramePr/>
          <p:nvPr>
            <p:extLst>
              <p:ext uri="{D42A27DB-BD31-4B8C-83A1-F6EECF244321}">
                <p14:modId xmlns:p14="http://schemas.microsoft.com/office/powerpoint/2010/main" val="1472790667"/>
              </p:ext>
            </p:extLst>
          </p:nvPr>
        </p:nvGraphicFramePr>
        <p:xfrm>
          <a:off x="6705601" y="3579122"/>
          <a:ext cx="3113283" cy="2194620"/>
        </p:xfrm>
        <a:graphic>
          <a:graphicData uri="http://schemas.openxmlformats.org/drawingml/2006/table">
            <a:tbl>
              <a:tblPr firstRow="1" bandRow="1">
                <a:noFill/>
              </a:tblPr>
              <a:tblGrid>
                <a:gridCol w="903483">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349375">
                <a:tc>
                  <a:txBody>
                    <a:bodyPr/>
                    <a:lstStyle/>
                    <a:p>
                      <a:pPr marL="0" marR="0" lvl="0" indent="0" algn="l" rtl="0">
                        <a:spcBef>
                          <a:spcPts val="0"/>
                        </a:spcBef>
                        <a:spcAft>
                          <a:spcPts val="0"/>
                        </a:spcAft>
                        <a:buNone/>
                      </a:pPr>
                      <a:r>
                        <a:rPr lang="en-US" sz="1800" b="1"/>
                        <a:t>n</a:t>
                      </a:r>
                      <a:endParaRPr b="1"/>
                    </a:p>
                  </a:txBody>
                  <a:tcPr marL="91450" marR="91450" marT="45725" marB="45725">
                    <a:solidFill>
                      <a:srgbClr val="FBE4D4"/>
                    </a:solidFill>
                  </a:tcPr>
                </a:tc>
                <a:tc>
                  <a:txBody>
                    <a:bodyPr/>
                    <a:lstStyle/>
                    <a:p>
                      <a:pPr marL="0" marR="0" lvl="0" indent="0" algn="l" rtl="0">
                        <a:spcBef>
                          <a:spcPts val="0"/>
                        </a:spcBef>
                        <a:spcAft>
                          <a:spcPts val="0"/>
                        </a:spcAft>
                        <a:buNone/>
                      </a:pPr>
                      <a:r>
                        <a:rPr lang="en-US" sz="1800" b="1"/>
                        <a:t>n / 2</a:t>
                      </a:r>
                      <a:endParaRPr b="1"/>
                    </a:p>
                  </a:txBody>
                  <a:tcPr marL="91450" marR="91450" marT="45725" marB="45725">
                    <a:solidFill>
                      <a:srgbClr val="FBE4D4"/>
                    </a:solidFill>
                  </a:tcPr>
                </a:tc>
                <a:tc>
                  <a:txBody>
                    <a:bodyPr/>
                    <a:lstStyle/>
                    <a:p>
                      <a:pPr marL="0" marR="0" lvl="0" indent="0" algn="l" rtl="0">
                        <a:spcBef>
                          <a:spcPts val="0"/>
                        </a:spcBef>
                        <a:spcAft>
                          <a:spcPts val="0"/>
                        </a:spcAft>
                        <a:buNone/>
                      </a:pPr>
                      <a:r>
                        <a:rPr lang="en-US" sz="1800" b="1"/>
                        <a:t>r = n % 2</a:t>
                      </a:r>
                      <a:endParaRPr b="1"/>
                    </a:p>
                  </a:txBody>
                  <a:tcPr marL="91450" marR="91450" marT="45725" marB="45725">
                    <a:solidFill>
                      <a:srgbClr val="FBE4D4"/>
                    </a:solidFill>
                  </a:tcPr>
                </a:tc>
                <a:extLst>
                  <a:ext uri="{0D108BD9-81ED-4DB2-BD59-A6C34878D82A}">
                    <a16:rowId xmlns:a16="http://schemas.microsoft.com/office/drawing/2014/main" val="10000"/>
                  </a:ext>
                </a:extLst>
              </a:tr>
              <a:tr h="349375">
                <a:tc>
                  <a:txBody>
                    <a:bodyPr/>
                    <a:lstStyle/>
                    <a:p>
                      <a:pPr marL="0" marR="0" lvl="0" indent="0" algn="l" rtl="0">
                        <a:spcBef>
                          <a:spcPts val="0"/>
                        </a:spcBef>
                        <a:spcAft>
                          <a:spcPts val="0"/>
                        </a:spcAft>
                        <a:buNone/>
                      </a:pPr>
                      <a:r>
                        <a:rPr lang="en-US" sz="1800" b="1"/>
                        <a:t>25</a:t>
                      </a:r>
                      <a:endParaRPr b="1"/>
                    </a:p>
                  </a:txBody>
                  <a:tcPr marL="91450" marR="91450" marT="45725" marB="45725"/>
                </a:tc>
                <a:tc>
                  <a:txBody>
                    <a:bodyPr/>
                    <a:lstStyle/>
                    <a:p>
                      <a:pPr marL="0" marR="0" lvl="0" indent="0" algn="l" rtl="0">
                        <a:spcBef>
                          <a:spcPts val="0"/>
                        </a:spcBef>
                        <a:spcAft>
                          <a:spcPts val="0"/>
                        </a:spcAft>
                        <a:buNone/>
                      </a:pPr>
                      <a:r>
                        <a:rPr lang="en-US" sz="1800" b="1"/>
                        <a:t>12</a:t>
                      </a:r>
                      <a:endParaRPr b="1"/>
                    </a:p>
                  </a:txBody>
                  <a:tcPr marL="91450" marR="91450" marT="45725" marB="45725"/>
                </a:tc>
                <a:tc>
                  <a:txBody>
                    <a:bodyPr/>
                    <a:lstStyle/>
                    <a:p>
                      <a:pPr marL="0" marR="0" lvl="0" indent="0" algn="l" rtl="0">
                        <a:spcBef>
                          <a:spcPts val="0"/>
                        </a:spcBef>
                        <a:spcAft>
                          <a:spcPts val="0"/>
                        </a:spcAft>
                        <a:buNone/>
                      </a:pPr>
                      <a:r>
                        <a:rPr lang="en-US" sz="1800" b="1">
                          <a:solidFill>
                            <a:srgbClr val="384AFF"/>
                          </a:solidFill>
                        </a:rPr>
                        <a:t>1</a:t>
                      </a:r>
                      <a:endParaRPr b="1">
                        <a:solidFill>
                          <a:srgbClr val="384AFF"/>
                        </a:solidFill>
                      </a:endParaRPr>
                    </a:p>
                  </a:txBody>
                  <a:tcPr marL="91450" marR="91450" marT="45725" marB="45725"/>
                </a:tc>
                <a:extLst>
                  <a:ext uri="{0D108BD9-81ED-4DB2-BD59-A6C34878D82A}">
                    <a16:rowId xmlns:a16="http://schemas.microsoft.com/office/drawing/2014/main" val="10001"/>
                  </a:ext>
                </a:extLst>
              </a:tr>
              <a:tr h="349375">
                <a:tc>
                  <a:txBody>
                    <a:bodyPr/>
                    <a:lstStyle/>
                    <a:p>
                      <a:pPr marL="0" marR="0" lvl="0" indent="0" algn="l" rtl="0">
                        <a:spcBef>
                          <a:spcPts val="0"/>
                        </a:spcBef>
                        <a:spcAft>
                          <a:spcPts val="0"/>
                        </a:spcAft>
                        <a:buNone/>
                      </a:pPr>
                      <a:r>
                        <a:rPr lang="en-US" sz="1800" b="1"/>
                        <a:t>12</a:t>
                      </a:r>
                      <a:endParaRPr b="1"/>
                    </a:p>
                  </a:txBody>
                  <a:tcPr marL="91450" marR="91450" marT="45725" marB="45725"/>
                </a:tc>
                <a:tc>
                  <a:txBody>
                    <a:bodyPr/>
                    <a:lstStyle/>
                    <a:p>
                      <a:pPr marL="0" marR="0" lvl="0" indent="0" algn="l" rtl="0">
                        <a:spcBef>
                          <a:spcPts val="0"/>
                        </a:spcBef>
                        <a:spcAft>
                          <a:spcPts val="0"/>
                        </a:spcAft>
                        <a:buNone/>
                      </a:pPr>
                      <a:r>
                        <a:rPr lang="en-US" sz="1800" b="1"/>
                        <a:t>6</a:t>
                      </a:r>
                      <a:endParaRPr b="1"/>
                    </a:p>
                  </a:txBody>
                  <a:tcPr marL="91450" marR="91450" marT="45725" marB="45725"/>
                </a:tc>
                <a:tc>
                  <a:txBody>
                    <a:bodyPr/>
                    <a:lstStyle/>
                    <a:p>
                      <a:pPr marL="0" marR="0" lvl="0" indent="0" algn="l" rtl="0">
                        <a:spcBef>
                          <a:spcPts val="0"/>
                        </a:spcBef>
                        <a:spcAft>
                          <a:spcPts val="0"/>
                        </a:spcAft>
                        <a:buNone/>
                      </a:pPr>
                      <a:r>
                        <a:rPr lang="en-US" sz="1800" b="1">
                          <a:solidFill>
                            <a:srgbClr val="384AFF"/>
                          </a:solidFill>
                        </a:rPr>
                        <a:t>0</a:t>
                      </a:r>
                      <a:endParaRPr b="1">
                        <a:solidFill>
                          <a:srgbClr val="384AFF"/>
                        </a:solidFill>
                      </a:endParaRPr>
                    </a:p>
                  </a:txBody>
                  <a:tcPr marL="91450" marR="91450" marT="45725" marB="45725"/>
                </a:tc>
                <a:extLst>
                  <a:ext uri="{0D108BD9-81ED-4DB2-BD59-A6C34878D82A}">
                    <a16:rowId xmlns:a16="http://schemas.microsoft.com/office/drawing/2014/main" val="10002"/>
                  </a:ext>
                </a:extLst>
              </a:tr>
              <a:tr h="349375">
                <a:tc>
                  <a:txBody>
                    <a:bodyPr/>
                    <a:lstStyle/>
                    <a:p>
                      <a:pPr marL="0" marR="0" lvl="0" indent="0" algn="l" rtl="0">
                        <a:spcBef>
                          <a:spcPts val="0"/>
                        </a:spcBef>
                        <a:spcAft>
                          <a:spcPts val="0"/>
                        </a:spcAft>
                        <a:buNone/>
                      </a:pPr>
                      <a:r>
                        <a:rPr lang="en-US" sz="1800" b="1"/>
                        <a:t>6</a:t>
                      </a:r>
                      <a:endParaRPr b="1"/>
                    </a:p>
                  </a:txBody>
                  <a:tcPr marL="91450" marR="91450" marT="45725" marB="45725"/>
                </a:tc>
                <a:tc>
                  <a:txBody>
                    <a:bodyPr/>
                    <a:lstStyle/>
                    <a:p>
                      <a:pPr marL="0" marR="0" lvl="0" indent="0" algn="l" rtl="0">
                        <a:spcBef>
                          <a:spcPts val="0"/>
                        </a:spcBef>
                        <a:spcAft>
                          <a:spcPts val="0"/>
                        </a:spcAft>
                        <a:buNone/>
                      </a:pPr>
                      <a:r>
                        <a:rPr lang="en-US" sz="1800" b="1"/>
                        <a:t>3</a:t>
                      </a:r>
                      <a:endParaRPr b="1"/>
                    </a:p>
                  </a:txBody>
                  <a:tcPr marL="91450" marR="91450" marT="45725" marB="45725"/>
                </a:tc>
                <a:tc>
                  <a:txBody>
                    <a:bodyPr/>
                    <a:lstStyle/>
                    <a:p>
                      <a:pPr marL="0" marR="0" lvl="0" indent="0" algn="l" rtl="0">
                        <a:spcBef>
                          <a:spcPts val="0"/>
                        </a:spcBef>
                        <a:spcAft>
                          <a:spcPts val="0"/>
                        </a:spcAft>
                        <a:buNone/>
                      </a:pPr>
                      <a:r>
                        <a:rPr lang="en-US" sz="1800" b="1">
                          <a:solidFill>
                            <a:srgbClr val="384AFF"/>
                          </a:solidFill>
                        </a:rPr>
                        <a:t>0</a:t>
                      </a:r>
                      <a:endParaRPr b="1">
                        <a:solidFill>
                          <a:srgbClr val="384AFF"/>
                        </a:solidFill>
                      </a:endParaRPr>
                    </a:p>
                  </a:txBody>
                  <a:tcPr marL="91450" marR="91450" marT="45725" marB="45725"/>
                </a:tc>
                <a:extLst>
                  <a:ext uri="{0D108BD9-81ED-4DB2-BD59-A6C34878D82A}">
                    <a16:rowId xmlns:a16="http://schemas.microsoft.com/office/drawing/2014/main" val="10003"/>
                  </a:ext>
                </a:extLst>
              </a:tr>
              <a:tr h="349375">
                <a:tc>
                  <a:txBody>
                    <a:bodyPr/>
                    <a:lstStyle/>
                    <a:p>
                      <a:pPr marL="0" marR="0" lvl="0" indent="0" algn="l" rtl="0">
                        <a:spcBef>
                          <a:spcPts val="0"/>
                        </a:spcBef>
                        <a:spcAft>
                          <a:spcPts val="0"/>
                        </a:spcAft>
                        <a:buNone/>
                      </a:pPr>
                      <a:r>
                        <a:rPr lang="en-US" sz="1800" b="1"/>
                        <a:t>3</a:t>
                      </a:r>
                      <a:endParaRPr b="1"/>
                    </a:p>
                  </a:txBody>
                  <a:tcPr marL="91450" marR="91450" marT="45725" marB="45725"/>
                </a:tc>
                <a:tc>
                  <a:txBody>
                    <a:bodyPr/>
                    <a:lstStyle/>
                    <a:p>
                      <a:pPr marL="0" marR="0" lvl="0" indent="0" algn="l" rtl="0">
                        <a:spcBef>
                          <a:spcPts val="0"/>
                        </a:spcBef>
                        <a:spcAft>
                          <a:spcPts val="0"/>
                        </a:spcAft>
                        <a:buNone/>
                      </a:pPr>
                      <a:r>
                        <a:rPr lang="en-US" sz="1800" b="1"/>
                        <a:t>1</a:t>
                      </a:r>
                      <a:endParaRPr b="1"/>
                    </a:p>
                  </a:txBody>
                  <a:tcPr marL="91450" marR="91450" marT="45725" marB="45725"/>
                </a:tc>
                <a:tc>
                  <a:txBody>
                    <a:bodyPr/>
                    <a:lstStyle/>
                    <a:p>
                      <a:pPr marL="0" marR="0" lvl="0" indent="0" algn="l" rtl="0">
                        <a:spcBef>
                          <a:spcPts val="0"/>
                        </a:spcBef>
                        <a:spcAft>
                          <a:spcPts val="0"/>
                        </a:spcAft>
                        <a:buNone/>
                      </a:pPr>
                      <a:r>
                        <a:rPr lang="en-US" sz="1800" b="1">
                          <a:solidFill>
                            <a:srgbClr val="384AFF"/>
                          </a:solidFill>
                        </a:rPr>
                        <a:t>1</a:t>
                      </a:r>
                      <a:endParaRPr b="1">
                        <a:solidFill>
                          <a:srgbClr val="384AFF"/>
                        </a:solidFill>
                      </a:endParaRPr>
                    </a:p>
                  </a:txBody>
                  <a:tcPr marL="91450" marR="91450" marT="45725" marB="45725"/>
                </a:tc>
                <a:extLst>
                  <a:ext uri="{0D108BD9-81ED-4DB2-BD59-A6C34878D82A}">
                    <a16:rowId xmlns:a16="http://schemas.microsoft.com/office/drawing/2014/main" val="10004"/>
                  </a:ext>
                </a:extLst>
              </a:tr>
              <a:tr h="349375">
                <a:tc>
                  <a:txBody>
                    <a:bodyPr/>
                    <a:lstStyle/>
                    <a:p>
                      <a:pPr marL="0" marR="0" lvl="0" indent="0" algn="l" rtl="0">
                        <a:spcBef>
                          <a:spcPts val="0"/>
                        </a:spcBef>
                        <a:spcAft>
                          <a:spcPts val="0"/>
                        </a:spcAft>
                        <a:buNone/>
                      </a:pPr>
                      <a:r>
                        <a:rPr lang="en-US" sz="1800" b="1"/>
                        <a:t>1</a:t>
                      </a:r>
                      <a:endParaRPr b="1"/>
                    </a:p>
                  </a:txBody>
                  <a:tcPr marL="91450" marR="91450" marT="45725" marB="45725"/>
                </a:tc>
                <a:tc>
                  <a:txBody>
                    <a:bodyPr/>
                    <a:lstStyle/>
                    <a:p>
                      <a:pPr marL="0" marR="0" lvl="0" indent="0" algn="l" rtl="0">
                        <a:spcBef>
                          <a:spcPts val="0"/>
                        </a:spcBef>
                        <a:spcAft>
                          <a:spcPts val="0"/>
                        </a:spcAft>
                        <a:buNone/>
                      </a:pPr>
                      <a:r>
                        <a:rPr lang="en-US" sz="1800" b="1">
                          <a:solidFill>
                            <a:srgbClr val="FF0000"/>
                          </a:solidFill>
                        </a:rPr>
                        <a:t>0</a:t>
                      </a:r>
                      <a:endParaRPr b="1"/>
                    </a:p>
                  </a:txBody>
                  <a:tcPr marL="91450" marR="91450" marT="45725" marB="45725"/>
                </a:tc>
                <a:tc>
                  <a:txBody>
                    <a:bodyPr/>
                    <a:lstStyle/>
                    <a:p>
                      <a:pPr marL="0" marR="0" lvl="0" indent="0" algn="l" rtl="0">
                        <a:spcBef>
                          <a:spcPts val="0"/>
                        </a:spcBef>
                        <a:spcAft>
                          <a:spcPts val="0"/>
                        </a:spcAft>
                        <a:buNone/>
                      </a:pPr>
                      <a:r>
                        <a:rPr lang="en-US" sz="1800" b="1">
                          <a:solidFill>
                            <a:srgbClr val="384AFF"/>
                          </a:solidFill>
                        </a:rPr>
                        <a:t>1</a:t>
                      </a:r>
                      <a:endParaRPr b="1">
                        <a:solidFill>
                          <a:srgbClr val="384AFF"/>
                        </a:solidFill>
                      </a:endParaRPr>
                    </a:p>
                  </a:txBody>
                  <a:tcPr marL="91450" marR="91450" marT="45725" marB="45725"/>
                </a:tc>
                <a:extLst>
                  <a:ext uri="{0D108BD9-81ED-4DB2-BD59-A6C34878D82A}">
                    <a16:rowId xmlns:a16="http://schemas.microsoft.com/office/drawing/2014/main" val="10005"/>
                  </a:ext>
                </a:extLst>
              </a:tr>
            </a:tbl>
          </a:graphicData>
        </a:graphic>
      </p:graphicFrame>
      <p:sp>
        <p:nvSpPr>
          <p:cNvPr id="6" name="Google Shape;270;p10">
            <a:extLst>
              <a:ext uri="{FF2B5EF4-FFF2-40B4-BE49-F238E27FC236}">
                <a16:creationId xmlns:a16="http://schemas.microsoft.com/office/drawing/2014/main" id="{9CEA4458-1A36-47D3-BECD-FC90A774ED46}"/>
              </a:ext>
            </a:extLst>
          </p:cNvPr>
          <p:cNvSpPr txBox="1"/>
          <p:nvPr/>
        </p:nvSpPr>
        <p:spPr>
          <a:xfrm>
            <a:off x="6499683" y="2403289"/>
            <a:ext cx="3781558" cy="584775"/>
          </a:xfrm>
          <a:prstGeom prst="rect">
            <a:avLst/>
          </a:prstGeom>
          <a:noFill/>
          <a:ln>
            <a:noFill/>
          </a:ln>
        </p:spPr>
        <p:txBody>
          <a:bodyPr spcFirstLastPara="1" wrap="square" lIns="91425" tIns="45700" rIns="91425" bIns="45700" anchor="t" anchorCtr="0">
            <a:spAutoFit/>
          </a:bodyPr>
          <a:lstStyle/>
          <a:p>
            <a:r>
              <a:rPr lang="en-US" sz="3200">
                <a:solidFill>
                  <a:schemeClr val="dk1"/>
                </a:solidFill>
                <a:latin typeface="Calibri"/>
                <a:ea typeface="Calibri"/>
                <a:cs typeface="Calibri"/>
                <a:sym typeface="Calibri"/>
              </a:rPr>
              <a:t> </a:t>
            </a:r>
            <a:r>
              <a:rPr lang="en-US" sz="3200" b="1">
                <a:solidFill>
                  <a:schemeClr val="dk1"/>
                </a:solidFill>
                <a:latin typeface="Arial"/>
                <a:ea typeface="Arial"/>
                <a:cs typeface="Arial"/>
                <a:sym typeface="Arial"/>
              </a:rPr>
              <a:t>25</a:t>
            </a:r>
            <a:r>
              <a:rPr lang="en-US" sz="3200" b="1" baseline="-25000">
                <a:solidFill>
                  <a:srgbClr val="000066"/>
                </a:solidFill>
                <a:latin typeface="Arial"/>
                <a:ea typeface="Arial"/>
                <a:cs typeface="Arial"/>
                <a:sym typeface="Arial"/>
              </a:rPr>
              <a:t>10</a:t>
            </a:r>
            <a:r>
              <a:rPr lang="en-US" sz="3200" b="1">
                <a:solidFill>
                  <a:schemeClr val="dk1"/>
                </a:solidFill>
                <a:latin typeface="Arial"/>
                <a:ea typeface="Arial"/>
                <a:cs typeface="Arial"/>
                <a:sym typeface="Arial"/>
              </a:rPr>
              <a:t>=  </a:t>
            </a:r>
            <a:r>
              <a:rPr lang="en-US" sz="3200" b="1">
                <a:solidFill>
                  <a:schemeClr val="dk1"/>
                </a:solidFill>
                <a:latin typeface="Calibri"/>
                <a:ea typeface="Calibri"/>
                <a:cs typeface="Calibri"/>
                <a:sym typeface="Calibri"/>
              </a:rPr>
              <a:t>1 1 0 0 1 </a:t>
            </a:r>
            <a:r>
              <a:rPr lang="en-US" sz="3200" b="1" baseline="-25000">
                <a:solidFill>
                  <a:schemeClr val="dk1"/>
                </a:solidFill>
                <a:latin typeface="Calibri"/>
                <a:ea typeface="Calibri"/>
                <a:cs typeface="Calibri"/>
                <a:sym typeface="Calibri"/>
              </a:rPr>
              <a:t>2</a:t>
            </a:r>
            <a:endParaRPr/>
          </a:p>
        </p:txBody>
      </p:sp>
      <p:sp>
        <p:nvSpPr>
          <p:cNvPr id="7" name="Google Shape;271;p10">
            <a:extLst>
              <a:ext uri="{FF2B5EF4-FFF2-40B4-BE49-F238E27FC236}">
                <a16:creationId xmlns:a16="http://schemas.microsoft.com/office/drawing/2014/main" id="{A6C7DCAB-596F-419D-B539-6595D57D4C67}"/>
              </a:ext>
            </a:extLst>
          </p:cNvPr>
          <p:cNvSpPr txBox="1"/>
          <p:nvPr/>
        </p:nvSpPr>
        <p:spPr>
          <a:xfrm>
            <a:off x="8884524" y="3231254"/>
            <a:ext cx="704193" cy="369332"/>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Calibri"/>
                <a:ea typeface="Calibri"/>
                <a:cs typeface="Calibri"/>
                <a:sym typeface="Calibri"/>
              </a:rPr>
              <a:t>Stack</a:t>
            </a:r>
            <a:endParaRPr/>
          </a:p>
        </p:txBody>
      </p:sp>
      <p:sp>
        <p:nvSpPr>
          <p:cNvPr id="8" name="TextBox 7">
            <a:extLst>
              <a:ext uri="{FF2B5EF4-FFF2-40B4-BE49-F238E27FC236}">
                <a16:creationId xmlns:a16="http://schemas.microsoft.com/office/drawing/2014/main" id="{B425937D-AD0E-46CA-ADC5-728D79CA44B0}"/>
              </a:ext>
            </a:extLst>
          </p:cNvPr>
          <p:cNvSpPr txBox="1"/>
          <p:nvPr/>
        </p:nvSpPr>
        <p:spPr>
          <a:xfrm>
            <a:off x="1951143" y="2592688"/>
            <a:ext cx="1256468" cy="369332"/>
          </a:xfrm>
          <a:prstGeom prst="rect">
            <a:avLst/>
          </a:prstGeom>
          <a:noFill/>
        </p:spPr>
        <p:txBody>
          <a:bodyPr wrap="square" rtlCol="0">
            <a:spAutoFit/>
          </a:bodyPr>
          <a:lstStyle/>
          <a:p>
            <a:r>
              <a:rPr lang="en-US" b="1"/>
              <a:t>Giải thuật</a:t>
            </a:r>
          </a:p>
        </p:txBody>
      </p:sp>
    </p:spTree>
    <p:extLst>
      <p:ext uri="{BB962C8B-B14F-4D97-AF65-F5344CB8AC3E}">
        <p14:creationId xmlns:p14="http://schemas.microsoft.com/office/powerpoint/2010/main" val="3806739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373229"/>
            <a:ext cx="10058400" cy="759871"/>
          </a:xfrm>
        </p:spPr>
        <p:txBody>
          <a:bodyPr/>
          <a:lstStyle/>
          <a:p>
            <a:r>
              <a:rPr lang="en-US" dirty="0" err="1" smtClean="0">
                <a:solidFill>
                  <a:srgbClr val="0070C0"/>
                </a:solidFill>
              </a:rPr>
              <a:t>Bài</a:t>
            </a:r>
            <a:r>
              <a:rPr lang="en-US" dirty="0" smtClean="0">
                <a:solidFill>
                  <a:srgbClr val="0070C0"/>
                </a:solidFill>
              </a:rPr>
              <a:t> </a:t>
            </a:r>
            <a:r>
              <a:rPr lang="en-US" dirty="0" err="1" smtClean="0">
                <a:solidFill>
                  <a:srgbClr val="0070C0"/>
                </a:solidFill>
              </a:rPr>
              <a:t>tập</a:t>
            </a:r>
            <a:r>
              <a:rPr lang="en-US" dirty="0" smtClean="0">
                <a:solidFill>
                  <a:srgbClr val="0070C0"/>
                </a:solidFill>
              </a:rPr>
              <a:t> (</a:t>
            </a:r>
            <a:r>
              <a:rPr lang="en-US" dirty="0" err="1" smtClean="0">
                <a:solidFill>
                  <a:srgbClr val="0070C0"/>
                </a:solidFill>
              </a:rPr>
              <a:t>tt</a:t>
            </a:r>
            <a:r>
              <a:rPr lang="en-US" dirty="0" smtClean="0">
                <a:solidFill>
                  <a:srgbClr val="0070C0"/>
                </a:solidFill>
              </a:rPr>
              <a:t>)</a:t>
            </a:r>
            <a:endParaRPr lang="en-US" dirty="0">
              <a:solidFill>
                <a:srgbClr val="0070C0"/>
              </a:solidFill>
            </a:endParaRPr>
          </a:p>
        </p:txBody>
      </p:sp>
      <p:sp>
        <p:nvSpPr>
          <p:cNvPr id="3" name="Content Placeholder 2"/>
          <p:cNvSpPr>
            <a:spLocks noGrp="1"/>
          </p:cNvSpPr>
          <p:nvPr>
            <p:ph idx="1"/>
          </p:nvPr>
        </p:nvSpPr>
        <p:spPr>
          <a:xfrm>
            <a:off x="462013" y="1220500"/>
            <a:ext cx="11492564" cy="4905859"/>
          </a:xfrm>
        </p:spPr>
        <p:txBody>
          <a:bodyPr>
            <a:normAutofit/>
          </a:bodyPr>
          <a:lstStyle/>
          <a:p>
            <a:pPr marL="0" indent="0">
              <a:lnSpc>
                <a:spcPct val="100000"/>
              </a:lnSpc>
              <a:buNone/>
            </a:pPr>
            <a:r>
              <a:rPr lang="en-US" sz="2400" b="1" dirty="0" err="1" smtClean="0"/>
              <a:t>Bài</a:t>
            </a:r>
            <a:r>
              <a:rPr lang="en-US" sz="2400" b="1" dirty="0" smtClean="0"/>
              <a:t> </a:t>
            </a:r>
            <a:r>
              <a:rPr lang="en-US" sz="2400" b="1" err="1" smtClean="0"/>
              <a:t>tập</a:t>
            </a:r>
            <a:r>
              <a:rPr lang="en-US" sz="2400" b="1" smtClean="0"/>
              <a:t> 2. </a:t>
            </a:r>
            <a:r>
              <a:rPr lang="vi-VN" sz="2400" b="1" dirty="0"/>
              <a:t>Tìm dấu ngoặc đơn trùng </a:t>
            </a:r>
            <a:r>
              <a:rPr lang="vi-VN" sz="2400" b="1" dirty="0" smtClean="0"/>
              <a:t>lặp</a:t>
            </a:r>
            <a:r>
              <a:rPr lang="en-US" sz="2400" b="1" dirty="0" smtClean="0"/>
              <a:t> (</a:t>
            </a:r>
            <a:r>
              <a:rPr lang="en-US" sz="2400" b="1" dirty="0" err="1" smtClean="0"/>
              <a:t>dư</a:t>
            </a:r>
            <a:r>
              <a:rPr lang="en-US" sz="2400" b="1" dirty="0" smtClean="0"/>
              <a:t> </a:t>
            </a:r>
            <a:r>
              <a:rPr lang="en-US" sz="2400" b="1" dirty="0" err="1" smtClean="0"/>
              <a:t>thừa</a:t>
            </a:r>
            <a:r>
              <a:rPr lang="en-US" sz="2400" b="1" dirty="0" smtClean="0"/>
              <a:t>)</a:t>
            </a:r>
            <a:r>
              <a:rPr lang="vi-VN" sz="2400" b="1" dirty="0" smtClean="0"/>
              <a:t> </a:t>
            </a:r>
            <a:r>
              <a:rPr lang="vi-VN" sz="2400" b="1" dirty="0"/>
              <a:t>trong một biểu thức</a:t>
            </a:r>
            <a:endParaRPr lang="en-US" sz="2400" b="1" dirty="0"/>
          </a:p>
          <a:p>
            <a:pPr marL="0" indent="0">
              <a:lnSpc>
                <a:spcPct val="100000"/>
              </a:lnSpc>
              <a:buNone/>
            </a:pPr>
            <a:r>
              <a:rPr lang="vi-VN" sz="2400" dirty="0"/>
              <a:t>Đưa ra một biểu thức cân bằng có thể chứa dấu ngoặc mở và đóng, hãy kiểm tra xem biểu thức có chứa bất kỳ dấu ngoặc đơn trùng lặp nào hay không</a:t>
            </a:r>
            <a:endParaRPr lang="en-US" sz="2400" dirty="0"/>
          </a:p>
          <a:p>
            <a:pPr marL="0" indent="0">
              <a:lnSpc>
                <a:spcPct val="100000"/>
              </a:lnSpc>
              <a:buNone/>
            </a:pPr>
            <a:r>
              <a:rPr lang="vi-VN" sz="2400" dirty="0"/>
              <a:t>Ví dụ:</a:t>
            </a:r>
          </a:p>
          <a:p>
            <a:pPr lvl="1">
              <a:lnSpc>
                <a:spcPct val="100000"/>
              </a:lnSpc>
            </a:pPr>
            <a:r>
              <a:rPr lang="vi-VN" sz="2400" dirty="0"/>
              <a:t>Input: ((x+y))+z</a:t>
            </a:r>
          </a:p>
          <a:p>
            <a:pPr lvl="1">
              <a:lnSpc>
                <a:spcPct val="100000"/>
              </a:lnSpc>
            </a:pPr>
            <a:r>
              <a:rPr lang="vi-VN" sz="2400" dirty="0"/>
              <a:t>Output: </a:t>
            </a:r>
            <a:r>
              <a:rPr lang="vi-VN" sz="2400" dirty="0" smtClean="0"/>
              <a:t>Trù</a:t>
            </a:r>
            <a:r>
              <a:rPr lang="en-US" sz="2400" dirty="0" smtClean="0"/>
              <a:t>ng</a:t>
            </a:r>
            <a:r>
              <a:rPr lang="vi-VN" sz="2400" dirty="0" smtClean="0"/>
              <a:t> </a:t>
            </a:r>
            <a:r>
              <a:rPr lang="vi-VN" sz="2400" dirty="0"/>
              <a:t>lặp () được tìm thấy trong biểu thức con ((x + y))</a:t>
            </a:r>
          </a:p>
          <a:p>
            <a:pPr lvl="1">
              <a:lnSpc>
                <a:spcPct val="100000"/>
              </a:lnSpc>
            </a:pPr>
            <a:r>
              <a:rPr lang="vi-VN" sz="2400" dirty="0"/>
              <a:t>Input: (x+y)</a:t>
            </a:r>
          </a:p>
          <a:p>
            <a:pPr lvl="1">
              <a:lnSpc>
                <a:spcPct val="100000"/>
              </a:lnSpc>
            </a:pPr>
            <a:r>
              <a:rPr lang="vi-VN" sz="2400" dirty="0"/>
              <a:t>Output: Không thấy trùng lặp ()</a:t>
            </a:r>
          </a:p>
          <a:p>
            <a:pPr lvl="1">
              <a:lnSpc>
                <a:spcPct val="100000"/>
              </a:lnSpc>
            </a:pPr>
            <a:r>
              <a:rPr lang="vi-VN" sz="2400" dirty="0"/>
              <a:t>Input: ((x+y)+((z)))</a:t>
            </a:r>
          </a:p>
          <a:p>
            <a:pPr lvl="1">
              <a:lnSpc>
                <a:spcPct val="100000"/>
              </a:lnSpc>
            </a:pPr>
            <a:r>
              <a:rPr lang="vi-VN" sz="2400" dirty="0"/>
              <a:t>Output: Trùng lặp () được tìm thấy trong biểu thức con ((z))</a:t>
            </a:r>
          </a:p>
          <a:p>
            <a:pPr marL="0" indent="0">
              <a:lnSpc>
                <a:spcPct val="100000"/>
              </a:lnSpc>
              <a:buNone/>
            </a:pPr>
            <a:endParaRPr lang="en-US" sz="2400" dirty="0"/>
          </a:p>
        </p:txBody>
      </p:sp>
      <p:sp>
        <p:nvSpPr>
          <p:cNvPr id="5" name="Slide Number Placeholder 4"/>
          <p:cNvSpPr>
            <a:spLocks noGrp="1"/>
          </p:cNvSpPr>
          <p:nvPr>
            <p:ph type="sldNum" sz="quarter" idx="12"/>
          </p:nvPr>
        </p:nvSpPr>
        <p:spPr/>
        <p:txBody>
          <a:bodyPr/>
          <a:lstStyle/>
          <a:p>
            <a:fld id="{B24627E5-2E3F-4AE1-995E-77E2B7EB78DF}" type="slidenum">
              <a:rPr lang="en-US" smtClean="0"/>
              <a:t>11</a:t>
            </a:fld>
            <a:endParaRPr lang="en-US"/>
          </a:p>
        </p:txBody>
      </p:sp>
    </p:spTree>
    <p:extLst>
      <p:ext uri="{BB962C8B-B14F-4D97-AF65-F5344CB8AC3E}">
        <p14:creationId xmlns:p14="http://schemas.microsoft.com/office/powerpoint/2010/main" val="17950090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411729"/>
            <a:ext cx="10058400" cy="759871"/>
          </a:xfrm>
        </p:spPr>
        <p:txBody>
          <a:bodyPr/>
          <a:lstStyle/>
          <a:p>
            <a:r>
              <a:rPr lang="en-US" dirty="0" err="1" smtClean="0">
                <a:solidFill>
                  <a:srgbClr val="0070C0"/>
                </a:solidFill>
              </a:rPr>
              <a:t>Gợi</a:t>
            </a:r>
            <a:r>
              <a:rPr lang="en-US" dirty="0" smtClean="0">
                <a:solidFill>
                  <a:srgbClr val="0070C0"/>
                </a:solidFill>
              </a:rPr>
              <a:t> ý </a:t>
            </a:r>
            <a:r>
              <a:rPr lang="en-US" dirty="0" err="1" smtClean="0">
                <a:solidFill>
                  <a:srgbClr val="0070C0"/>
                </a:solidFill>
              </a:rPr>
              <a:t>bài</a:t>
            </a:r>
            <a:r>
              <a:rPr lang="en-US" dirty="0" smtClean="0">
                <a:solidFill>
                  <a:srgbClr val="0070C0"/>
                </a:solidFill>
              </a:rPr>
              <a:t> </a:t>
            </a:r>
            <a:r>
              <a:rPr lang="en-US" err="1" smtClean="0">
                <a:solidFill>
                  <a:srgbClr val="0070C0"/>
                </a:solidFill>
              </a:rPr>
              <a:t>tập</a:t>
            </a:r>
            <a:r>
              <a:rPr lang="en-US" smtClean="0">
                <a:solidFill>
                  <a:srgbClr val="0070C0"/>
                </a:solidFill>
              </a:rPr>
              <a:t> 2</a:t>
            </a:r>
            <a:endParaRPr lang="en-US" dirty="0">
              <a:solidFill>
                <a:srgbClr val="0070C0"/>
              </a:solidFill>
            </a:endParaRPr>
          </a:p>
        </p:txBody>
      </p:sp>
      <p:sp>
        <p:nvSpPr>
          <p:cNvPr id="5" name="Slide Number Placeholder 4"/>
          <p:cNvSpPr>
            <a:spLocks noGrp="1"/>
          </p:cNvSpPr>
          <p:nvPr>
            <p:ph type="sldNum" sz="quarter" idx="12"/>
          </p:nvPr>
        </p:nvSpPr>
        <p:spPr/>
        <p:txBody>
          <a:bodyPr/>
          <a:lstStyle/>
          <a:p>
            <a:fld id="{B24627E5-2E3F-4AE1-995E-77E2B7EB78DF}" type="slidenum">
              <a:rPr lang="en-US" smtClean="0"/>
              <a:t>12</a:t>
            </a:fld>
            <a:endParaRPr lang="en-US"/>
          </a:p>
        </p:txBody>
      </p:sp>
      <p:sp>
        <p:nvSpPr>
          <p:cNvPr id="6" name="Rectangle 5"/>
          <p:cNvSpPr/>
          <p:nvPr/>
        </p:nvSpPr>
        <p:spPr>
          <a:xfrm>
            <a:off x="317635" y="1358374"/>
            <a:ext cx="11636942" cy="5016758"/>
          </a:xfrm>
          <a:prstGeom prst="rect">
            <a:avLst/>
          </a:prstGeom>
        </p:spPr>
        <p:txBody>
          <a:bodyPr wrap="square">
            <a:spAutoFit/>
          </a:bodyPr>
          <a:lstStyle/>
          <a:p>
            <a:pPr algn="just"/>
            <a:r>
              <a:rPr lang="vi-VN" sz="3200" dirty="0" smtClean="0">
                <a:latin typeface="+mj-lt"/>
              </a:rPr>
              <a:t>Chúng </a:t>
            </a:r>
            <a:r>
              <a:rPr lang="vi-VN" sz="3200" dirty="0">
                <a:latin typeface="+mj-lt"/>
              </a:rPr>
              <a:t>ta có thể sử dụng một ngăn xếp để giải quyết vấn đề này. Ý tưởng là đi </a:t>
            </a:r>
            <a:r>
              <a:rPr lang="vi-VN" sz="3200" dirty="0" smtClean="0">
                <a:latin typeface="+mj-lt"/>
              </a:rPr>
              <a:t>qua</a:t>
            </a:r>
            <a:r>
              <a:rPr lang="en-US" sz="3200" dirty="0" smtClean="0">
                <a:latin typeface="+mj-lt"/>
              </a:rPr>
              <a:t> </a:t>
            </a:r>
            <a:r>
              <a:rPr lang="en-US" sz="3200" dirty="0" err="1" smtClean="0">
                <a:latin typeface="+mj-lt"/>
              </a:rPr>
              <a:t>từng</a:t>
            </a:r>
            <a:r>
              <a:rPr lang="en-US" sz="3200" dirty="0" smtClean="0">
                <a:latin typeface="+mj-lt"/>
              </a:rPr>
              <a:t> </a:t>
            </a:r>
            <a:r>
              <a:rPr lang="en-US" sz="3200" dirty="0" err="1" smtClean="0">
                <a:latin typeface="+mj-lt"/>
              </a:rPr>
              <a:t>ký</a:t>
            </a:r>
            <a:r>
              <a:rPr lang="en-US" sz="3200" dirty="0" smtClean="0">
                <a:latin typeface="+mj-lt"/>
              </a:rPr>
              <a:t> </a:t>
            </a:r>
            <a:r>
              <a:rPr lang="en-US" sz="3200" dirty="0" err="1" smtClean="0">
                <a:latin typeface="+mj-lt"/>
              </a:rPr>
              <a:t>tự</a:t>
            </a:r>
            <a:r>
              <a:rPr lang="en-US" sz="3200" dirty="0" smtClean="0">
                <a:latin typeface="+mj-lt"/>
              </a:rPr>
              <a:t>:</a:t>
            </a:r>
            <a:endParaRPr lang="vi-VN" sz="3200" dirty="0">
              <a:latin typeface="+mj-lt"/>
            </a:endParaRPr>
          </a:p>
          <a:p>
            <a:pPr marL="342900" indent="-342900" algn="just">
              <a:buFont typeface="Wingdings" panose="05000000000000000000" pitchFamily="2" charset="2"/>
              <a:buChar char="v"/>
            </a:pPr>
            <a:r>
              <a:rPr lang="vi-VN" sz="3200" dirty="0">
                <a:latin typeface="+mj-lt"/>
              </a:rPr>
              <a:t>Nếu ký tự hiện tại trong biểu thức không phải là một dấu ngoặc đóng, thì </a:t>
            </a:r>
            <a:r>
              <a:rPr lang="en-US" sz="3200" dirty="0" smtClean="0">
                <a:latin typeface="+mj-lt"/>
              </a:rPr>
              <a:t>ta</a:t>
            </a:r>
            <a:r>
              <a:rPr lang="vi-VN" sz="3200" dirty="0" smtClean="0">
                <a:latin typeface="+mj-lt"/>
              </a:rPr>
              <a:t> </a:t>
            </a:r>
            <a:r>
              <a:rPr lang="vi-VN" sz="3200" dirty="0">
                <a:latin typeface="+mj-lt"/>
              </a:rPr>
              <a:t>đẩy ký tự vào ngăn xếp.</a:t>
            </a:r>
          </a:p>
          <a:p>
            <a:pPr marL="342900" indent="-342900" algn="just">
              <a:buFont typeface="Wingdings" panose="05000000000000000000" pitchFamily="2" charset="2"/>
              <a:buChar char="v"/>
            </a:pPr>
            <a:r>
              <a:rPr lang="vi-VN" sz="3200" dirty="0">
                <a:latin typeface="+mj-lt"/>
              </a:rPr>
              <a:t>Nếu ký tự hiện tại trong biểu thức là một dấu ngoặc đóng, </a:t>
            </a:r>
            <a:r>
              <a:rPr lang="vi-VN" sz="3200" dirty="0" smtClean="0">
                <a:latin typeface="+mj-lt"/>
              </a:rPr>
              <a:t>ta </a:t>
            </a:r>
            <a:r>
              <a:rPr lang="vi-VN" sz="3200" dirty="0">
                <a:latin typeface="+mj-lt"/>
              </a:rPr>
              <a:t>sẽ kiểm tra xem phần tử trên cùng trong ngăn xếp có phải là một dấu ngoặc mở hay không. Nếu nó đang mở ngoặc đơn, thì biểu thức con kết thúc ở ký tự hiện tại có dạng ((exp)), nếu không, </a:t>
            </a:r>
            <a:r>
              <a:rPr lang="en-US" sz="3200" dirty="0" smtClean="0">
                <a:latin typeface="+mj-lt"/>
              </a:rPr>
              <a:t>ta</a:t>
            </a:r>
            <a:r>
              <a:rPr lang="vi-VN" sz="3200" dirty="0" smtClean="0">
                <a:latin typeface="+mj-lt"/>
              </a:rPr>
              <a:t> </a:t>
            </a:r>
            <a:r>
              <a:rPr lang="vi-VN" sz="3200" dirty="0">
                <a:latin typeface="+mj-lt"/>
              </a:rPr>
              <a:t>tiếp tục xuất các ký tự từ ngăn xếp cho đến khi tìm thấy kết quả phù hợp cho hiện </a:t>
            </a:r>
            <a:r>
              <a:rPr lang="vi-VN" sz="3200" dirty="0" smtClean="0">
                <a:latin typeface="+mj-lt"/>
              </a:rPr>
              <a:t>tại</a:t>
            </a:r>
            <a:r>
              <a:rPr lang="en-US" sz="3200" dirty="0" smtClean="0">
                <a:latin typeface="+mj-lt"/>
              </a:rPr>
              <a:t>.</a:t>
            </a:r>
            <a:endParaRPr lang="vi-VN" sz="3200" b="0" i="0" dirty="0">
              <a:effectLst/>
              <a:latin typeface="+mj-lt"/>
            </a:endParaRPr>
          </a:p>
        </p:txBody>
      </p:sp>
    </p:spTree>
    <p:extLst>
      <p:ext uri="{BB962C8B-B14F-4D97-AF65-F5344CB8AC3E}">
        <p14:creationId xmlns:p14="http://schemas.microsoft.com/office/powerpoint/2010/main" val="536369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382854"/>
            <a:ext cx="10058400" cy="759871"/>
          </a:xfrm>
        </p:spPr>
        <p:txBody>
          <a:bodyPr/>
          <a:lstStyle/>
          <a:p>
            <a:r>
              <a:rPr lang="en-US" dirty="0" err="1" smtClean="0">
                <a:solidFill>
                  <a:srgbClr val="0070C0"/>
                </a:solidFill>
              </a:rPr>
              <a:t>Bài</a:t>
            </a:r>
            <a:r>
              <a:rPr lang="en-US" dirty="0" smtClean="0">
                <a:solidFill>
                  <a:srgbClr val="0070C0"/>
                </a:solidFill>
              </a:rPr>
              <a:t> </a:t>
            </a:r>
            <a:r>
              <a:rPr lang="en-US" dirty="0" err="1" smtClean="0">
                <a:solidFill>
                  <a:srgbClr val="0070C0"/>
                </a:solidFill>
              </a:rPr>
              <a:t>tập</a:t>
            </a:r>
            <a:r>
              <a:rPr lang="en-US" dirty="0" smtClean="0">
                <a:solidFill>
                  <a:srgbClr val="0070C0"/>
                </a:solidFill>
              </a:rPr>
              <a:t> (</a:t>
            </a:r>
            <a:r>
              <a:rPr lang="en-US" dirty="0" err="1" smtClean="0">
                <a:solidFill>
                  <a:srgbClr val="0070C0"/>
                </a:solidFill>
              </a:rPr>
              <a:t>tt</a:t>
            </a:r>
            <a:r>
              <a:rPr lang="en-US" dirty="0" smtClean="0">
                <a:solidFill>
                  <a:srgbClr val="0070C0"/>
                </a:solidFill>
              </a:rPr>
              <a:t>)</a:t>
            </a:r>
            <a:endParaRPr lang="en-US" dirty="0">
              <a:solidFill>
                <a:srgbClr val="0070C0"/>
              </a:solidFill>
            </a:endParaRPr>
          </a:p>
        </p:txBody>
      </p:sp>
      <p:sp>
        <p:nvSpPr>
          <p:cNvPr id="3" name="Content Placeholder 2"/>
          <p:cNvSpPr>
            <a:spLocks noGrp="1"/>
          </p:cNvSpPr>
          <p:nvPr>
            <p:ph idx="1"/>
          </p:nvPr>
        </p:nvSpPr>
        <p:spPr>
          <a:xfrm>
            <a:off x="173255" y="1098075"/>
            <a:ext cx="11723570" cy="4905859"/>
          </a:xfrm>
        </p:spPr>
        <p:txBody>
          <a:bodyPr>
            <a:noAutofit/>
          </a:bodyPr>
          <a:lstStyle/>
          <a:p>
            <a:pPr marL="0" indent="0">
              <a:lnSpc>
                <a:spcPct val="120000"/>
              </a:lnSpc>
              <a:buNone/>
            </a:pPr>
            <a:r>
              <a:rPr lang="en-US" b="1" dirty="0" err="1" smtClean="0"/>
              <a:t>Bài</a:t>
            </a:r>
            <a:r>
              <a:rPr lang="en-US" b="1" dirty="0" smtClean="0"/>
              <a:t> </a:t>
            </a:r>
            <a:r>
              <a:rPr lang="en-US" b="1" err="1" smtClean="0"/>
              <a:t>tập</a:t>
            </a:r>
            <a:r>
              <a:rPr lang="en-US" b="1" smtClean="0"/>
              <a:t> 3</a:t>
            </a:r>
            <a:r>
              <a:rPr lang="en-US" smtClean="0"/>
              <a:t>. </a:t>
            </a:r>
            <a:r>
              <a:rPr lang="en-US" b="1" dirty="0" err="1"/>
              <a:t>Kiểm</a:t>
            </a:r>
            <a:r>
              <a:rPr lang="en-US" b="1" dirty="0"/>
              <a:t> </a:t>
            </a:r>
            <a:r>
              <a:rPr lang="en-US" b="1" dirty="0" err="1"/>
              <a:t>tra</a:t>
            </a:r>
            <a:r>
              <a:rPr lang="en-US" b="1" dirty="0"/>
              <a:t> </a:t>
            </a:r>
            <a:r>
              <a:rPr lang="en-US" b="1" dirty="0" err="1"/>
              <a:t>xem</a:t>
            </a:r>
            <a:r>
              <a:rPr lang="en-US" b="1" dirty="0"/>
              <a:t> </a:t>
            </a:r>
            <a:r>
              <a:rPr lang="en-US" b="1" dirty="0" err="1"/>
              <a:t>biểu</a:t>
            </a:r>
            <a:r>
              <a:rPr lang="en-US" b="1" dirty="0"/>
              <a:t> </a:t>
            </a:r>
            <a:r>
              <a:rPr lang="en-US" b="1" dirty="0" err="1"/>
              <a:t>thức</a:t>
            </a:r>
            <a:r>
              <a:rPr lang="en-US" b="1" dirty="0"/>
              <a:t> </a:t>
            </a:r>
            <a:r>
              <a:rPr lang="en-US" b="1" dirty="0" err="1"/>
              <a:t>đã</a:t>
            </a:r>
            <a:r>
              <a:rPr lang="en-US" b="1" dirty="0"/>
              <a:t> </a:t>
            </a:r>
            <a:r>
              <a:rPr lang="en-US" b="1" dirty="0" err="1"/>
              <a:t>cho</a:t>
            </a:r>
            <a:r>
              <a:rPr lang="en-US" b="1" dirty="0"/>
              <a:t> </a:t>
            </a:r>
            <a:r>
              <a:rPr lang="en-US" b="1" dirty="0" err="1"/>
              <a:t>có</a:t>
            </a:r>
            <a:r>
              <a:rPr lang="en-US" b="1" dirty="0"/>
              <a:t> </a:t>
            </a:r>
            <a:r>
              <a:rPr lang="en-US" b="1" dirty="0" err="1"/>
              <a:t>phải</a:t>
            </a:r>
            <a:r>
              <a:rPr lang="en-US" b="1" dirty="0"/>
              <a:t> </a:t>
            </a:r>
            <a:r>
              <a:rPr lang="en-US" b="1" dirty="0" err="1"/>
              <a:t>là</a:t>
            </a:r>
            <a:r>
              <a:rPr lang="en-US" b="1" dirty="0"/>
              <a:t> </a:t>
            </a:r>
            <a:r>
              <a:rPr lang="en-US" b="1" dirty="0" err="1"/>
              <a:t>biểu</a:t>
            </a:r>
            <a:r>
              <a:rPr lang="en-US" b="1" dirty="0"/>
              <a:t> </a:t>
            </a:r>
            <a:r>
              <a:rPr lang="en-US" b="1" dirty="0" err="1"/>
              <a:t>thức</a:t>
            </a:r>
            <a:r>
              <a:rPr lang="en-US" b="1" dirty="0"/>
              <a:t> </a:t>
            </a:r>
            <a:r>
              <a:rPr lang="en-US" b="1" dirty="0" err="1"/>
              <a:t>cân</a:t>
            </a:r>
            <a:r>
              <a:rPr lang="en-US" b="1" dirty="0"/>
              <a:t> </a:t>
            </a:r>
            <a:r>
              <a:rPr lang="en-US" b="1" dirty="0" err="1"/>
              <a:t>bằng</a:t>
            </a:r>
            <a:r>
              <a:rPr lang="en-US" b="1" dirty="0"/>
              <a:t> hay </a:t>
            </a:r>
            <a:r>
              <a:rPr lang="en-US" b="1" dirty="0" err="1" smtClean="0"/>
              <a:t>không</a:t>
            </a:r>
            <a:endParaRPr lang="en-US" b="1" dirty="0" smtClean="0"/>
          </a:p>
          <a:p>
            <a:pPr marL="0" indent="0">
              <a:lnSpc>
                <a:spcPct val="120000"/>
              </a:lnSpc>
              <a:buNone/>
            </a:pPr>
            <a:r>
              <a:rPr lang="en-US" dirty="0"/>
              <a:t>Cho </a:t>
            </a:r>
            <a:r>
              <a:rPr lang="en-US" dirty="0" err="1"/>
              <a:t>một</a:t>
            </a:r>
            <a:r>
              <a:rPr lang="en-US" dirty="0"/>
              <a:t> </a:t>
            </a:r>
            <a:r>
              <a:rPr lang="en-US" dirty="0" err="1"/>
              <a:t>chuỗi</a:t>
            </a:r>
            <a:r>
              <a:rPr lang="en-US" dirty="0"/>
              <a:t> </a:t>
            </a:r>
            <a:r>
              <a:rPr lang="en-US" dirty="0" err="1"/>
              <a:t>chứa</a:t>
            </a:r>
            <a:r>
              <a:rPr lang="en-US" dirty="0"/>
              <a:t> </a:t>
            </a:r>
            <a:r>
              <a:rPr lang="en-US" dirty="0" err="1"/>
              <a:t>dấu</a:t>
            </a:r>
            <a:r>
              <a:rPr lang="en-US" dirty="0"/>
              <a:t> </a:t>
            </a:r>
            <a:r>
              <a:rPr lang="en-US" dirty="0" err="1"/>
              <a:t>ngoặc</a:t>
            </a:r>
            <a:r>
              <a:rPr lang="en-US" dirty="0"/>
              <a:t> </a:t>
            </a:r>
            <a:r>
              <a:rPr lang="en-US" dirty="0" err="1"/>
              <a:t>nhọn</a:t>
            </a:r>
            <a:r>
              <a:rPr lang="en-US" dirty="0"/>
              <a:t> </a:t>
            </a:r>
            <a:r>
              <a:rPr lang="en-US" dirty="0" err="1"/>
              <a:t>mở</a:t>
            </a:r>
            <a:r>
              <a:rPr lang="en-US" dirty="0"/>
              <a:t> </a:t>
            </a:r>
            <a:r>
              <a:rPr lang="en-US" dirty="0" err="1"/>
              <a:t>và</a:t>
            </a:r>
            <a:r>
              <a:rPr lang="en-US" dirty="0"/>
              <a:t> </a:t>
            </a:r>
            <a:r>
              <a:rPr lang="en-US" dirty="0" err="1"/>
              <a:t>đóng</a:t>
            </a:r>
            <a:r>
              <a:rPr lang="en-US" dirty="0"/>
              <a:t>, </a:t>
            </a:r>
            <a:r>
              <a:rPr lang="en-US" dirty="0" err="1"/>
              <a:t>hãy</a:t>
            </a:r>
            <a:r>
              <a:rPr lang="en-US" dirty="0"/>
              <a:t> </a:t>
            </a:r>
            <a:r>
              <a:rPr lang="en-US" dirty="0" err="1"/>
              <a:t>kiểm</a:t>
            </a:r>
            <a:r>
              <a:rPr lang="en-US" dirty="0"/>
              <a:t> </a:t>
            </a:r>
            <a:r>
              <a:rPr lang="en-US" dirty="0" err="1"/>
              <a:t>tra</a:t>
            </a:r>
            <a:r>
              <a:rPr lang="en-US" dirty="0"/>
              <a:t> </a:t>
            </a:r>
            <a:r>
              <a:rPr lang="en-US" dirty="0" err="1"/>
              <a:t>xem</a:t>
            </a:r>
            <a:r>
              <a:rPr lang="en-US" dirty="0"/>
              <a:t> </a:t>
            </a:r>
            <a:r>
              <a:rPr lang="en-US" dirty="0" err="1"/>
              <a:t>nó</a:t>
            </a:r>
            <a:r>
              <a:rPr lang="en-US" dirty="0"/>
              <a:t> </a:t>
            </a:r>
            <a:r>
              <a:rPr lang="en-US" dirty="0" err="1"/>
              <a:t>có</a:t>
            </a:r>
            <a:r>
              <a:rPr lang="en-US" dirty="0"/>
              <a:t> </a:t>
            </a:r>
            <a:r>
              <a:rPr lang="en-US" dirty="0" err="1"/>
              <a:t>đại</a:t>
            </a:r>
            <a:r>
              <a:rPr lang="en-US" dirty="0"/>
              <a:t> </a:t>
            </a:r>
            <a:r>
              <a:rPr lang="en-US" dirty="0" err="1"/>
              <a:t>diện</a:t>
            </a:r>
            <a:r>
              <a:rPr lang="en-US" dirty="0"/>
              <a:t> </a:t>
            </a:r>
            <a:r>
              <a:rPr lang="en-US" dirty="0" err="1"/>
              <a:t>cho</a:t>
            </a:r>
            <a:r>
              <a:rPr lang="en-US" dirty="0"/>
              <a:t> </a:t>
            </a:r>
            <a:r>
              <a:rPr lang="en-US" dirty="0" err="1"/>
              <a:t>một</a:t>
            </a:r>
            <a:r>
              <a:rPr lang="en-US" dirty="0"/>
              <a:t> </a:t>
            </a:r>
            <a:r>
              <a:rPr lang="en-US" dirty="0" err="1"/>
              <a:t>biểu</a:t>
            </a:r>
            <a:r>
              <a:rPr lang="en-US" dirty="0"/>
              <a:t> </a:t>
            </a:r>
            <a:r>
              <a:rPr lang="en-US" dirty="0" err="1"/>
              <a:t>thức</a:t>
            </a:r>
            <a:r>
              <a:rPr lang="en-US" dirty="0"/>
              <a:t> </a:t>
            </a:r>
            <a:r>
              <a:rPr lang="en-US" dirty="0" err="1"/>
              <a:t>cân</a:t>
            </a:r>
            <a:r>
              <a:rPr lang="en-US" dirty="0"/>
              <a:t> </a:t>
            </a:r>
            <a:r>
              <a:rPr lang="en-US" dirty="0" err="1"/>
              <a:t>bằng</a:t>
            </a:r>
            <a:r>
              <a:rPr lang="en-US" dirty="0"/>
              <a:t> hay </a:t>
            </a:r>
            <a:r>
              <a:rPr lang="en-US" dirty="0" err="1" smtClean="0"/>
              <a:t>không</a:t>
            </a:r>
            <a:r>
              <a:rPr lang="en-US" dirty="0"/>
              <a:t>?</a:t>
            </a:r>
          </a:p>
          <a:p>
            <a:pPr>
              <a:lnSpc>
                <a:spcPct val="120000"/>
              </a:lnSpc>
            </a:pPr>
            <a:r>
              <a:rPr lang="en-US" dirty="0" err="1"/>
              <a:t>Ví</a:t>
            </a:r>
            <a:r>
              <a:rPr lang="en-US" dirty="0"/>
              <a:t> </a:t>
            </a:r>
            <a:r>
              <a:rPr lang="en-US" dirty="0" err="1"/>
              <a:t>dụ</a:t>
            </a:r>
            <a:r>
              <a:rPr lang="en-US" dirty="0"/>
              <a:t>:</a:t>
            </a:r>
          </a:p>
          <a:p>
            <a:pPr lvl="1">
              <a:lnSpc>
                <a:spcPct val="120000"/>
              </a:lnSpc>
            </a:pPr>
            <a:r>
              <a:rPr lang="en-US" dirty="0"/>
              <a:t>{[{} {}]} [()], {{} {}}, [] {} () </a:t>
            </a:r>
            <a:r>
              <a:rPr lang="en-US" dirty="0" err="1"/>
              <a:t>là</a:t>
            </a:r>
            <a:r>
              <a:rPr lang="en-US" dirty="0"/>
              <a:t> </a:t>
            </a:r>
            <a:r>
              <a:rPr lang="en-US" dirty="0" err="1"/>
              <a:t>các</a:t>
            </a:r>
            <a:r>
              <a:rPr lang="en-US" dirty="0"/>
              <a:t> </a:t>
            </a:r>
            <a:r>
              <a:rPr lang="en-US" dirty="0" err="1"/>
              <a:t>biểu</a:t>
            </a:r>
            <a:r>
              <a:rPr lang="en-US" dirty="0"/>
              <a:t> </a:t>
            </a:r>
            <a:r>
              <a:rPr lang="en-US" dirty="0" err="1"/>
              <a:t>thức</a:t>
            </a:r>
            <a:r>
              <a:rPr lang="en-US" dirty="0"/>
              <a:t> </a:t>
            </a:r>
            <a:r>
              <a:rPr lang="en-US" dirty="0" err="1"/>
              <a:t>cân</a:t>
            </a:r>
            <a:r>
              <a:rPr lang="en-US" dirty="0"/>
              <a:t> </a:t>
            </a:r>
            <a:r>
              <a:rPr lang="en-US" dirty="0" err="1"/>
              <a:t>bằng</a:t>
            </a:r>
            <a:r>
              <a:rPr lang="en-US" dirty="0"/>
              <a:t>.</a:t>
            </a:r>
          </a:p>
          <a:p>
            <a:pPr lvl="1">
              <a:lnSpc>
                <a:spcPct val="120000"/>
              </a:lnSpc>
            </a:pPr>
            <a:r>
              <a:rPr lang="en-US" dirty="0"/>
              <a:t>{()} [), {(}) </a:t>
            </a:r>
            <a:r>
              <a:rPr lang="en-US" dirty="0" err="1"/>
              <a:t>không</a:t>
            </a:r>
            <a:r>
              <a:rPr lang="en-US" dirty="0"/>
              <a:t> </a:t>
            </a:r>
            <a:r>
              <a:rPr lang="en-US" dirty="0" err="1"/>
              <a:t>cân</a:t>
            </a:r>
            <a:r>
              <a:rPr lang="en-US" dirty="0"/>
              <a:t> </a:t>
            </a:r>
            <a:r>
              <a:rPr lang="en-US" dirty="0" err="1"/>
              <a:t>bằng</a:t>
            </a:r>
            <a:r>
              <a:rPr lang="en-US" dirty="0" smtClean="0"/>
              <a:t>.</a:t>
            </a:r>
          </a:p>
          <a:p>
            <a:pPr>
              <a:lnSpc>
                <a:spcPct val="120000"/>
              </a:lnSpc>
            </a:pPr>
            <a:r>
              <a:rPr lang="vi-VN" b="1" dirty="0"/>
              <a:t>Gợi ý: Chúng ta có thể sử dụng một ngăn xếp để giải quyết vấn đề này. Chúng ta duyệt qua biểu thức đã cho và</a:t>
            </a:r>
            <a:endParaRPr lang="vi-VN" dirty="0"/>
          </a:p>
          <a:p>
            <a:pPr lvl="1">
              <a:lnSpc>
                <a:spcPct val="120000"/>
              </a:lnSpc>
            </a:pPr>
            <a:r>
              <a:rPr lang="vi-VN" dirty="0"/>
              <a:t>Nếu ký tự hiện tại trong biểu thức là một dấu ngoặc </a:t>
            </a:r>
            <a:r>
              <a:rPr lang="vi-VN" dirty="0" smtClean="0"/>
              <a:t>mở</a:t>
            </a:r>
            <a:r>
              <a:rPr lang="vi-VN" dirty="0"/>
              <a:t>, chúng </a:t>
            </a:r>
            <a:r>
              <a:rPr lang="en-US" dirty="0" smtClean="0"/>
              <a:t>ta </a:t>
            </a:r>
            <a:r>
              <a:rPr lang="vi-VN" dirty="0" smtClean="0"/>
              <a:t>đẩy </a:t>
            </a:r>
            <a:r>
              <a:rPr lang="vi-VN" dirty="0"/>
              <a:t>nó vào ngăn xếp.</a:t>
            </a:r>
          </a:p>
          <a:p>
            <a:pPr lvl="1">
              <a:lnSpc>
                <a:spcPct val="120000"/>
              </a:lnSpc>
            </a:pPr>
            <a:r>
              <a:rPr lang="vi-VN" dirty="0"/>
              <a:t>Nếu ký tự hiện tại trong biểu thức là một dấu ngoặc nhọn đóng, chúng </a:t>
            </a:r>
            <a:r>
              <a:rPr lang="vi-VN" dirty="0" smtClean="0"/>
              <a:t>ta </a:t>
            </a:r>
            <a:r>
              <a:rPr lang="en-US" dirty="0" err="1" smtClean="0"/>
              <a:t>lấy</a:t>
            </a:r>
            <a:r>
              <a:rPr lang="vi-VN" dirty="0" smtClean="0"/>
              <a:t> </a:t>
            </a:r>
            <a:r>
              <a:rPr lang="vi-VN" dirty="0"/>
              <a:t>một ký tự từ ngăn xếp và chúng </a:t>
            </a:r>
            <a:r>
              <a:rPr lang="vi-VN" dirty="0" smtClean="0"/>
              <a:t>ta </a:t>
            </a:r>
            <a:r>
              <a:rPr lang="vi-VN" dirty="0"/>
              <a:t>trả về false nếu ký tự được </a:t>
            </a:r>
            <a:r>
              <a:rPr lang="en-US" dirty="0" err="1" smtClean="0"/>
              <a:t>lấy</a:t>
            </a:r>
            <a:r>
              <a:rPr lang="vi-VN" dirty="0" smtClean="0"/>
              <a:t> không </a:t>
            </a:r>
            <a:r>
              <a:rPr lang="vi-VN" dirty="0"/>
              <a:t>giống với ký tự hiện tại hoặc nó không ghép nối với ký tự hiện tại của biểu thức. Ngoài ra, nếu ngăn xếp được tìm thấy là trống, điều đó có nghĩa là số lượng dấu ngoặc nhọn mở ít hơn số lượng dấu ngoặc nhọn đóng tại điểm đó, do đó biểu thức không thể được cân bằng.</a:t>
            </a:r>
          </a:p>
          <a:p>
            <a:pPr>
              <a:lnSpc>
                <a:spcPct val="120000"/>
              </a:lnSpc>
            </a:pPr>
            <a:endParaRPr lang="en-US" dirty="0"/>
          </a:p>
          <a:p>
            <a:pPr marL="0" indent="0">
              <a:lnSpc>
                <a:spcPct val="120000"/>
              </a:lnSpc>
              <a:buNone/>
            </a:pPr>
            <a:endParaRPr lang="en-US" dirty="0"/>
          </a:p>
        </p:txBody>
      </p:sp>
      <p:sp>
        <p:nvSpPr>
          <p:cNvPr id="5" name="Slide Number Placeholder 4"/>
          <p:cNvSpPr>
            <a:spLocks noGrp="1"/>
          </p:cNvSpPr>
          <p:nvPr>
            <p:ph type="sldNum" sz="quarter" idx="12"/>
          </p:nvPr>
        </p:nvSpPr>
        <p:spPr/>
        <p:txBody>
          <a:bodyPr/>
          <a:lstStyle/>
          <a:p>
            <a:fld id="{B24627E5-2E3F-4AE1-995E-77E2B7EB78DF}" type="slidenum">
              <a:rPr lang="en-US" smtClean="0"/>
              <a:t>13</a:t>
            </a:fld>
            <a:endParaRPr lang="en-US"/>
          </a:p>
        </p:txBody>
      </p:sp>
    </p:spTree>
    <p:extLst>
      <p:ext uri="{BB962C8B-B14F-4D97-AF65-F5344CB8AC3E}">
        <p14:creationId xmlns:p14="http://schemas.microsoft.com/office/powerpoint/2010/main" val="119786469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Rectangle 3"/>
          <p:cNvSpPr>
            <a:spLocks noGrp="1" noChangeArrowheads="1"/>
          </p:cNvSpPr>
          <p:nvPr>
            <p:ph sz="quarter" idx="1"/>
          </p:nvPr>
        </p:nvSpPr>
        <p:spPr>
          <a:xfrm>
            <a:off x="1198729" y="1393826"/>
            <a:ext cx="10511050" cy="5486400"/>
          </a:xfrm>
        </p:spPr>
        <p:txBody>
          <a:bodyPr>
            <a:normAutofit/>
          </a:bodyPr>
          <a:lstStyle/>
          <a:p>
            <a:pPr marL="0" indent="0">
              <a:lnSpc>
                <a:spcPct val="150000"/>
              </a:lnSpc>
              <a:buNone/>
            </a:pPr>
            <a:r>
              <a:rPr lang="en-US" sz="2800" dirty="0" err="1" smtClean="0"/>
              <a:t>Ký</a:t>
            </a:r>
            <a:r>
              <a:rPr lang="en-US" sz="2800" dirty="0" smtClean="0"/>
              <a:t> </a:t>
            </a:r>
            <a:r>
              <a:rPr lang="en-US" sz="2800" dirty="0" err="1"/>
              <a:t>pháp</a:t>
            </a:r>
            <a:r>
              <a:rPr lang="en-US" sz="2800" dirty="0"/>
              <a:t> Ba Lan: </a:t>
            </a:r>
            <a:r>
              <a:rPr lang="en-US" sz="2800" dirty="0" err="1"/>
              <a:t>chuyển</a:t>
            </a:r>
            <a:r>
              <a:rPr lang="en-US" sz="2800" dirty="0"/>
              <a:t> </a:t>
            </a:r>
            <a:r>
              <a:rPr lang="en-US" sz="2800" dirty="0" err="1"/>
              <a:t>biểu</a:t>
            </a:r>
            <a:r>
              <a:rPr lang="en-US" sz="2800" dirty="0"/>
              <a:t> </a:t>
            </a:r>
            <a:r>
              <a:rPr lang="en-US" sz="2800" dirty="0" err="1"/>
              <a:t>thức</a:t>
            </a:r>
            <a:r>
              <a:rPr lang="en-US" sz="2800" dirty="0"/>
              <a:t> </a:t>
            </a:r>
            <a:r>
              <a:rPr lang="en-US" sz="2800" dirty="0" err="1"/>
              <a:t>trung</a:t>
            </a:r>
            <a:r>
              <a:rPr lang="en-US" sz="2800" dirty="0"/>
              <a:t> </a:t>
            </a:r>
            <a:r>
              <a:rPr lang="en-US" sz="2800" dirty="0" err="1"/>
              <a:t>tố</a:t>
            </a:r>
            <a:r>
              <a:rPr lang="en-US" sz="2800" dirty="0"/>
              <a:t> </a:t>
            </a:r>
            <a:r>
              <a:rPr lang="en-US" sz="2800" dirty="0">
                <a:sym typeface="Wingdings" panose="05000000000000000000" pitchFamily="2" charset="2"/>
              </a:rPr>
              <a:t> </a:t>
            </a:r>
            <a:r>
              <a:rPr lang="en-US" sz="2800" dirty="0" err="1">
                <a:sym typeface="Wingdings" panose="05000000000000000000" pitchFamily="2" charset="2"/>
              </a:rPr>
              <a:t>hậu</a:t>
            </a:r>
            <a:r>
              <a:rPr lang="en-US" sz="2800" dirty="0">
                <a:sym typeface="Wingdings" panose="05000000000000000000" pitchFamily="2" charset="2"/>
              </a:rPr>
              <a:t> </a:t>
            </a:r>
            <a:r>
              <a:rPr lang="en-US" sz="2800" dirty="0" err="1">
                <a:sym typeface="Wingdings" panose="05000000000000000000" pitchFamily="2" charset="2"/>
              </a:rPr>
              <a:t>tố</a:t>
            </a:r>
            <a:r>
              <a:rPr lang="en-US" sz="2800" dirty="0">
                <a:sym typeface="Wingdings" panose="05000000000000000000" pitchFamily="2" charset="2"/>
              </a:rPr>
              <a:t>, </a:t>
            </a:r>
            <a:r>
              <a:rPr lang="en-US" sz="2800" dirty="0" err="1">
                <a:sym typeface="Wingdings" panose="05000000000000000000" pitchFamily="2" charset="2"/>
              </a:rPr>
              <a:t>tính</a:t>
            </a:r>
            <a:r>
              <a:rPr lang="en-US" sz="2800" dirty="0">
                <a:sym typeface="Wingdings" panose="05000000000000000000" pitchFamily="2" charset="2"/>
              </a:rPr>
              <a:t> </a:t>
            </a:r>
            <a:r>
              <a:rPr lang="en-US" sz="2800" dirty="0" err="1">
                <a:sym typeface="Wingdings" panose="05000000000000000000" pitchFamily="2" charset="2"/>
              </a:rPr>
              <a:t>giá</a:t>
            </a:r>
            <a:r>
              <a:rPr lang="en-US" sz="2800" dirty="0">
                <a:sym typeface="Wingdings" panose="05000000000000000000" pitchFamily="2" charset="2"/>
              </a:rPr>
              <a:t> </a:t>
            </a:r>
            <a:r>
              <a:rPr lang="en-US" sz="2800" dirty="0" err="1">
                <a:sym typeface="Wingdings" panose="05000000000000000000" pitchFamily="2" charset="2"/>
              </a:rPr>
              <a:t>trị</a:t>
            </a:r>
            <a:r>
              <a:rPr lang="en-US" sz="2800" dirty="0">
                <a:sym typeface="Wingdings" panose="05000000000000000000" pitchFamily="2" charset="2"/>
              </a:rPr>
              <a:t> </a:t>
            </a:r>
            <a:r>
              <a:rPr lang="en-US" sz="2800" dirty="0" err="1">
                <a:sym typeface="Wingdings" panose="05000000000000000000" pitchFamily="2" charset="2"/>
              </a:rPr>
              <a:t>biểu</a:t>
            </a:r>
            <a:r>
              <a:rPr lang="en-US" sz="2800" dirty="0">
                <a:sym typeface="Wingdings" panose="05000000000000000000" pitchFamily="2" charset="2"/>
              </a:rPr>
              <a:t> </a:t>
            </a:r>
            <a:r>
              <a:rPr lang="en-US" sz="2800" dirty="0" err="1">
                <a:sym typeface="Wingdings" panose="05000000000000000000" pitchFamily="2" charset="2"/>
              </a:rPr>
              <a:t>thức</a:t>
            </a:r>
            <a:r>
              <a:rPr lang="en-US" sz="2800" dirty="0">
                <a:sym typeface="Wingdings" panose="05000000000000000000" pitchFamily="2" charset="2"/>
              </a:rPr>
              <a:t> </a:t>
            </a:r>
            <a:r>
              <a:rPr lang="en-US" sz="2800" dirty="0" err="1">
                <a:sym typeface="Wingdings" panose="05000000000000000000" pitchFamily="2" charset="2"/>
              </a:rPr>
              <a:t>hậu</a:t>
            </a:r>
            <a:r>
              <a:rPr lang="en-US" sz="2800" dirty="0">
                <a:sym typeface="Wingdings" panose="05000000000000000000" pitchFamily="2" charset="2"/>
              </a:rPr>
              <a:t> </a:t>
            </a:r>
            <a:r>
              <a:rPr lang="en-US" sz="2800" dirty="0" err="1" smtClean="0">
                <a:sym typeface="Wingdings" panose="05000000000000000000" pitchFamily="2" charset="2"/>
              </a:rPr>
              <a:t>tố</a:t>
            </a:r>
            <a:r>
              <a:rPr lang="en-US" sz="2800" dirty="0" smtClean="0">
                <a:sym typeface="Wingdings" panose="05000000000000000000" pitchFamily="2" charset="2"/>
              </a:rPr>
              <a:t>.</a:t>
            </a:r>
            <a:endParaRPr lang="en-US" sz="2800" dirty="0" smtClean="0"/>
          </a:p>
          <a:p>
            <a:pPr algn="just" eaLnBrk="1" hangingPunct="1">
              <a:lnSpc>
                <a:spcPct val="150000"/>
              </a:lnSpc>
            </a:pPr>
            <a:r>
              <a:rPr lang="en-US" sz="2800" dirty="0" err="1" smtClean="0"/>
              <a:t>Thuật</a:t>
            </a:r>
            <a:r>
              <a:rPr lang="en-US" sz="2800" dirty="0" smtClean="0"/>
              <a:t> </a:t>
            </a:r>
            <a:r>
              <a:rPr lang="en-US" sz="2800" dirty="0"/>
              <a:t>toán Ba Lan </a:t>
            </a:r>
            <a:r>
              <a:rPr lang="en-US" sz="2800" dirty="0" err="1" smtClean="0"/>
              <a:t>ngược</a:t>
            </a:r>
            <a:r>
              <a:rPr lang="en-US" sz="2800" dirty="0" smtClean="0"/>
              <a:t> (</a:t>
            </a:r>
            <a:r>
              <a:rPr lang="en-US" sz="2800" dirty="0"/>
              <a:t>Reverse Polish Notation – RPN)</a:t>
            </a:r>
          </a:p>
          <a:p>
            <a:pPr lvl="1" algn="just" eaLnBrk="1" hangingPunct="1">
              <a:lnSpc>
                <a:spcPct val="150000"/>
              </a:lnSpc>
            </a:pPr>
            <a:r>
              <a:rPr lang="en-US" sz="2800" dirty="0"/>
              <a:t>Định nghĩa RPN</a:t>
            </a:r>
            <a:r>
              <a:rPr lang="en-US" sz="2800" dirty="0" smtClean="0"/>
              <a:t>: </a:t>
            </a:r>
            <a:r>
              <a:rPr lang="en-US" sz="2800" dirty="0" err="1" smtClean="0"/>
              <a:t>Biểu</a:t>
            </a:r>
            <a:r>
              <a:rPr lang="en-US" sz="2800" dirty="0" smtClean="0"/>
              <a:t> </a:t>
            </a:r>
            <a:r>
              <a:rPr lang="en-US" sz="2800" dirty="0"/>
              <a:t>thức toán học trong đó các toán tử được viết sau toán hạng và không dùng dấu ngoặc.</a:t>
            </a:r>
          </a:p>
          <a:p>
            <a:pPr lvl="1" algn="just" eaLnBrk="1" hangingPunct="1">
              <a:lnSpc>
                <a:spcPct val="150000"/>
              </a:lnSpc>
            </a:pPr>
            <a:r>
              <a:rPr lang="en-US" sz="2800" dirty="0"/>
              <a:t>Phát minh bởi  Jan Lukasiewics một nhà khoa học Ba Lan vào những năm 1950.</a:t>
            </a:r>
          </a:p>
          <a:p>
            <a:pPr algn="just" eaLnBrk="1" hangingPunct="1">
              <a:lnSpc>
                <a:spcPct val="150000"/>
              </a:lnSpc>
            </a:pPr>
            <a:endParaRPr lang="en-US" sz="2800" dirty="0"/>
          </a:p>
        </p:txBody>
      </p:sp>
      <p:sp>
        <p:nvSpPr>
          <p:cNvPr id="26628" name="Title 4"/>
          <p:cNvSpPr>
            <a:spLocks noGrp="1"/>
          </p:cNvSpPr>
          <p:nvPr>
            <p:ph type="title"/>
          </p:nvPr>
        </p:nvSpPr>
        <p:spPr>
          <a:xfrm>
            <a:off x="536431" y="488734"/>
            <a:ext cx="11374044" cy="759871"/>
          </a:xfrm>
        </p:spPr>
        <p:txBody>
          <a:bodyPr>
            <a:noAutofit/>
          </a:bodyPr>
          <a:lstStyle/>
          <a:p>
            <a:pPr algn="ctr"/>
            <a:r>
              <a:rPr lang="en-US" sz="3000" dirty="0" err="1" smtClean="0">
                <a:solidFill>
                  <a:srgbClr val="0070C0"/>
                </a:solidFill>
                <a:effectLst>
                  <a:outerShdw blurRad="38100" dist="38100" dir="2700000" algn="tl">
                    <a:srgbClr val="C0C0C0"/>
                  </a:outerShdw>
                </a:effectLst>
              </a:rPr>
              <a:t>Bài</a:t>
            </a:r>
            <a:r>
              <a:rPr lang="en-US" sz="3000" dirty="0" smtClean="0">
                <a:solidFill>
                  <a:srgbClr val="0070C0"/>
                </a:solidFill>
                <a:effectLst>
                  <a:outerShdw blurRad="38100" dist="38100" dir="2700000" algn="tl">
                    <a:srgbClr val="C0C0C0"/>
                  </a:outerShdw>
                </a:effectLst>
              </a:rPr>
              <a:t> </a:t>
            </a:r>
            <a:r>
              <a:rPr lang="en-US" sz="3000" err="1" smtClean="0">
                <a:solidFill>
                  <a:srgbClr val="0070C0"/>
                </a:solidFill>
                <a:effectLst>
                  <a:outerShdw blurRad="38100" dist="38100" dir="2700000" algn="tl">
                    <a:srgbClr val="C0C0C0"/>
                  </a:outerShdw>
                </a:effectLst>
              </a:rPr>
              <a:t>tập</a:t>
            </a:r>
            <a:r>
              <a:rPr lang="en-US" sz="3000" smtClean="0">
                <a:solidFill>
                  <a:srgbClr val="0070C0"/>
                </a:solidFill>
                <a:effectLst>
                  <a:outerShdw blurRad="38100" dist="38100" dir="2700000" algn="tl">
                    <a:srgbClr val="C0C0C0"/>
                  </a:outerShdw>
                </a:effectLst>
              </a:rPr>
              <a:t> 4 </a:t>
            </a:r>
            <a:r>
              <a:rPr lang="en-US" sz="3000" dirty="0" err="1">
                <a:solidFill>
                  <a:srgbClr val="0070C0"/>
                </a:solidFill>
                <a:effectLst>
                  <a:outerShdw blurRad="38100" dist="38100" dir="2700000" algn="tl">
                    <a:srgbClr val="C0C0C0"/>
                  </a:outerShdw>
                </a:effectLst>
              </a:rPr>
              <a:t>Ký</a:t>
            </a:r>
            <a:r>
              <a:rPr lang="en-US" sz="3000" dirty="0">
                <a:solidFill>
                  <a:srgbClr val="0070C0"/>
                </a:solidFill>
                <a:effectLst>
                  <a:outerShdw blurRad="38100" dist="38100" dir="2700000" algn="tl">
                    <a:srgbClr val="C0C0C0"/>
                  </a:outerShdw>
                </a:effectLst>
              </a:rPr>
              <a:t> </a:t>
            </a:r>
            <a:r>
              <a:rPr lang="en-US" sz="3000" dirty="0" err="1">
                <a:solidFill>
                  <a:srgbClr val="0070C0"/>
                </a:solidFill>
                <a:effectLst>
                  <a:outerShdw blurRad="38100" dist="38100" dir="2700000" algn="tl">
                    <a:srgbClr val="C0C0C0"/>
                  </a:outerShdw>
                </a:effectLst>
              </a:rPr>
              <a:t>pháp</a:t>
            </a:r>
            <a:r>
              <a:rPr lang="en-US" sz="3000" dirty="0">
                <a:solidFill>
                  <a:srgbClr val="0070C0"/>
                </a:solidFill>
                <a:effectLst>
                  <a:outerShdw blurRad="38100" dist="38100" dir="2700000" algn="tl">
                    <a:srgbClr val="C0C0C0"/>
                  </a:outerShdw>
                </a:effectLst>
              </a:rPr>
              <a:t> Ba </a:t>
            </a:r>
            <a:r>
              <a:rPr lang="en-US" sz="3000" dirty="0" smtClean="0">
                <a:solidFill>
                  <a:srgbClr val="0070C0"/>
                </a:solidFill>
                <a:effectLst>
                  <a:outerShdw blurRad="38100" dist="38100" dir="2700000" algn="tl">
                    <a:srgbClr val="C0C0C0"/>
                  </a:outerShdw>
                </a:effectLst>
              </a:rPr>
              <a:t>Lan (SV </a:t>
            </a:r>
            <a:r>
              <a:rPr lang="en-US" sz="3000" dirty="0" err="1" smtClean="0">
                <a:solidFill>
                  <a:srgbClr val="0070C0"/>
                </a:solidFill>
                <a:effectLst>
                  <a:outerShdw blurRad="38100" dist="38100" dir="2700000" algn="tl">
                    <a:srgbClr val="C0C0C0"/>
                  </a:outerShdw>
                </a:effectLst>
              </a:rPr>
              <a:t>đọc</a:t>
            </a:r>
            <a:r>
              <a:rPr lang="en-US" sz="3000" dirty="0" smtClean="0">
                <a:solidFill>
                  <a:srgbClr val="0070C0"/>
                </a:solidFill>
                <a:effectLst>
                  <a:outerShdw blurRad="38100" dist="38100" dir="2700000" algn="tl">
                    <a:srgbClr val="C0C0C0"/>
                  </a:outerShdw>
                </a:effectLst>
              </a:rPr>
              <a:t> </a:t>
            </a:r>
            <a:r>
              <a:rPr lang="en-US" sz="3000" dirty="0" err="1" smtClean="0">
                <a:solidFill>
                  <a:srgbClr val="0070C0"/>
                </a:solidFill>
                <a:effectLst>
                  <a:outerShdw blurRad="38100" dist="38100" dir="2700000" algn="tl">
                    <a:srgbClr val="C0C0C0"/>
                  </a:outerShdw>
                </a:effectLst>
              </a:rPr>
              <a:t>thêm</a:t>
            </a:r>
            <a:r>
              <a:rPr lang="en-US" sz="3000" dirty="0" smtClean="0">
                <a:solidFill>
                  <a:srgbClr val="0070C0"/>
                </a:solidFill>
                <a:effectLst>
                  <a:outerShdw blurRad="38100" dist="38100" dir="2700000" algn="tl">
                    <a:srgbClr val="C0C0C0"/>
                  </a:outerShdw>
                </a:effectLst>
              </a:rPr>
              <a:t> – </a:t>
            </a:r>
            <a:r>
              <a:rPr lang="en-US" sz="3000" dirty="0" err="1" smtClean="0">
                <a:solidFill>
                  <a:srgbClr val="0070C0"/>
                </a:solidFill>
                <a:effectLst>
                  <a:outerShdw blurRad="38100" dist="38100" dir="2700000" algn="tl">
                    <a:srgbClr val="C0C0C0"/>
                  </a:outerShdw>
                </a:effectLst>
              </a:rPr>
              <a:t>dành</a:t>
            </a:r>
            <a:r>
              <a:rPr lang="en-US" sz="3000" dirty="0" smtClean="0">
                <a:solidFill>
                  <a:srgbClr val="0070C0"/>
                </a:solidFill>
                <a:effectLst>
                  <a:outerShdw blurRad="38100" dist="38100" dir="2700000" algn="tl">
                    <a:srgbClr val="C0C0C0"/>
                  </a:outerShdw>
                </a:effectLst>
              </a:rPr>
              <a:t> </a:t>
            </a:r>
            <a:r>
              <a:rPr lang="en-US" sz="3000" dirty="0" err="1" smtClean="0">
                <a:solidFill>
                  <a:srgbClr val="0070C0"/>
                </a:solidFill>
                <a:effectLst>
                  <a:outerShdw blurRad="38100" dist="38100" dir="2700000" algn="tl">
                    <a:srgbClr val="C0C0C0"/>
                  </a:outerShdw>
                </a:effectLst>
              </a:rPr>
              <a:t>làm</a:t>
            </a:r>
            <a:r>
              <a:rPr lang="en-US" sz="3000" dirty="0" smtClean="0">
                <a:solidFill>
                  <a:srgbClr val="0070C0"/>
                </a:solidFill>
                <a:effectLst>
                  <a:outerShdw blurRad="38100" dist="38100" dir="2700000" algn="tl">
                    <a:srgbClr val="C0C0C0"/>
                  </a:outerShdw>
                </a:effectLst>
              </a:rPr>
              <a:t> </a:t>
            </a:r>
            <a:r>
              <a:rPr lang="en-US" sz="3000" dirty="0" err="1" smtClean="0">
                <a:solidFill>
                  <a:srgbClr val="0070C0"/>
                </a:solidFill>
                <a:effectLst>
                  <a:outerShdw blurRad="38100" dist="38100" dir="2700000" algn="tl">
                    <a:srgbClr val="C0C0C0"/>
                  </a:outerShdw>
                </a:effectLst>
              </a:rPr>
              <a:t>bài</a:t>
            </a:r>
            <a:r>
              <a:rPr lang="en-US" sz="3000" dirty="0" smtClean="0">
                <a:solidFill>
                  <a:srgbClr val="0070C0"/>
                </a:solidFill>
                <a:effectLst>
                  <a:outerShdw blurRad="38100" dist="38100" dir="2700000" algn="tl">
                    <a:srgbClr val="C0C0C0"/>
                  </a:outerShdw>
                </a:effectLst>
              </a:rPr>
              <a:t> </a:t>
            </a:r>
            <a:r>
              <a:rPr lang="en-US" sz="3000" dirty="0" err="1" smtClean="0">
                <a:solidFill>
                  <a:srgbClr val="0070C0"/>
                </a:solidFill>
                <a:effectLst>
                  <a:outerShdw blurRad="38100" dist="38100" dir="2700000" algn="tl">
                    <a:srgbClr val="C0C0C0"/>
                  </a:outerShdw>
                </a:effectLst>
              </a:rPr>
              <a:t>tập</a:t>
            </a:r>
            <a:r>
              <a:rPr lang="en-US" sz="3000" dirty="0" smtClean="0">
                <a:solidFill>
                  <a:srgbClr val="0070C0"/>
                </a:solidFill>
                <a:effectLst>
                  <a:outerShdw blurRad="38100" dist="38100" dir="2700000" algn="tl">
                    <a:srgbClr val="C0C0C0"/>
                  </a:outerShdw>
                </a:effectLst>
              </a:rPr>
              <a:t> </a:t>
            </a:r>
            <a:r>
              <a:rPr lang="en-US" sz="3000" dirty="0" err="1" smtClean="0">
                <a:solidFill>
                  <a:srgbClr val="0070C0"/>
                </a:solidFill>
                <a:effectLst>
                  <a:outerShdw blurRad="38100" dist="38100" dir="2700000" algn="tl">
                    <a:srgbClr val="C0C0C0"/>
                  </a:outerShdw>
                </a:effectLst>
              </a:rPr>
              <a:t>lớn</a:t>
            </a:r>
            <a:r>
              <a:rPr lang="en-US" sz="3000" dirty="0" smtClean="0">
                <a:solidFill>
                  <a:srgbClr val="0070C0"/>
                </a:solidFill>
                <a:effectLst>
                  <a:outerShdw blurRad="38100" dist="38100" dir="2700000" algn="tl">
                    <a:srgbClr val="C0C0C0"/>
                  </a:outerShdw>
                </a:effectLst>
              </a:rPr>
              <a:t>)</a:t>
            </a:r>
            <a:endParaRPr lang="en-US" sz="3000" dirty="0" smtClean="0">
              <a:solidFill>
                <a:srgbClr val="0070C0"/>
              </a:solidFill>
            </a:endParaRPr>
          </a:p>
        </p:txBody>
      </p:sp>
    </p:spTree>
    <p:extLst>
      <p:ext uri="{BB962C8B-B14F-4D97-AF65-F5344CB8AC3E}">
        <p14:creationId xmlns:p14="http://schemas.microsoft.com/office/powerpoint/2010/main" val="3208497181"/>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Slide Number Placeholder 4"/>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eaLnBrk="1" hangingPunct="1"/>
            <a:fld id="{A1B0ABD5-46F9-497F-8E08-0E3015BEBCC9}" type="slidenum">
              <a:rPr lang="en-US"/>
              <a:pPr eaLnBrk="1" hangingPunct="1"/>
              <a:t>15</a:t>
            </a:fld>
            <a:endParaRPr lang="en-US"/>
          </a:p>
        </p:txBody>
      </p:sp>
      <p:grpSp>
        <p:nvGrpSpPr>
          <p:cNvPr id="27651" name="Group 29"/>
          <p:cNvGrpSpPr>
            <a:grpSpLocks/>
          </p:cNvGrpSpPr>
          <p:nvPr/>
        </p:nvGrpSpPr>
        <p:grpSpPr bwMode="auto">
          <a:xfrm>
            <a:off x="1122301" y="1317639"/>
            <a:ext cx="9519603" cy="4623117"/>
            <a:chOff x="-346007" y="1152245"/>
            <a:chExt cx="9610218" cy="4363556"/>
          </a:xfrm>
        </p:grpSpPr>
        <p:sp>
          <p:nvSpPr>
            <p:cNvPr id="27653" name="Text Box 3"/>
            <p:cNvSpPr txBox="1">
              <a:spLocks noChangeArrowheads="1"/>
            </p:cNvSpPr>
            <p:nvPr/>
          </p:nvSpPr>
          <p:spPr bwMode="auto">
            <a:xfrm>
              <a:off x="-346007" y="1152245"/>
              <a:ext cx="8382000" cy="11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8925" indent="-288925" eaLnBrk="0" hangingPunct="0">
                <a:tabLst>
                  <a:tab pos="577850" algn="l"/>
                </a:tabLst>
                <a:defRPr sz="1000" b="1">
                  <a:solidFill>
                    <a:schemeClr val="bg1"/>
                  </a:solidFill>
                  <a:latin typeface="Arial" panose="020B0604020202020204" pitchFamily="34" charset="0"/>
                </a:defRPr>
              </a:lvl1pPr>
              <a:lvl2pPr marL="742950" indent="-285750" eaLnBrk="0" hangingPunct="0">
                <a:tabLst>
                  <a:tab pos="577850" algn="l"/>
                </a:tabLst>
                <a:defRPr sz="1000" b="1">
                  <a:solidFill>
                    <a:schemeClr val="bg1"/>
                  </a:solidFill>
                  <a:latin typeface="Arial" panose="020B0604020202020204" pitchFamily="34" charset="0"/>
                </a:defRPr>
              </a:lvl2pPr>
              <a:lvl3pPr marL="1143000" indent="-228600" eaLnBrk="0" hangingPunct="0">
                <a:tabLst>
                  <a:tab pos="577850" algn="l"/>
                </a:tabLst>
                <a:defRPr sz="1000" b="1">
                  <a:solidFill>
                    <a:schemeClr val="bg1"/>
                  </a:solidFill>
                  <a:latin typeface="Arial" panose="020B0604020202020204" pitchFamily="34" charset="0"/>
                </a:defRPr>
              </a:lvl3pPr>
              <a:lvl4pPr marL="1600200" indent="-228600" eaLnBrk="0" hangingPunct="0">
                <a:tabLst>
                  <a:tab pos="577850" algn="l"/>
                </a:tabLst>
                <a:defRPr sz="1000" b="1">
                  <a:solidFill>
                    <a:schemeClr val="bg1"/>
                  </a:solidFill>
                  <a:latin typeface="Arial" panose="020B0604020202020204" pitchFamily="34" charset="0"/>
                </a:defRPr>
              </a:lvl4pPr>
              <a:lvl5pPr marL="2057400" indent="-228600" eaLnBrk="0" hangingPunct="0">
                <a:tabLst>
                  <a:tab pos="577850" algn="l"/>
                </a:tabLst>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tabLst>
                  <a:tab pos="577850" algn="l"/>
                </a:tabLs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tabLst>
                  <a:tab pos="577850" algn="l"/>
                </a:tabLs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tabLst>
                  <a:tab pos="577850" algn="l"/>
                </a:tabLs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tabLst>
                  <a:tab pos="577850" algn="l"/>
                </a:tabLst>
                <a:defRPr sz="1000" b="1">
                  <a:solidFill>
                    <a:schemeClr val="bg1"/>
                  </a:solidFill>
                  <a:latin typeface="Arial" panose="020B0604020202020204" pitchFamily="34" charset="0"/>
                </a:defRPr>
              </a:lvl9pPr>
            </a:lstStyle>
            <a:p>
              <a:pPr algn="l" eaLnBrk="1" hangingPunct="1"/>
              <a:r>
                <a:rPr lang="en-US" sz="2400" b="0" dirty="0">
                  <a:solidFill>
                    <a:srgbClr val="FF0000"/>
                  </a:solidFill>
                  <a:cs typeface="Arial" panose="020B0604020202020204" pitchFamily="34" charset="0"/>
                </a:rPr>
                <a:t>	</a:t>
              </a:r>
              <a:r>
                <a:rPr lang="en-US" sz="2400" dirty="0">
                  <a:solidFill>
                    <a:srgbClr val="0000CC"/>
                  </a:solidFill>
                  <a:cs typeface="Arial" panose="020B0604020202020204" pitchFamily="34" charset="0"/>
                </a:rPr>
                <a:t>Infix 	     </a:t>
              </a:r>
              <a:r>
                <a:rPr lang="en-US" sz="2400" dirty="0" smtClean="0">
                  <a:solidFill>
                    <a:srgbClr val="0000CC"/>
                  </a:solidFill>
                  <a:cs typeface="Arial" panose="020B0604020202020204" pitchFamily="34" charset="0"/>
                </a:rPr>
                <a:t>		:</a:t>
              </a:r>
              <a:r>
                <a:rPr lang="en-US" sz="2400" b="0" dirty="0" smtClean="0">
                  <a:solidFill>
                    <a:schemeClr val="tx1"/>
                  </a:solidFill>
                  <a:cs typeface="Arial" panose="020B0604020202020204" pitchFamily="34" charset="0"/>
                </a:rPr>
                <a:t> </a:t>
              </a:r>
              <a:r>
                <a:rPr lang="en-US" sz="2400" b="0" dirty="0" err="1">
                  <a:solidFill>
                    <a:srgbClr val="002060"/>
                  </a:solidFill>
                  <a:cs typeface="Arial" panose="020B0604020202020204" pitchFamily="34" charset="0"/>
                </a:rPr>
                <a:t>toán</a:t>
              </a:r>
              <a:r>
                <a:rPr lang="en-US" sz="2400" b="0" dirty="0">
                  <a:solidFill>
                    <a:srgbClr val="002060"/>
                  </a:solidFill>
                  <a:cs typeface="Arial" panose="020B0604020202020204" pitchFamily="34" charset="0"/>
                </a:rPr>
                <a:t> </a:t>
              </a:r>
              <a:r>
                <a:rPr lang="en-US" sz="2400" b="0" dirty="0" err="1">
                  <a:solidFill>
                    <a:srgbClr val="002060"/>
                  </a:solidFill>
                  <a:cs typeface="Arial" panose="020B0604020202020204" pitchFamily="34" charset="0"/>
                </a:rPr>
                <a:t>tử</a:t>
              </a:r>
              <a:r>
                <a:rPr lang="en-US" sz="2400" b="0" dirty="0">
                  <a:solidFill>
                    <a:srgbClr val="002060"/>
                  </a:solidFill>
                  <a:cs typeface="Arial" panose="020B0604020202020204" pitchFamily="34" charset="0"/>
                </a:rPr>
                <a:t> </a:t>
              </a:r>
              <a:r>
                <a:rPr lang="en-US" sz="2400" b="0" dirty="0" err="1">
                  <a:solidFill>
                    <a:srgbClr val="002060"/>
                  </a:solidFill>
                  <a:cs typeface="Arial" panose="020B0604020202020204" pitchFamily="34" charset="0"/>
                </a:rPr>
                <a:t>viết</a:t>
              </a:r>
              <a:r>
                <a:rPr lang="en-US" sz="2400" b="0" dirty="0">
                  <a:solidFill>
                    <a:srgbClr val="002060"/>
                  </a:solidFill>
                  <a:cs typeface="Arial" panose="020B0604020202020204" pitchFamily="34" charset="0"/>
                </a:rPr>
                <a:t> </a:t>
              </a:r>
              <a:r>
                <a:rPr lang="en-US" sz="2400" b="0" dirty="0" err="1">
                  <a:solidFill>
                    <a:srgbClr val="002060"/>
                  </a:solidFill>
                  <a:cs typeface="Arial" panose="020B0604020202020204" pitchFamily="34" charset="0"/>
                </a:rPr>
                <a:t>giữa</a:t>
              </a:r>
              <a:r>
                <a:rPr lang="en-US" sz="2400" b="0" dirty="0">
                  <a:solidFill>
                    <a:srgbClr val="002060"/>
                  </a:solidFill>
                  <a:cs typeface="Arial" panose="020B0604020202020204" pitchFamily="34" charset="0"/>
                </a:rPr>
                <a:t> </a:t>
              </a:r>
              <a:r>
                <a:rPr lang="en-US" sz="2400" b="0" dirty="0" err="1">
                  <a:solidFill>
                    <a:srgbClr val="002060"/>
                  </a:solidFill>
                  <a:cs typeface="Arial" panose="020B0604020202020204" pitchFamily="34" charset="0"/>
                </a:rPr>
                <a:t>toán</a:t>
              </a:r>
              <a:r>
                <a:rPr lang="en-US" sz="2400" b="0" dirty="0">
                  <a:solidFill>
                    <a:srgbClr val="002060"/>
                  </a:solidFill>
                  <a:cs typeface="Arial" panose="020B0604020202020204" pitchFamily="34" charset="0"/>
                </a:rPr>
                <a:t> </a:t>
              </a:r>
              <a:r>
                <a:rPr lang="en-US" sz="2400" b="0" dirty="0" err="1">
                  <a:solidFill>
                    <a:srgbClr val="002060"/>
                  </a:solidFill>
                  <a:cs typeface="Arial" panose="020B0604020202020204" pitchFamily="34" charset="0"/>
                </a:rPr>
                <a:t>hạng</a:t>
              </a:r>
              <a:endParaRPr lang="en-US" sz="2400" b="0" dirty="0">
                <a:solidFill>
                  <a:srgbClr val="002060"/>
                </a:solidFill>
                <a:cs typeface="Arial" panose="020B0604020202020204" pitchFamily="34" charset="0"/>
              </a:endParaRPr>
            </a:p>
            <a:p>
              <a:pPr algn="l" eaLnBrk="1" hangingPunct="1"/>
              <a:r>
                <a:rPr lang="en-US" sz="2400" b="0" dirty="0">
                  <a:solidFill>
                    <a:schemeClr val="tx1"/>
                  </a:solidFill>
                  <a:cs typeface="Arial" panose="020B0604020202020204" pitchFamily="34" charset="0"/>
                </a:rPr>
                <a:t>	</a:t>
              </a:r>
              <a:r>
                <a:rPr lang="en-US" sz="2400" dirty="0">
                  <a:solidFill>
                    <a:srgbClr val="0000CC"/>
                  </a:solidFill>
                  <a:cs typeface="Arial" panose="020B0604020202020204" pitchFamily="34" charset="0"/>
                </a:rPr>
                <a:t>Postfix (RPN</a:t>
              </a:r>
              <a:r>
                <a:rPr lang="en-US" sz="2400" dirty="0" smtClean="0">
                  <a:solidFill>
                    <a:srgbClr val="0000CC"/>
                  </a:solidFill>
                  <a:cs typeface="Arial" panose="020B0604020202020204" pitchFamily="34" charset="0"/>
                </a:rPr>
                <a:t>)	:</a:t>
              </a:r>
              <a:r>
                <a:rPr lang="en-US" sz="2400" b="0" dirty="0" smtClean="0">
                  <a:solidFill>
                    <a:srgbClr val="002060"/>
                  </a:solidFill>
                  <a:cs typeface="Arial" panose="020B0604020202020204" pitchFamily="34" charset="0"/>
                </a:rPr>
                <a:t> </a:t>
              </a:r>
              <a:r>
                <a:rPr lang="en-US" sz="2400" b="0" dirty="0" err="1">
                  <a:solidFill>
                    <a:srgbClr val="002060"/>
                  </a:solidFill>
                  <a:cs typeface="Arial" panose="020B0604020202020204" pitchFamily="34" charset="0"/>
                </a:rPr>
                <a:t>toán</a:t>
              </a:r>
              <a:r>
                <a:rPr lang="en-US" sz="2400" b="0" dirty="0">
                  <a:solidFill>
                    <a:srgbClr val="002060"/>
                  </a:solidFill>
                  <a:cs typeface="Arial" panose="020B0604020202020204" pitchFamily="34" charset="0"/>
                </a:rPr>
                <a:t> </a:t>
              </a:r>
              <a:r>
                <a:rPr lang="en-US" sz="2400" b="0" dirty="0" err="1">
                  <a:solidFill>
                    <a:srgbClr val="002060"/>
                  </a:solidFill>
                  <a:cs typeface="Arial" panose="020B0604020202020204" pitchFamily="34" charset="0"/>
                </a:rPr>
                <a:t>tử</a:t>
              </a:r>
              <a:r>
                <a:rPr lang="en-US" sz="2400" b="0" dirty="0">
                  <a:solidFill>
                    <a:srgbClr val="002060"/>
                  </a:solidFill>
                  <a:cs typeface="Arial" panose="020B0604020202020204" pitchFamily="34" charset="0"/>
                </a:rPr>
                <a:t> </a:t>
              </a:r>
              <a:r>
                <a:rPr lang="en-US" sz="2400" b="0" dirty="0" err="1">
                  <a:solidFill>
                    <a:srgbClr val="002060"/>
                  </a:solidFill>
                  <a:cs typeface="Arial" panose="020B0604020202020204" pitchFamily="34" charset="0"/>
                </a:rPr>
                <a:t>viết</a:t>
              </a:r>
              <a:r>
                <a:rPr lang="en-US" sz="2400" b="0" dirty="0">
                  <a:solidFill>
                    <a:srgbClr val="002060"/>
                  </a:solidFill>
                  <a:cs typeface="Arial" panose="020B0604020202020204" pitchFamily="34" charset="0"/>
                </a:rPr>
                <a:t> </a:t>
              </a:r>
              <a:r>
                <a:rPr lang="en-US" sz="2400" b="0" dirty="0" err="1">
                  <a:solidFill>
                    <a:srgbClr val="002060"/>
                  </a:solidFill>
                  <a:cs typeface="Arial" panose="020B0604020202020204" pitchFamily="34" charset="0"/>
                </a:rPr>
                <a:t>sau</a:t>
              </a:r>
              <a:r>
                <a:rPr lang="en-US" sz="2400" b="0" dirty="0">
                  <a:solidFill>
                    <a:srgbClr val="002060"/>
                  </a:solidFill>
                  <a:cs typeface="Arial" panose="020B0604020202020204" pitchFamily="34" charset="0"/>
                </a:rPr>
                <a:t> </a:t>
              </a:r>
              <a:r>
                <a:rPr lang="en-US" sz="2400" b="0" dirty="0" err="1">
                  <a:solidFill>
                    <a:srgbClr val="002060"/>
                  </a:solidFill>
                  <a:cs typeface="Arial" panose="020B0604020202020204" pitchFamily="34" charset="0"/>
                </a:rPr>
                <a:t>toán</a:t>
              </a:r>
              <a:r>
                <a:rPr lang="en-US" sz="2400" b="0" dirty="0">
                  <a:solidFill>
                    <a:srgbClr val="002060"/>
                  </a:solidFill>
                  <a:cs typeface="Arial" panose="020B0604020202020204" pitchFamily="34" charset="0"/>
                </a:rPr>
                <a:t> </a:t>
              </a:r>
              <a:r>
                <a:rPr lang="en-US" sz="2400" b="0" dirty="0" err="1">
                  <a:solidFill>
                    <a:srgbClr val="002060"/>
                  </a:solidFill>
                  <a:cs typeface="Arial" panose="020B0604020202020204" pitchFamily="34" charset="0"/>
                </a:rPr>
                <a:t>hạng</a:t>
              </a:r>
              <a:endParaRPr lang="en-US" sz="2400" b="0" dirty="0">
                <a:solidFill>
                  <a:srgbClr val="002060"/>
                </a:solidFill>
                <a:cs typeface="Arial" panose="020B0604020202020204" pitchFamily="34" charset="0"/>
              </a:endParaRPr>
            </a:p>
            <a:p>
              <a:pPr algn="l" eaLnBrk="1" hangingPunct="1"/>
              <a:r>
                <a:rPr lang="en-US" sz="2400" b="0" dirty="0">
                  <a:solidFill>
                    <a:schemeClr val="tx1"/>
                  </a:solidFill>
                  <a:cs typeface="Arial" panose="020B0604020202020204" pitchFamily="34" charset="0"/>
                </a:rPr>
                <a:t>	</a:t>
              </a:r>
              <a:r>
                <a:rPr lang="en-US" sz="2400" dirty="0">
                  <a:solidFill>
                    <a:srgbClr val="0000CC"/>
                  </a:solidFill>
                  <a:cs typeface="Arial" panose="020B0604020202020204" pitchFamily="34" charset="0"/>
                </a:rPr>
                <a:t>Prefix             </a:t>
              </a:r>
              <a:r>
                <a:rPr lang="en-US" sz="2400" dirty="0" smtClean="0">
                  <a:solidFill>
                    <a:srgbClr val="0000CC"/>
                  </a:solidFill>
                  <a:cs typeface="Arial" panose="020B0604020202020204" pitchFamily="34" charset="0"/>
                </a:rPr>
                <a:t>	:</a:t>
              </a:r>
              <a:r>
                <a:rPr lang="en-US" sz="2400" b="0" dirty="0" smtClean="0">
                  <a:solidFill>
                    <a:schemeClr val="tx1"/>
                  </a:solidFill>
                  <a:cs typeface="Arial" panose="020B0604020202020204" pitchFamily="34" charset="0"/>
                </a:rPr>
                <a:t> </a:t>
              </a:r>
              <a:r>
                <a:rPr lang="en-US" sz="2400" b="0" dirty="0" err="1">
                  <a:solidFill>
                    <a:srgbClr val="002060"/>
                  </a:solidFill>
                  <a:cs typeface="Arial" panose="020B0604020202020204" pitchFamily="34" charset="0"/>
                </a:rPr>
                <a:t>toán</a:t>
              </a:r>
              <a:r>
                <a:rPr lang="en-US" sz="2400" b="0" dirty="0">
                  <a:solidFill>
                    <a:srgbClr val="002060"/>
                  </a:solidFill>
                  <a:cs typeface="Arial" panose="020B0604020202020204" pitchFamily="34" charset="0"/>
                </a:rPr>
                <a:t> </a:t>
              </a:r>
              <a:r>
                <a:rPr lang="en-US" sz="2400" b="0" dirty="0" err="1">
                  <a:solidFill>
                    <a:srgbClr val="002060"/>
                  </a:solidFill>
                  <a:cs typeface="Arial" panose="020B0604020202020204" pitchFamily="34" charset="0"/>
                </a:rPr>
                <a:t>tử</a:t>
              </a:r>
              <a:r>
                <a:rPr lang="en-US" sz="2400" b="0" dirty="0">
                  <a:solidFill>
                    <a:srgbClr val="002060"/>
                  </a:solidFill>
                  <a:cs typeface="Arial" panose="020B0604020202020204" pitchFamily="34" charset="0"/>
                </a:rPr>
                <a:t> </a:t>
              </a:r>
              <a:r>
                <a:rPr lang="en-US" sz="2400" b="0" dirty="0" err="1">
                  <a:solidFill>
                    <a:srgbClr val="002060"/>
                  </a:solidFill>
                  <a:cs typeface="Arial" panose="020B0604020202020204" pitchFamily="34" charset="0"/>
                </a:rPr>
                <a:t>viết</a:t>
              </a:r>
              <a:r>
                <a:rPr lang="en-US" sz="2400" b="0" dirty="0">
                  <a:solidFill>
                    <a:srgbClr val="002060"/>
                  </a:solidFill>
                  <a:cs typeface="Arial" panose="020B0604020202020204" pitchFamily="34" charset="0"/>
                </a:rPr>
                <a:t> </a:t>
              </a:r>
              <a:r>
                <a:rPr lang="en-US" sz="2400" b="0" dirty="0" err="1">
                  <a:solidFill>
                    <a:srgbClr val="002060"/>
                  </a:solidFill>
                  <a:cs typeface="Arial" panose="020B0604020202020204" pitchFamily="34" charset="0"/>
                </a:rPr>
                <a:t>trước</a:t>
              </a:r>
              <a:r>
                <a:rPr lang="en-US" sz="2400" b="0" dirty="0">
                  <a:solidFill>
                    <a:srgbClr val="002060"/>
                  </a:solidFill>
                  <a:cs typeface="Arial" panose="020B0604020202020204" pitchFamily="34" charset="0"/>
                </a:rPr>
                <a:t> </a:t>
              </a:r>
              <a:r>
                <a:rPr lang="en-US" sz="2400" b="0" dirty="0" err="1">
                  <a:solidFill>
                    <a:srgbClr val="002060"/>
                  </a:solidFill>
                  <a:cs typeface="Arial" panose="020B0604020202020204" pitchFamily="34" charset="0"/>
                </a:rPr>
                <a:t>toán</a:t>
              </a:r>
              <a:r>
                <a:rPr lang="en-US" sz="2400" b="0" dirty="0">
                  <a:solidFill>
                    <a:srgbClr val="002060"/>
                  </a:solidFill>
                  <a:cs typeface="Arial" panose="020B0604020202020204" pitchFamily="34" charset="0"/>
                </a:rPr>
                <a:t> </a:t>
              </a:r>
              <a:r>
                <a:rPr lang="en-US" sz="2400" b="0" dirty="0" err="1">
                  <a:solidFill>
                    <a:srgbClr val="002060"/>
                  </a:solidFill>
                  <a:cs typeface="Arial" panose="020B0604020202020204" pitchFamily="34" charset="0"/>
                </a:rPr>
                <a:t>hạng</a:t>
              </a:r>
              <a:r>
                <a:rPr lang="en-US" sz="2400" b="0" dirty="0">
                  <a:solidFill>
                    <a:schemeClr val="tx1"/>
                  </a:solidFill>
                  <a:cs typeface="Arial" panose="020B0604020202020204" pitchFamily="34" charset="0"/>
                </a:rPr>
                <a:t> </a:t>
              </a:r>
              <a:r>
                <a:rPr lang="en-US" sz="2400" dirty="0">
                  <a:solidFill>
                    <a:schemeClr val="tx1"/>
                  </a:solidFill>
                  <a:cs typeface="Arial" panose="020B0604020202020204" pitchFamily="34" charset="0"/>
                </a:rPr>
                <a:t>	</a:t>
              </a:r>
            </a:p>
          </p:txBody>
        </p:sp>
        <p:sp>
          <p:nvSpPr>
            <p:cNvPr id="27654" name="Text Box 4"/>
            <p:cNvSpPr txBox="1">
              <a:spLocks noChangeArrowheads="1"/>
            </p:cNvSpPr>
            <p:nvPr/>
          </p:nvSpPr>
          <p:spPr bwMode="auto">
            <a:xfrm>
              <a:off x="213366" y="2971525"/>
              <a:ext cx="9050845" cy="2527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r>
                <a:rPr lang="en-US" sz="2400" dirty="0">
                  <a:solidFill>
                    <a:srgbClr val="002060"/>
                  </a:solidFill>
                  <a:latin typeface="Times New Roman MT Extra Bold" pitchFamily="18" charset="0"/>
                </a:rPr>
                <a:t>Ví dụ:</a:t>
              </a:r>
            </a:p>
            <a:p>
              <a:pPr algn="l" eaLnBrk="1" hangingPunct="1"/>
              <a:r>
                <a:rPr lang="en-US" sz="2400" u="sng" dirty="0">
                  <a:solidFill>
                    <a:srgbClr val="0000CC"/>
                  </a:solidFill>
                  <a:latin typeface="Times New Roman MT Extra Bold" pitchFamily="18" charset="0"/>
                </a:rPr>
                <a:t>INFIX</a:t>
              </a:r>
              <a:r>
                <a:rPr lang="en-US" sz="2400" dirty="0">
                  <a:solidFill>
                    <a:srgbClr val="0000CC"/>
                  </a:solidFill>
                  <a:latin typeface="Times New Roman MT Extra Bold" pitchFamily="18" charset="0"/>
                </a:rPr>
                <a:t>			 </a:t>
              </a:r>
              <a:r>
                <a:rPr lang="en-US" sz="2400" dirty="0" smtClean="0">
                  <a:solidFill>
                    <a:srgbClr val="0000CC"/>
                  </a:solidFill>
                  <a:latin typeface="Times New Roman MT Extra Bold" pitchFamily="18" charset="0"/>
                </a:rPr>
                <a:t>		 </a:t>
              </a:r>
              <a:r>
                <a:rPr lang="en-US" sz="2400" dirty="0">
                  <a:solidFill>
                    <a:srgbClr val="0000CC"/>
                  </a:solidFill>
                  <a:latin typeface="Times New Roman MT Extra Bold" pitchFamily="18" charset="0"/>
                </a:rPr>
                <a:t>RPN (POSTFIX)	     </a:t>
              </a:r>
              <a:r>
                <a:rPr lang="en-US" sz="2400" dirty="0" smtClean="0">
                  <a:solidFill>
                    <a:srgbClr val="0000CC"/>
                  </a:solidFill>
                  <a:latin typeface="Times New Roman MT Extra Bold" pitchFamily="18" charset="0"/>
                </a:rPr>
                <a:t>	PREFIX</a:t>
              </a:r>
              <a:endParaRPr lang="en-US" sz="2400" dirty="0">
                <a:solidFill>
                  <a:srgbClr val="0000CC"/>
                </a:solidFill>
                <a:latin typeface="Times" panose="02020603050405020304" pitchFamily="18" charset="0"/>
              </a:endParaRPr>
            </a:p>
            <a:p>
              <a:pPr algn="l" eaLnBrk="1" hangingPunct="1"/>
              <a:r>
                <a:rPr lang="en-US" sz="2400" dirty="0">
                  <a:solidFill>
                    <a:schemeClr val="tx1"/>
                  </a:solidFill>
                  <a:latin typeface="Courier New" panose="02070309020205020404" pitchFamily="49" charset="0"/>
                </a:rPr>
                <a:t>A + B	</a:t>
              </a:r>
              <a:br>
                <a:rPr lang="en-US" sz="2400" dirty="0">
                  <a:solidFill>
                    <a:schemeClr val="tx1"/>
                  </a:solidFill>
                  <a:latin typeface="Courier New" panose="02070309020205020404" pitchFamily="49" charset="0"/>
                </a:rPr>
              </a:br>
              <a:r>
                <a:rPr lang="en-US" sz="2400" dirty="0">
                  <a:solidFill>
                    <a:schemeClr val="tx1"/>
                  </a:solidFill>
                  <a:latin typeface="Courier New" panose="02070309020205020404" pitchFamily="49" charset="0"/>
                </a:rPr>
                <a:t>A * B + C	</a:t>
              </a:r>
              <a:br>
                <a:rPr lang="en-US" sz="2400" dirty="0">
                  <a:solidFill>
                    <a:schemeClr val="tx1"/>
                  </a:solidFill>
                  <a:latin typeface="Courier New" panose="02070309020205020404" pitchFamily="49" charset="0"/>
                </a:rPr>
              </a:br>
              <a:r>
                <a:rPr lang="en-US" sz="2400" dirty="0">
                  <a:solidFill>
                    <a:schemeClr val="tx1"/>
                  </a:solidFill>
                  <a:latin typeface="Courier New" panose="02070309020205020404" pitchFamily="49" charset="0"/>
                </a:rPr>
                <a:t>A * (B + C)	</a:t>
              </a:r>
              <a:br>
                <a:rPr lang="en-US" sz="2400" dirty="0">
                  <a:solidFill>
                    <a:schemeClr val="tx1"/>
                  </a:solidFill>
                  <a:latin typeface="Courier New" panose="02070309020205020404" pitchFamily="49" charset="0"/>
                </a:rPr>
              </a:br>
              <a:r>
                <a:rPr lang="en-US" sz="2400" dirty="0">
                  <a:solidFill>
                    <a:schemeClr val="tx1"/>
                  </a:solidFill>
                  <a:latin typeface="Courier New" panose="02070309020205020404" pitchFamily="49" charset="0"/>
                </a:rPr>
                <a:t>A - (B - (C - D))	</a:t>
              </a:r>
            </a:p>
            <a:p>
              <a:pPr algn="l" eaLnBrk="1" hangingPunct="1"/>
              <a:r>
                <a:rPr lang="en-US" sz="2400" dirty="0">
                  <a:solidFill>
                    <a:schemeClr val="tx1"/>
                  </a:solidFill>
                  <a:latin typeface="Courier New" panose="02070309020205020404" pitchFamily="49" charset="0"/>
                </a:rPr>
                <a:t>A - B - C - D</a:t>
              </a:r>
            </a:p>
          </p:txBody>
        </p:sp>
        <p:sp>
          <p:nvSpPr>
            <p:cNvPr id="27655" name="Text Box 5"/>
            <p:cNvSpPr txBox="1">
              <a:spLocks noChangeArrowheads="1"/>
            </p:cNvSpPr>
            <p:nvPr/>
          </p:nvSpPr>
          <p:spPr bwMode="auto">
            <a:xfrm>
              <a:off x="3429000" y="3657600"/>
              <a:ext cx="2971800" cy="43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400" dirty="0">
                  <a:solidFill>
                    <a:srgbClr val="FF0000"/>
                  </a:solidFill>
                  <a:latin typeface="Courier New" panose="02070309020205020404" pitchFamily="49" charset="0"/>
                </a:rPr>
                <a:t>A B +</a:t>
              </a:r>
              <a:endParaRPr lang="en-US" sz="2400" dirty="0">
                <a:latin typeface="Courier New" panose="02070309020205020404" pitchFamily="49" charset="0"/>
              </a:endParaRPr>
            </a:p>
          </p:txBody>
        </p:sp>
        <p:sp>
          <p:nvSpPr>
            <p:cNvPr id="27656" name="Text Box 6"/>
            <p:cNvSpPr txBox="1">
              <a:spLocks noChangeArrowheads="1"/>
            </p:cNvSpPr>
            <p:nvPr/>
          </p:nvSpPr>
          <p:spPr bwMode="auto">
            <a:xfrm>
              <a:off x="6315567" y="3667113"/>
              <a:ext cx="2733675" cy="43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400">
                  <a:solidFill>
                    <a:srgbClr val="FF0000"/>
                  </a:solidFill>
                  <a:latin typeface="Courier New" panose="02070309020205020404" pitchFamily="49" charset="0"/>
                </a:rPr>
                <a:t>+ A B</a:t>
              </a:r>
              <a:endParaRPr lang="en-US" sz="2400">
                <a:latin typeface="Courier New" panose="02070309020205020404" pitchFamily="49" charset="0"/>
              </a:endParaRPr>
            </a:p>
          </p:txBody>
        </p:sp>
        <p:sp>
          <p:nvSpPr>
            <p:cNvPr id="27657" name="Text Box 7"/>
            <p:cNvSpPr txBox="1">
              <a:spLocks noChangeArrowheads="1"/>
            </p:cNvSpPr>
            <p:nvPr/>
          </p:nvSpPr>
          <p:spPr bwMode="auto">
            <a:xfrm>
              <a:off x="3409950" y="4038616"/>
              <a:ext cx="2971800" cy="43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400" dirty="0">
                  <a:solidFill>
                    <a:srgbClr val="FF0000"/>
                  </a:solidFill>
                  <a:latin typeface="Courier New" panose="02070309020205020404" pitchFamily="49" charset="0"/>
                </a:rPr>
                <a:t>A B * C +</a:t>
              </a:r>
              <a:endParaRPr lang="en-US" sz="2400" dirty="0">
                <a:latin typeface="Courier New" panose="02070309020205020404" pitchFamily="49" charset="0"/>
              </a:endParaRPr>
            </a:p>
          </p:txBody>
        </p:sp>
        <p:sp>
          <p:nvSpPr>
            <p:cNvPr id="27658" name="Text Box 8"/>
            <p:cNvSpPr txBox="1">
              <a:spLocks noChangeArrowheads="1"/>
            </p:cNvSpPr>
            <p:nvPr/>
          </p:nvSpPr>
          <p:spPr bwMode="auto">
            <a:xfrm>
              <a:off x="3409950" y="4398979"/>
              <a:ext cx="2971800" cy="43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400" dirty="0">
                  <a:solidFill>
                    <a:srgbClr val="FF0000"/>
                  </a:solidFill>
                  <a:latin typeface="Courier New" panose="02070309020205020404" pitchFamily="49" charset="0"/>
                </a:rPr>
                <a:t>A B C + *</a:t>
              </a:r>
              <a:endParaRPr lang="en-US" sz="2400" dirty="0">
                <a:latin typeface="Courier New" panose="02070309020205020404" pitchFamily="49" charset="0"/>
              </a:endParaRPr>
            </a:p>
          </p:txBody>
        </p:sp>
        <p:sp>
          <p:nvSpPr>
            <p:cNvPr id="27659" name="Text Box 9"/>
            <p:cNvSpPr txBox="1">
              <a:spLocks noChangeArrowheads="1"/>
            </p:cNvSpPr>
            <p:nvPr/>
          </p:nvSpPr>
          <p:spPr bwMode="auto">
            <a:xfrm>
              <a:off x="3409950" y="4733957"/>
              <a:ext cx="2971800" cy="43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400" dirty="0">
                  <a:solidFill>
                    <a:srgbClr val="FF0000"/>
                  </a:solidFill>
                  <a:latin typeface="Courier New" panose="02070309020205020404" pitchFamily="49" charset="0"/>
                </a:rPr>
                <a:t>A B C D - - -</a:t>
              </a:r>
              <a:endParaRPr lang="en-US" sz="2400" dirty="0">
                <a:latin typeface="Courier New" panose="02070309020205020404" pitchFamily="49" charset="0"/>
              </a:endParaRPr>
            </a:p>
          </p:txBody>
        </p:sp>
        <p:sp>
          <p:nvSpPr>
            <p:cNvPr id="27660" name="Text Box 10"/>
            <p:cNvSpPr txBox="1">
              <a:spLocks noChangeArrowheads="1"/>
            </p:cNvSpPr>
            <p:nvPr/>
          </p:nvSpPr>
          <p:spPr bwMode="auto">
            <a:xfrm>
              <a:off x="3409950" y="5080056"/>
              <a:ext cx="2971800" cy="43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400" dirty="0">
                  <a:solidFill>
                    <a:srgbClr val="FF0000"/>
                  </a:solidFill>
                  <a:latin typeface="Courier New" panose="02070309020205020404" pitchFamily="49" charset="0"/>
                </a:rPr>
                <a:t>A B - C - D -</a:t>
              </a:r>
              <a:endParaRPr lang="en-US" sz="2400" dirty="0">
                <a:latin typeface="Courier New" panose="02070309020205020404" pitchFamily="49" charset="0"/>
              </a:endParaRPr>
            </a:p>
          </p:txBody>
        </p:sp>
        <p:sp>
          <p:nvSpPr>
            <p:cNvPr id="27661" name="Text Box 11"/>
            <p:cNvSpPr txBox="1">
              <a:spLocks noChangeArrowheads="1"/>
            </p:cNvSpPr>
            <p:nvPr/>
          </p:nvSpPr>
          <p:spPr bwMode="auto">
            <a:xfrm>
              <a:off x="6321835" y="4012789"/>
              <a:ext cx="2743200" cy="43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400">
                  <a:solidFill>
                    <a:srgbClr val="FF0000"/>
                  </a:solidFill>
                  <a:latin typeface="Courier New" panose="02070309020205020404" pitchFamily="49" charset="0"/>
                </a:rPr>
                <a:t>+ * A B C</a:t>
              </a:r>
              <a:endParaRPr lang="en-US" sz="2400">
                <a:latin typeface="Courier New" panose="02070309020205020404" pitchFamily="49" charset="0"/>
              </a:endParaRPr>
            </a:p>
          </p:txBody>
        </p:sp>
        <p:sp>
          <p:nvSpPr>
            <p:cNvPr id="27662" name="Text Box 12"/>
            <p:cNvSpPr txBox="1">
              <a:spLocks noChangeArrowheads="1"/>
            </p:cNvSpPr>
            <p:nvPr/>
          </p:nvSpPr>
          <p:spPr bwMode="auto">
            <a:xfrm>
              <a:off x="6313223" y="4378704"/>
              <a:ext cx="2743200" cy="43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400" dirty="0">
                  <a:solidFill>
                    <a:srgbClr val="FF0000"/>
                  </a:solidFill>
                  <a:latin typeface="Courier New" panose="02070309020205020404" pitchFamily="49" charset="0"/>
                </a:rPr>
                <a:t>* A + B C</a:t>
              </a:r>
              <a:endParaRPr lang="en-US" sz="2400" dirty="0">
                <a:latin typeface="Courier New" panose="02070309020205020404" pitchFamily="49" charset="0"/>
              </a:endParaRPr>
            </a:p>
          </p:txBody>
        </p:sp>
        <p:sp>
          <p:nvSpPr>
            <p:cNvPr id="27663" name="Text Box 13"/>
            <p:cNvSpPr txBox="1">
              <a:spLocks noChangeArrowheads="1"/>
            </p:cNvSpPr>
            <p:nvPr/>
          </p:nvSpPr>
          <p:spPr bwMode="auto">
            <a:xfrm>
              <a:off x="6311092" y="4695711"/>
              <a:ext cx="2743200" cy="43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400">
                  <a:solidFill>
                    <a:srgbClr val="FF0000"/>
                  </a:solidFill>
                  <a:latin typeface="Courier New" panose="02070309020205020404" pitchFamily="49" charset="0"/>
                </a:rPr>
                <a:t>- A - B - C D</a:t>
              </a:r>
              <a:endParaRPr lang="en-US" sz="2400">
                <a:latin typeface="Courier New" panose="02070309020205020404" pitchFamily="49" charset="0"/>
              </a:endParaRPr>
            </a:p>
          </p:txBody>
        </p:sp>
        <p:sp>
          <p:nvSpPr>
            <p:cNvPr id="27664" name="Text Box 14"/>
            <p:cNvSpPr txBox="1">
              <a:spLocks noChangeArrowheads="1"/>
            </p:cNvSpPr>
            <p:nvPr/>
          </p:nvSpPr>
          <p:spPr bwMode="auto">
            <a:xfrm>
              <a:off x="6311092" y="5070389"/>
              <a:ext cx="2743200" cy="43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400">
                  <a:solidFill>
                    <a:srgbClr val="FF0000"/>
                  </a:solidFill>
                  <a:latin typeface="Courier New" panose="02070309020205020404" pitchFamily="49" charset="0"/>
                </a:rPr>
                <a:t>- - - A B C D</a:t>
              </a:r>
              <a:endParaRPr lang="en-US" sz="2400">
                <a:latin typeface="Courier New" panose="02070309020205020404" pitchFamily="49" charset="0"/>
              </a:endParaRPr>
            </a:p>
          </p:txBody>
        </p:sp>
      </p:grpSp>
      <p:sp>
        <p:nvSpPr>
          <p:cNvPr id="27652" name="Title 15"/>
          <p:cNvSpPr>
            <a:spLocks noGrp="1"/>
          </p:cNvSpPr>
          <p:nvPr>
            <p:ph type="title"/>
          </p:nvPr>
        </p:nvSpPr>
        <p:spPr>
          <a:xfrm>
            <a:off x="1097280" y="363604"/>
            <a:ext cx="10058400" cy="759871"/>
          </a:xfrm>
        </p:spPr>
        <p:txBody>
          <a:bodyPr/>
          <a:lstStyle/>
          <a:p>
            <a:r>
              <a:rPr lang="en-US" dirty="0" err="1" smtClean="0">
                <a:solidFill>
                  <a:srgbClr val="0070C0"/>
                </a:solidFill>
                <a:effectLst>
                  <a:outerShdw blurRad="38100" dist="38100" dir="2700000" algn="tl">
                    <a:srgbClr val="C0C0C0"/>
                  </a:outerShdw>
                </a:effectLst>
              </a:rPr>
              <a:t>Ký</a:t>
            </a:r>
            <a:r>
              <a:rPr lang="en-US" dirty="0" smtClean="0">
                <a:solidFill>
                  <a:srgbClr val="0070C0"/>
                </a:solidFill>
                <a:effectLst>
                  <a:outerShdw blurRad="38100" dist="38100" dir="2700000" algn="tl">
                    <a:srgbClr val="C0C0C0"/>
                  </a:outerShdw>
                </a:effectLst>
              </a:rPr>
              <a:t> </a:t>
            </a:r>
            <a:r>
              <a:rPr lang="en-US" dirty="0" err="1">
                <a:solidFill>
                  <a:srgbClr val="0070C0"/>
                </a:solidFill>
                <a:effectLst>
                  <a:outerShdw blurRad="38100" dist="38100" dir="2700000" algn="tl">
                    <a:srgbClr val="C0C0C0"/>
                  </a:outerShdw>
                </a:effectLst>
              </a:rPr>
              <a:t>pháp</a:t>
            </a:r>
            <a:r>
              <a:rPr lang="en-US" dirty="0">
                <a:solidFill>
                  <a:srgbClr val="0070C0"/>
                </a:solidFill>
                <a:effectLst>
                  <a:outerShdw blurRad="38100" dist="38100" dir="2700000" algn="tl">
                    <a:srgbClr val="C0C0C0"/>
                  </a:outerShdw>
                </a:effectLst>
              </a:rPr>
              <a:t> Ba </a:t>
            </a:r>
            <a:r>
              <a:rPr lang="en-US" dirty="0" smtClean="0">
                <a:solidFill>
                  <a:srgbClr val="0070C0"/>
                </a:solidFill>
                <a:effectLst>
                  <a:outerShdw blurRad="38100" dist="38100" dir="2700000" algn="tl">
                    <a:srgbClr val="C0C0C0"/>
                  </a:outerShdw>
                </a:effectLst>
              </a:rPr>
              <a:t>Lan (</a:t>
            </a:r>
            <a:r>
              <a:rPr lang="en-US" dirty="0" err="1" smtClean="0">
                <a:solidFill>
                  <a:srgbClr val="0070C0"/>
                </a:solidFill>
                <a:effectLst>
                  <a:outerShdw blurRad="38100" dist="38100" dir="2700000" algn="tl">
                    <a:srgbClr val="C0C0C0"/>
                  </a:outerShdw>
                </a:effectLst>
              </a:rPr>
              <a:t>tt</a:t>
            </a:r>
            <a:r>
              <a:rPr lang="en-US" dirty="0" smtClean="0">
                <a:solidFill>
                  <a:srgbClr val="0070C0"/>
                </a:solidFill>
                <a:effectLst>
                  <a:outerShdw blurRad="38100" dist="38100" dir="2700000" algn="tl">
                    <a:srgbClr val="C0C0C0"/>
                  </a:outerShdw>
                </a:effectLst>
              </a:rPr>
              <a:t>)</a:t>
            </a:r>
            <a:endParaRPr lang="en-US" dirty="0" smtClean="0">
              <a:solidFill>
                <a:srgbClr val="0070C0"/>
              </a:solidFill>
            </a:endParaRPr>
          </a:p>
        </p:txBody>
      </p:sp>
    </p:spTree>
    <p:extLst>
      <p:ext uri="{BB962C8B-B14F-4D97-AF65-F5344CB8AC3E}">
        <p14:creationId xmlns:p14="http://schemas.microsoft.com/office/powerpoint/2010/main" val="3894177286"/>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Slide Number Placeholder 4"/>
          <p:cNvSpPr>
            <a:spLocks noGrp="1"/>
          </p:cNvSpPr>
          <p:nvPr>
            <p:ph type="sldNum" sz="quarter" idx="4294967295"/>
          </p:nvPr>
        </p:nvSpPr>
        <p:spPr bwMode="auto">
          <a:xfrm>
            <a:off x="8077200" y="5973762"/>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eaLnBrk="1" hangingPunct="1"/>
            <a:fld id="{04BD0D17-AC83-4C03-A48E-286199F8DE7C}" type="slidenum">
              <a:rPr lang="en-US"/>
              <a:pPr eaLnBrk="1" hangingPunct="1"/>
              <a:t>16</a:t>
            </a:fld>
            <a:endParaRPr lang="en-US"/>
          </a:p>
        </p:txBody>
      </p:sp>
      <p:sp>
        <p:nvSpPr>
          <p:cNvPr id="95235" name="Text Box 3"/>
          <p:cNvSpPr txBox="1">
            <a:spLocks noChangeArrowheads="1"/>
          </p:cNvSpPr>
          <p:nvPr/>
        </p:nvSpPr>
        <p:spPr bwMode="auto">
          <a:xfrm>
            <a:off x="539015" y="1158444"/>
            <a:ext cx="10802275" cy="260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eaLnBrk="0" hangingPunct="0">
              <a:tabLst>
                <a:tab pos="577850" algn="l"/>
                <a:tab pos="1139825" algn="l"/>
              </a:tabLst>
              <a:defRPr sz="1000" b="1">
                <a:solidFill>
                  <a:schemeClr val="bg1"/>
                </a:solidFill>
                <a:latin typeface="Arial" panose="020B0604020202020204" pitchFamily="34" charset="0"/>
              </a:defRPr>
            </a:lvl1pPr>
            <a:lvl2pPr marL="742950" indent="-285750" eaLnBrk="0" hangingPunct="0">
              <a:tabLst>
                <a:tab pos="577850" algn="l"/>
                <a:tab pos="1139825" algn="l"/>
              </a:tabLst>
              <a:defRPr sz="1000" b="1">
                <a:solidFill>
                  <a:schemeClr val="bg1"/>
                </a:solidFill>
                <a:latin typeface="Arial" panose="020B0604020202020204" pitchFamily="34" charset="0"/>
              </a:defRPr>
            </a:lvl2pPr>
            <a:lvl3pPr marL="1143000" indent="-228600" eaLnBrk="0" hangingPunct="0">
              <a:tabLst>
                <a:tab pos="577850" algn="l"/>
                <a:tab pos="1139825" algn="l"/>
              </a:tabLst>
              <a:defRPr sz="1000" b="1">
                <a:solidFill>
                  <a:schemeClr val="bg1"/>
                </a:solidFill>
                <a:latin typeface="Arial" panose="020B0604020202020204" pitchFamily="34" charset="0"/>
              </a:defRPr>
            </a:lvl3pPr>
            <a:lvl4pPr marL="1600200" indent="-228600" eaLnBrk="0" hangingPunct="0">
              <a:tabLst>
                <a:tab pos="577850" algn="l"/>
                <a:tab pos="1139825" algn="l"/>
              </a:tabLst>
              <a:defRPr sz="1000" b="1">
                <a:solidFill>
                  <a:schemeClr val="bg1"/>
                </a:solidFill>
                <a:latin typeface="Arial" panose="020B0604020202020204" pitchFamily="34" charset="0"/>
              </a:defRPr>
            </a:lvl4pPr>
            <a:lvl5pPr marL="2057400" indent="-228600" eaLnBrk="0" hangingPunct="0">
              <a:tabLst>
                <a:tab pos="577850" algn="l"/>
                <a:tab pos="1139825" algn="l"/>
              </a:tabLst>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tabLst>
                <a:tab pos="577850" algn="l"/>
                <a:tab pos="1139825" algn="l"/>
              </a:tabLs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tabLst>
                <a:tab pos="577850" algn="l"/>
                <a:tab pos="1139825" algn="l"/>
              </a:tabLs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tabLst>
                <a:tab pos="577850" algn="l"/>
                <a:tab pos="1139825" algn="l"/>
              </a:tabLs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tabLst>
                <a:tab pos="577850" algn="l"/>
                <a:tab pos="1139825" algn="l"/>
              </a:tabLst>
              <a:defRPr sz="1000" b="1">
                <a:solidFill>
                  <a:schemeClr val="bg1"/>
                </a:solidFill>
                <a:latin typeface="Arial" panose="020B0604020202020204" pitchFamily="34" charset="0"/>
              </a:defRPr>
            </a:lvl9pPr>
          </a:lstStyle>
          <a:p>
            <a:pPr algn="just" eaLnBrk="1" hangingPunct="1">
              <a:spcBef>
                <a:spcPct val="50000"/>
              </a:spcBef>
            </a:pPr>
            <a:r>
              <a:rPr lang="en-US" sz="2800" i="1" dirty="0">
                <a:solidFill>
                  <a:srgbClr val="002060"/>
                </a:solidFill>
                <a:latin typeface="Cambria" panose="02040503050406030204" pitchFamily="18" charset="0"/>
                <a:ea typeface="Cambria" panose="02040503050406030204" pitchFamily="18" charset="0"/>
                <a:cs typeface="Arial" panose="020B0604020202020204" pitchFamily="34" charset="0"/>
              </a:rPr>
              <a:t>Kỹ thuật </a:t>
            </a:r>
            <a:r>
              <a:rPr lang="en-US" sz="2800" i="1" dirty="0" err="1">
                <a:solidFill>
                  <a:srgbClr val="002060"/>
                </a:solidFill>
                <a:latin typeface="Cambria" panose="02040503050406030204" pitchFamily="18" charset="0"/>
                <a:ea typeface="Cambria" panose="02040503050406030204" pitchFamily="18" charset="0"/>
                <a:cs typeface="Arial" panose="020B0604020202020204" pitchFamily="34" charset="0"/>
              </a:rPr>
              <a:t>gạch</a:t>
            </a:r>
            <a:r>
              <a:rPr lang="en-US" sz="2800" i="1" dirty="0">
                <a:solidFill>
                  <a:srgbClr val="002060"/>
                </a:solidFill>
                <a:latin typeface="Cambria" panose="02040503050406030204" pitchFamily="18" charset="0"/>
                <a:ea typeface="Cambria" panose="02040503050406030204" pitchFamily="18" charset="0"/>
                <a:cs typeface="Arial" panose="020B0604020202020204" pitchFamily="34" charset="0"/>
              </a:rPr>
              <a:t> </a:t>
            </a:r>
            <a:r>
              <a:rPr lang="en-US" sz="2800" i="1" dirty="0" err="1" smtClean="0">
                <a:solidFill>
                  <a:srgbClr val="002060"/>
                </a:solidFill>
                <a:latin typeface="Cambria" panose="02040503050406030204" pitchFamily="18" charset="0"/>
                <a:ea typeface="Cambria" panose="02040503050406030204" pitchFamily="18" charset="0"/>
                <a:cs typeface="Arial" panose="020B0604020202020204" pitchFamily="34" charset="0"/>
              </a:rPr>
              <a:t>dưới</a:t>
            </a:r>
            <a:r>
              <a:rPr lang="en-US" sz="2800" dirty="0">
                <a:solidFill>
                  <a:srgbClr val="002060"/>
                </a:solidFill>
                <a:latin typeface="Cambria" panose="02040503050406030204" pitchFamily="18" charset="0"/>
                <a:ea typeface="Cambria" panose="02040503050406030204" pitchFamily="18" charset="0"/>
                <a:cs typeface="Arial" panose="020B0604020202020204" pitchFamily="34" charset="0"/>
              </a:rPr>
              <a:t> </a:t>
            </a:r>
            <a:r>
              <a:rPr lang="en-US" sz="2800" i="1" dirty="0" err="1" smtClean="0">
                <a:solidFill>
                  <a:srgbClr val="002060"/>
                </a:solidFill>
                <a:latin typeface="Cambria" panose="02040503050406030204" pitchFamily="18" charset="0"/>
                <a:ea typeface="Cambria" panose="02040503050406030204" pitchFamily="18" charset="0"/>
                <a:cs typeface="Arial" panose="020B0604020202020204" pitchFamily="34" charset="0"/>
              </a:rPr>
              <a:t>để</a:t>
            </a:r>
            <a:r>
              <a:rPr lang="en-US" sz="2800" i="1" dirty="0" smtClean="0">
                <a:solidFill>
                  <a:srgbClr val="002060"/>
                </a:solidFill>
                <a:latin typeface="Cambria" panose="02040503050406030204" pitchFamily="18" charset="0"/>
                <a:ea typeface="Cambria" panose="02040503050406030204" pitchFamily="18" charset="0"/>
                <a:cs typeface="Arial" panose="020B0604020202020204" pitchFamily="34" charset="0"/>
              </a:rPr>
              <a:t> </a:t>
            </a:r>
            <a:r>
              <a:rPr lang="en-US" sz="2800" i="1" dirty="0" err="1" smtClean="0">
                <a:solidFill>
                  <a:srgbClr val="002060"/>
                </a:solidFill>
                <a:latin typeface="Cambria" panose="02040503050406030204" pitchFamily="18" charset="0"/>
                <a:ea typeface="Cambria" panose="02040503050406030204" pitchFamily="18" charset="0"/>
                <a:cs typeface="Arial" panose="020B0604020202020204" pitchFamily="34" charset="0"/>
              </a:rPr>
              <a:t>tính</a:t>
            </a:r>
            <a:r>
              <a:rPr lang="en-US" sz="2800" i="1" dirty="0" smtClean="0">
                <a:solidFill>
                  <a:srgbClr val="002060"/>
                </a:solidFill>
                <a:latin typeface="Cambria" panose="02040503050406030204" pitchFamily="18" charset="0"/>
                <a:ea typeface="Cambria" panose="02040503050406030204" pitchFamily="18" charset="0"/>
                <a:cs typeface="Arial" panose="020B0604020202020204" pitchFamily="34" charset="0"/>
              </a:rPr>
              <a:t> </a:t>
            </a:r>
            <a:r>
              <a:rPr lang="en-US" sz="2800" i="1" dirty="0" err="1" smtClean="0">
                <a:solidFill>
                  <a:srgbClr val="002060"/>
                </a:solidFill>
                <a:latin typeface="Cambria" panose="02040503050406030204" pitchFamily="18" charset="0"/>
                <a:ea typeface="Cambria" panose="02040503050406030204" pitchFamily="18" charset="0"/>
                <a:cs typeface="Arial" panose="020B0604020202020204" pitchFamily="34" charset="0"/>
              </a:rPr>
              <a:t>giá</a:t>
            </a:r>
            <a:r>
              <a:rPr lang="en-US" sz="2800" i="1" dirty="0" smtClean="0">
                <a:solidFill>
                  <a:srgbClr val="002060"/>
                </a:solidFill>
                <a:latin typeface="Cambria" panose="02040503050406030204" pitchFamily="18" charset="0"/>
                <a:ea typeface="Cambria" panose="02040503050406030204" pitchFamily="18" charset="0"/>
                <a:cs typeface="Arial" panose="020B0604020202020204" pitchFamily="34" charset="0"/>
              </a:rPr>
              <a:t> </a:t>
            </a:r>
            <a:r>
              <a:rPr lang="en-US" sz="2800" i="1" dirty="0" err="1" smtClean="0">
                <a:solidFill>
                  <a:srgbClr val="002060"/>
                </a:solidFill>
                <a:latin typeface="Cambria" panose="02040503050406030204" pitchFamily="18" charset="0"/>
                <a:ea typeface="Cambria" panose="02040503050406030204" pitchFamily="18" charset="0"/>
                <a:cs typeface="Arial" panose="020B0604020202020204" pitchFamily="34" charset="0"/>
              </a:rPr>
              <a:t>trị</a:t>
            </a:r>
            <a:r>
              <a:rPr lang="en-US" sz="2800" i="1" dirty="0" smtClean="0">
                <a:solidFill>
                  <a:srgbClr val="002060"/>
                </a:solidFill>
                <a:latin typeface="Cambria" panose="02040503050406030204" pitchFamily="18" charset="0"/>
                <a:ea typeface="Cambria" panose="02040503050406030204" pitchFamily="18" charset="0"/>
                <a:cs typeface="Arial" panose="020B0604020202020204" pitchFamily="34" charset="0"/>
              </a:rPr>
              <a:t> </a:t>
            </a:r>
            <a:r>
              <a:rPr lang="en-US" sz="2800" i="1" dirty="0" err="1" smtClean="0">
                <a:solidFill>
                  <a:srgbClr val="002060"/>
                </a:solidFill>
                <a:latin typeface="Cambria" panose="02040503050406030204" pitchFamily="18" charset="0"/>
                <a:ea typeface="Cambria" panose="02040503050406030204" pitchFamily="18" charset="0"/>
                <a:cs typeface="Arial" panose="020B0604020202020204" pitchFamily="34" charset="0"/>
              </a:rPr>
              <a:t>của</a:t>
            </a:r>
            <a:r>
              <a:rPr lang="en-US" sz="2800" i="1" dirty="0" smtClean="0">
                <a:solidFill>
                  <a:srgbClr val="002060"/>
                </a:solidFill>
                <a:latin typeface="Cambria" panose="02040503050406030204" pitchFamily="18" charset="0"/>
                <a:ea typeface="Cambria" panose="02040503050406030204" pitchFamily="18" charset="0"/>
                <a:cs typeface="Arial" panose="020B0604020202020204" pitchFamily="34" charset="0"/>
              </a:rPr>
              <a:t> </a:t>
            </a:r>
            <a:r>
              <a:rPr lang="en-US" sz="2800" i="1" dirty="0" err="1" smtClean="0">
                <a:solidFill>
                  <a:srgbClr val="002060"/>
                </a:solidFill>
                <a:latin typeface="Cambria" panose="02040503050406030204" pitchFamily="18" charset="0"/>
                <a:ea typeface="Cambria" panose="02040503050406030204" pitchFamily="18" charset="0"/>
                <a:cs typeface="Arial" panose="020B0604020202020204" pitchFamily="34" charset="0"/>
              </a:rPr>
              <a:t>biểu</a:t>
            </a:r>
            <a:r>
              <a:rPr lang="en-US" sz="2800" i="1" dirty="0" smtClean="0">
                <a:solidFill>
                  <a:srgbClr val="002060"/>
                </a:solidFill>
                <a:latin typeface="Cambria" panose="02040503050406030204" pitchFamily="18" charset="0"/>
                <a:ea typeface="Cambria" panose="02040503050406030204" pitchFamily="18" charset="0"/>
                <a:cs typeface="Arial" panose="020B0604020202020204" pitchFamily="34" charset="0"/>
              </a:rPr>
              <a:t> </a:t>
            </a:r>
            <a:r>
              <a:rPr lang="en-US" sz="2800" i="1" dirty="0" err="1" smtClean="0">
                <a:solidFill>
                  <a:srgbClr val="002060"/>
                </a:solidFill>
                <a:latin typeface="Cambria" panose="02040503050406030204" pitchFamily="18" charset="0"/>
                <a:ea typeface="Cambria" panose="02040503050406030204" pitchFamily="18" charset="0"/>
                <a:cs typeface="Arial" panose="020B0604020202020204" pitchFamily="34" charset="0"/>
              </a:rPr>
              <a:t>thức</a:t>
            </a:r>
            <a:r>
              <a:rPr lang="en-US" sz="2800" i="1" dirty="0" smtClean="0">
                <a:solidFill>
                  <a:srgbClr val="002060"/>
                </a:solidFill>
                <a:latin typeface="Cambria" panose="02040503050406030204" pitchFamily="18" charset="0"/>
                <a:ea typeface="Cambria" panose="02040503050406030204" pitchFamily="18" charset="0"/>
                <a:cs typeface="Arial" panose="020B0604020202020204" pitchFamily="34" charset="0"/>
              </a:rPr>
              <a:t> </a:t>
            </a:r>
            <a:r>
              <a:rPr lang="en-US" sz="2800" i="1" dirty="0" err="1" smtClean="0">
                <a:solidFill>
                  <a:srgbClr val="002060"/>
                </a:solidFill>
                <a:latin typeface="Cambria" panose="02040503050406030204" pitchFamily="18" charset="0"/>
                <a:ea typeface="Cambria" panose="02040503050406030204" pitchFamily="18" charset="0"/>
                <a:cs typeface="Arial" panose="020B0604020202020204" pitchFamily="34" charset="0"/>
              </a:rPr>
              <a:t>hậu</a:t>
            </a:r>
            <a:r>
              <a:rPr lang="en-US" sz="2800" i="1" dirty="0" smtClean="0">
                <a:solidFill>
                  <a:srgbClr val="002060"/>
                </a:solidFill>
                <a:latin typeface="Cambria" panose="02040503050406030204" pitchFamily="18" charset="0"/>
                <a:ea typeface="Cambria" panose="02040503050406030204" pitchFamily="18" charset="0"/>
                <a:cs typeface="Arial" panose="020B0604020202020204" pitchFamily="34" charset="0"/>
              </a:rPr>
              <a:t> </a:t>
            </a:r>
            <a:r>
              <a:rPr lang="en-US" sz="2800" i="1" dirty="0" err="1" smtClean="0">
                <a:solidFill>
                  <a:srgbClr val="002060"/>
                </a:solidFill>
                <a:latin typeface="Cambria" panose="02040503050406030204" pitchFamily="18" charset="0"/>
                <a:ea typeface="Cambria" panose="02040503050406030204" pitchFamily="18" charset="0"/>
                <a:cs typeface="Arial" panose="020B0604020202020204" pitchFamily="34" charset="0"/>
              </a:rPr>
              <a:t>tố</a:t>
            </a:r>
            <a:endParaRPr lang="en-US" sz="2400" i="1" dirty="0">
              <a:solidFill>
                <a:srgbClr val="002060"/>
              </a:solidFill>
              <a:latin typeface="Cambria" panose="02040503050406030204" pitchFamily="18" charset="0"/>
              <a:ea typeface="Cambria" panose="02040503050406030204" pitchFamily="18" charset="0"/>
              <a:cs typeface="Arial" panose="020B0604020202020204" pitchFamily="34" charset="0"/>
            </a:endParaRPr>
          </a:p>
          <a:p>
            <a:pPr algn="just" eaLnBrk="1" hangingPunct="1">
              <a:spcBef>
                <a:spcPts val="600"/>
              </a:spcBef>
            </a:pPr>
            <a:r>
              <a:rPr lang="en-US" sz="2400" b="0" dirty="0">
                <a:solidFill>
                  <a:srgbClr val="002060"/>
                </a:solidFill>
                <a:latin typeface="Cambria" panose="02040503050406030204" pitchFamily="18" charset="0"/>
                <a:ea typeface="Cambria" panose="02040503050406030204" pitchFamily="18" charset="0"/>
                <a:cs typeface="Arial" panose="020B0604020202020204" pitchFamily="34" charset="0"/>
              </a:rPr>
              <a:t>1. Duyệt từ trái sang phải của biểu thức cho đến khi gặp toán tử.</a:t>
            </a:r>
          </a:p>
          <a:p>
            <a:pPr algn="just" eaLnBrk="1" hangingPunct="1">
              <a:spcBef>
                <a:spcPts val="600"/>
              </a:spcBef>
            </a:pPr>
            <a:r>
              <a:rPr lang="en-US" sz="2400" b="0" dirty="0">
                <a:solidFill>
                  <a:srgbClr val="002060"/>
                </a:solidFill>
                <a:latin typeface="Cambria" panose="02040503050406030204" pitchFamily="18" charset="0"/>
                <a:ea typeface="Cambria" panose="02040503050406030204" pitchFamily="18" charset="0"/>
                <a:cs typeface="Arial" panose="020B0604020202020204" pitchFamily="34" charset="0"/>
              </a:rPr>
              <a:t>2. Gạch dưới 2 toán hạng ngay trước toán tử và kết hợp chúng bằng toán tử trên.</a:t>
            </a:r>
          </a:p>
          <a:p>
            <a:pPr algn="just" eaLnBrk="1" hangingPunct="1">
              <a:spcBef>
                <a:spcPts val="600"/>
              </a:spcBef>
            </a:pPr>
            <a:r>
              <a:rPr lang="en-US" sz="2400" b="0" dirty="0">
                <a:solidFill>
                  <a:srgbClr val="002060"/>
                </a:solidFill>
                <a:latin typeface="Cambria" panose="02040503050406030204" pitchFamily="18" charset="0"/>
                <a:ea typeface="Cambria" panose="02040503050406030204" pitchFamily="18" charset="0"/>
                <a:cs typeface="Arial" panose="020B0604020202020204" pitchFamily="34" charset="0"/>
              </a:rPr>
              <a:t>3. Lặp đi lặp lại cho đến hết biểu thức.</a:t>
            </a:r>
          </a:p>
          <a:p>
            <a:pPr algn="just" eaLnBrk="1" hangingPunct="1"/>
            <a:r>
              <a:rPr lang="en-US" sz="2400" dirty="0">
                <a:solidFill>
                  <a:srgbClr val="002060"/>
                </a:solidFill>
                <a:latin typeface="Cambria" panose="02040503050406030204" pitchFamily="18" charset="0"/>
                <a:ea typeface="Cambria" panose="02040503050406030204" pitchFamily="18" charset="0"/>
                <a:cs typeface="Arial" panose="020B0604020202020204" pitchFamily="34" charset="0"/>
              </a:rPr>
              <a:t>Ví dụ:</a:t>
            </a:r>
            <a:r>
              <a:rPr lang="en-US" sz="2400" b="0" dirty="0">
                <a:solidFill>
                  <a:srgbClr val="002060"/>
                </a:solidFill>
                <a:latin typeface="Cambria" panose="02040503050406030204" pitchFamily="18" charset="0"/>
                <a:ea typeface="Cambria" panose="02040503050406030204" pitchFamily="18" charset="0"/>
                <a:cs typeface="Arial" panose="020B0604020202020204" pitchFamily="34" charset="0"/>
              </a:rPr>
              <a:t>   	</a:t>
            </a:r>
            <a:r>
              <a:rPr lang="en-US" sz="2400" dirty="0">
                <a:solidFill>
                  <a:srgbClr val="FF0000"/>
                </a:solidFill>
                <a:latin typeface="Cambria" panose="02040503050406030204" pitchFamily="18" charset="0"/>
                <a:ea typeface="Cambria" panose="02040503050406030204" pitchFamily="18" charset="0"/>
                <a:cs typeface="Arial" panose="020B0604020202020204" pitchFamily="34" charset="0"/>
              </a:rPr>
              <a:t>2 * ((3 + 4) - (5 - 6</a:t>
            </a:r>
            <a:r>
              <a:rPr lang="en-US" sz="2400" dirty="0" smtClean="0">
                <a:solidFill>
                  <a:srgbClr val="FF0000"/>
                </a:solidFill>
                <a:latin typeface="Cambria" panose="02040503050406030204" pitchFamily="18" charset="0"/>
                <a:ea typeface="Cambria" panose="02040503050406030204" pitchFamily="18" charset="0"/>
                <a:cs typeface="Arial" panose="020B0604020202020204" pitchFamily="34" charset="0"/>
              </a:rPr>
              <a:t>)) </a:t>
            </a:r>
            <a:endParaRPr lang="en-US" sz="2400" dirty="0">
              <a:solidFill>
                <a:srgbClr val="FF0000"/>
              </a:solidFill>
              <a:latin typeface="Cambria" panose="02040503050406030204" pitchFamily="18" charset="0"/>
              <a:ea typeface="Cambria" panose="02040503050406030204" pitchFamily="18" charset="0"/>
              <a:cs typeface="Arial" panose="020B0604020202020204" pitchFamily="34" charset="0"/>
            </a:endParaRPr>
          </a:p>
          <a:p>
            <a:pPr algn="just" eaLnBrk="1" hangingPunct="1"/>
            <a:r>
              <a:rPr lang="en-US" sz="2400" b="0" dirty="0">
                <a:solidFill>
                  <a:srgbClr val="002060"/>
                </a:solidFill>
                <a:latin typeface="Cambria" panose="02040503050406030204" pitchFamily="18" charset="0"/>
                <a:ea typeface="Cambria" panose="02040503050406030204" pitchFamily="18" charset="0"/>
                <a:cs typeface="Arial" panose="020B0604020202020204" pitchFamily="34" charset="0"/>
              </a:rPr>
              <a:t>	</a:t>
            </a:r>
            <a:r>
              <a:rPr lang="en-US" sz="2400" b="0" dirty="0">
                <a:solidFill>
                  <a:srgbClr val="002060"/>
                </a:solidFill>
                <a:latin typeface="Cambria" panose="02040503050406030204" pitchFamily="18" charset="0"/>
                <a:ea typeface="Cambria" panose="02040503050406030204" pitchFamily="18" charset="0"/>
                <a:cs typeface="Arial" panose="020B0604020202020204" pitchFamily="34" charset="0"/>
                <a:sym typeface="Wingdings" panose="05000000000000000000" pitchFamily="2" charset="2"/>
              </a:rPr>
              <a:t>   </a:t>
            </a:r>
            <a:r>
              <a:rPr lang="en-US" sz="2400" dirty="0">
                <a:solidFill>
                  <a:srgbClr val="002060"/>
                </a:solidFill>
                <a:latin typeface="Cambria" panose="02040503050406030204" pitchFamily="18" charset="0"/>
                <a:ea typeface="Cambria" panose="02040503050406030204" pitchFamily="18" charset="0"/>
                <a:cs typeface="Arial" panose="020B0604020202020204" pitchFamily="34" charset="0"/>
              </a:rPr>
              <a:t>2 3 4 + 5 6 - - *</a:t>
            </a:r>
          </a:p>
        </p:txBody>
      </p:sp>
      <p:sp>
        <p:nvSpPr>
          <p:cNvPr id="95236" name="Text Box 4"/>
          <p:cNvSpPr txBox="1">
            <a:spLocks noChangeArrowheads="1"/>
          </p:cNvSpPr>
          <p:nvPr/>
        </p:nvSpPr>
        <p:spPr bwMode="auto">
          <a:xfrm>
            <a:off x="5562600" y="5672137"/>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400">
                <a:solidFill>
                  <a:schemeClr val="tx1"/>
                </a:solidFill>
                <a:latin typeface="Courier New" panose="02070309020205020404" pitchFamily="49" charset="0"/>
              </a:rPr>
              <a:t>2 8 *</a:t>
            </a:r>
            <a:r>
              <a:rPr lang="en-US" sz="2400">
                <a:solidFill>
                  <a:schemeClr val="tx1"/>
                </a:solidFill>
                <a:latin typeface="Times New Roman MT Extra Bold" pitchFamily="18" charset="0"/>
              </a:rPr>
              <a:t>   </a:t>
            </a:r>
            <a:r>
              <a:rPr lang="en-US" sz="2400">
                <a:solidFill>
                  <a:schemeClr val="tx1"/>
                </a:solidFill>
                <a:latin typeface="Symbol" panose="05050102010706020507" pitchFamily="18" charset="2"/>
              </a:rPr>
              <a:t>®</a:t>
            </a:r>
            <a:endParaRPr lang="en-US" sz="2400">
              <a:solidFill>
                <a:schemeClr val="tx1"/>
              </a:solidFill>
              <a:latin typeface="Times New Roman MT Extra Bold" pitchFamily="18" charset="0"/>
            </a:endParaRPr>
          </a:p>
        </p:txBody>
      </p:sp>
      <p:sp>
        <p:nvSpPr>
          <p:cNvPr id="95237" name="Text Box 5"/>
          <p:cNvSpPr txBox="1">
            <a:spLocks noChangeArrowheads="1"/>
          </p:cNvSpPr>
          <p:nvPr/>
        </p:nvSpPr>
        <p:spPr bwMode="auto">
          <a:xfrm>
            <a:off x="7239000" y="5646738"/>
            <a:ext cx="1676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400">
                <a:solidFill>
                  <a:schemeClr val="tx1"/>
                </a:solidFill>
                <a:latin typeface="Courier New" panose="02070309020205020404" pitchFamily="49" charset="0"/>
              </a:rPr>
              <a:t>2 8 *</a:t>
            </a:r>
            <a:r>
              <a:rPr lang="en-US" sz="2400">
                <a:solidFill>
                  <a:schemeClr val="tx1"/>
                </a:solidFill>
                <a:latin typeface="Times New Roman MT Extra Bold" pitchFamily="18" charset="0"/>
              </a:rPr>
              <a:t>   </a:t>
            </a:r>
            <a:r>
              <a:rPr lang="en-US" sz="2400">
                <a:solidFill>
                  <a:schemeClr val="tx1"/>
                </a:solidFill>
                <a:latin typeface="Symbol" panose="05050102010706020507" pitchFamily="18" charset="2"/>
              </a:rPr>
              <a:t>®</a:t>
            </a:r>
            <a:endParaRPr lang="en-US" sz="2400">
              <a:solidFill>
                <a:schemeClr val="tx1"/>
              </a:solidFill>
              <a:latin typeface="Times New Roman MT Extra Bold" pitchFamily="18" charset="0"/>
            </a:endParaRPr>
          </a:p>
        </p:txBody>
      </p:sp>
      <p:sp>
        <p:nvSpPr>
          <p:cNvPr id="95238" name="Text Box 6"/>
          <p:cNvSpPr txBox="1">
            <a:spLocks noChangeArrowheads="1"/>
          </p:cNvSpPr>
          <p:nvPr/>
        </p:nvSpPr>
        <p:spPr bwMode="auto">
          <a:xfrm>
            <a:off x="8839200" y="5630862"/>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400">
                <a:solidFill>
                  <a:schemeClr val="tx1"/>
                </a:solidFill>
                <a:latin typeface="Courier New" panose="02070309020205020404" pitchFamily="49" charset="0"/>
              </a:rPr>
              <a:t>16</a:t>
            </a:r>
            <a:endParaRPr lang="en-US" sz="2400">
              <a:solidFill>
                <a:schemeClr val="tx1"/>
              </a:solidFill>
              <a:latin typeface="Times New Roman MT Extra Bold" pitchFamily="18" charset="0"/>
            </a:endParaRPr>
          </a:p>
        </p:txBody>
      </p:sp>
      <p:sp>
        <p:nvSpPr>
          <p:cNvPr id="95239" name="Line 7"/>
          <p:cNvSpPr>
            <a:spLocks noChangeShapeType="1"/>
          </p:cNvSpPr>
          <p:nvPr/>
        </p:nvSpPr>
        <p:spPr bwMode="auto">
          <a:xfrm>
            <a:off x="3276600" y="4487862"/>
            <a:ext cx="8382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5240" name="Line 8"/>
          <p:cNvSpPr>
            <a:spLocks noChangeShapeType="1"/>
          </p:cNvSpPr>
          <p:nvPr/>
        </p:nvSpPr>
        <p:spPr bwMode="auto">
          <a:xfrm>
            <a:off x="3581400" y="5249862"/>
            <a:ext cx="8382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5241" name="Line 9"/>
          <p:cNvSpPr>
            <a:spLocks noChangeShapeType="1"/>
          </p:cNvSpPr>
          <p:nvPr/>
        </p:nvSpPr>
        <p:spPr bwMode="auto">
          <a:xfrm>
            <a:off x="3319768" y="6011862"/>
            <a:ext cx="1007604"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5242" name="Line 10"/>
          <p:cNvSpPr>
            <a:spLocks noChangeShapeType="1"/>
          </p:cNvSpPr>
          <p:nvPr/>
        </p:nvSpPr>
        <p:spPr bwMode="auto">
          <a:xfrm>
            <a:off x="7315200" y="6011862"/>
            <a:ext cx="8382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5243" name="Text Box 11"/>
          <p:cNvSpPr txBox="1">
            <a:spLocks noChangeArrowheads="1"/>
          </p:cNvSpPr>
          <p:nvPr/>
        </p:nvSpPr>
        <p:spPr bwMode="auto">
          <a:xfrm>
            <a:off x="2209800" y="4535488"/>
            <a:ext cx="4572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577850" algn="l"/>
              </a:tabLst>
              <a:defRPr sz="1000" b="1">
                <a:solidFill>
                  <a:schemeClr val="bg1"/>
                </a:solidFill>
                <a:latin typeface="Arial" panose="020B0604020202020204" pitchFamily="34" charset="0"/>
              </a:defRPr>
            </a:lvl1pPr>
            <a:lvl2pPr marL="742950" indent="-285750" eaLnBrk="0" hangingPunct="0">
              <a:tabLst>
                <a:tab pos="577850" algn="l"/>
              </a:tabLst>
              <a:defRPr sz="1000" b="1">
                <a:solidFill>
                  <a:schemeClr val="bg1"/>
                </a:solidFill>
                <a:latin typeface="Arial" panose="020B0604020202020204" pitchFamily="34" charset="0"/>
              </a:defRPr>
            </a:lvl2pPr>
            <a:lvl3pPr marL="1143000" indent="-228600" eaLnBrk="0" hangingPunct="0">
              <a:tabLst>
                <a:tab pos="577850" algn="l"/>
              </a:tabLst>
              <a:defRPr sz="1000" b="1">
                <a:solidFill>
                  <a:schemeClr val="bg1"/>
                </a:solidFill>
                <a:latin typeface="Arial" panose="020B0604020202020204" pitchFamily="34" charset="0"/>
              </a:defRPr>
            </a:lvl3pPr>
            <a:lvl4pPr marL="1600200" indent="-228600" eaLnBrk="0" hangingPunct="0">
              <a:tabLst>
                <a:tab pos="577850" algn="l"/>
              </a:tabLst>
              <a:defRPr sz="1000" b="1">
                <a:solidFill>
                  <a:schemeClr val="bg1"/>
                </a:solidFill>
                <a:latin typeface="Arial" panose="020B0604020202020204" pitchFamily="34" charset="0"/>
              </a:defRPr>
            </a:lvl4pPr>
            <a:lvl5pPr marL="2057400" indent="-228600" eaLnBrk="0" hangingPunct="0">
              <a:tabLst>
                <a:tab pos="577850" algn="l"/>
              </a:tabLst>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tabLst>
                <a:tab pos="577850" algn="l"/>
              </a:tabLs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tabLst>
                <a:tab pos="577850" algn="l"/>
              </a:tabLs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tabLst>
                <a:tab pos="577850" algn="l"/>
              </a:tabLs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tabLst>
                <a:tab pos="577850" algn="l"/>
              </a:tabLst>
              <a:defRPr sz="1000" b="1">
                <a:solidFill>
                  <a:schemeClr val="bg1"/>
                </a:solidFill>
                <a:latin typeface="Arial" panose="020B0604020202020204" pitchFamily="34" charset="0"/>
              </a:defRPr>
            </a:lvl9pPr>
          </a:lstStyle>
          <a:p>
            <a:pPr algn="l" eaLnBrk="1" hangingPunct="1"/>
            <a:r>
              <a:rPr lang="en-US" sz="2400">
                <a:solidFill>
                  <a:schemeClr val="tx1"/>
                </a:solidFill>
                <a:latin typeface="Symbol" panose="05050102010706020507" pitchFamily="18" charset="2"/>
              </a:rPr>
              <a:t>®</a:t>
            </a:r>
            <a:r>
              <a:rPr lang="en-US" sz="2400">
                <a:solidFill>
                  <a:schemeClr val="tx1"/>
                </a:solidFill>
                <a:latin typeface="Courier New" panose="02070309020205020404" pitchFamily="49" charset="0"/>
              </a:rPr>
              <a:t>	2 7 5 6 - - *</a:t>
            </a:r>
            <a:endParaRPr lang="en-US" sz="2400">
              <a:solidFill>
                <a:schemeClr val="tx1"/>
              </a:solidFill>
              <a:latin typeface="Times New Roman MT Extra Bold" pitchFamily="18" charset="0"/>
            </a:endParaRPr>
          </a:p>
          <a:p>
            <a:pPr algn="l" eaLnBrk="1" hangingPunct="1"/>
            <a:r>
              <a:rPr lang="en-US" sz="2400">
                <a:solidFill>
                  <a:schemeClr val="tx1"/>
                </a:solidFill>
                <a:latin typeface="Symbol" panose="05050102010706020507" pitchFamily="18" charset="2"/>
              </a:rPr>
              <a:t>®</a:t>
            </a:r>
            <a:r>
              <a:rPr lang="en-US" sz="2400">
                <a:solidFill>
                  <a:schemeClr val="tx1"/>
                </a:solidFill>
                <a:latin typeface="Courier New" panose="02070309020205020404" pitchFamily="49" charset="0"/>
              </a:rPr>
              <a:t>	2 7 5 6 - - *  	</a:t>
            </a:r>
            <a:endParaRPr lang="en-US" sz="2400">
              <a:solidFill>
                <a:schemeClr val="tx1"/>
              </a:solidFill>
              <a:latin typeface="Symbol" panose="05050102010706020507" pitchFamily="18" charset="2"/>
            </a:endParaRPr>
          </a:p>
        </p:txBody>
      </p:sp>
      <p:sp>
        <p:nvSpPr>
          <p:cNvPr id="95244" name="Text Box 12"/>
          <p:cNvSpPr txBox="1">
            <a:spLocks noChangeArrowheads="1"/>
          </p:cNvSpPr>
          <p:nvPr/>
        </p:nvSpPr>
        <p:spPr bwMode="auto">
          <a:xfrm>
            <a:off x="2209800" y="5249863"/>
            <a:ext cx="36576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577850" algn="l"/>
              </a:tabLst>
              <a:defRPr sz="1000" b="1">
                <a:solidFill>
                  <a:schemeClr val="bg1"/>
                </a:solidFill>
                <a:latin typeface="Arial" panose="020B0604020202020204" pitchFamily="34" charset="0"/>
              </a:defRPr>
            </a:lvl1pPr>
            <a:lvl2pPr marL="742950" indent="-285750" eaLnBrk="0" hangingPunct="0">
              <a:tabLst>
                <a:tab pos="577850" algn="l"/>
              </a:tabLst>
              <a:defRPr sz="1000" b="1">
                <a:solidFill>
                  <a:schemeClr val="bg1"/>
                </a:solidFill>
                <a:latin typeface="Arial" panose="020B0604020202020204" pitchFamily="34" charset="0"/>
              </a:defRPr>
            </a:lvl2pPr>
            <a:lvl3pPr marL="1143000" indent="-228600" eaLnBrk="0" hangingPunct="0">
              <a:tabLst>
                <a:tab pos="577850" algn="l"/>
              </a:tabLst>
              <a:defRPr sz="1000" b="1">
                <a:solidFill>
                  <a:schemeClr val="bg1"/>
                </a:solidFill>
                <a:latin typeface="Arial" panose="020B0604020202020204" pitchFamily="34" charset="0"/>
              </a:defRPr>
            </a:lvl3pPr>
            <a:lvl4pPr marL="1600200" indent="-228600" eaLnBrk="0" hangingPunct="0">
              <a:tabLst>
                <a:tab pos="577850" algn="l"/>
              </a:tabLst>
              <a:defRPr sz="1000" b="1">
                <a:solidFill>
                  <a:schemeClr val="bg1"/>
                </a:solidFill>
                <a:latin typeface="Arial" panose="020B0604020202020204" pitchFamily="34" charset="0"/>
              </a:defRPr>
            </a:lvl4pPr>
            <a:lvl5pPr marL="2057400" indent="-228600" eaLnBrk="0" hangingPunct="0">
              <a:tabLst>
                <a:tab pos="577850" algn="l"/>
              </a:tabLst>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tabLst>
                <a:tab pos="577850" algn="l"/>
              </a:tabLs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tabLst>
                <a:tab pos="577850" algn="l"/>
              </a:tabLs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tabLst>
                <a:tab pos="577850" algn="l"/>
              </a:tabLs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tabLst>
                <a:tab pos="577850" algn="l"/>
              </a:tabLst>
              <a:defRPr sz="1000" b="1">
                <a:solidFill>
                  <a:schemeClr val="bg1"/>
                </a:solidFill>
                <a:latin typeface="Arial" panose="020B0604020202020204" pitchFamily="34" charset="0"/>
              </a:defRPr>
            </a:lvl9pPr>
          </a:lstStyle>
          <a:p>
            <a:pPr algn="l" eaLnBrk="1" hangingPunct="1"/>
            <a:r>
              <a:rPr lang="en-US" sz="2400">
                <a:solidFill>
                  <a:schemeClr val="tx1"/>
                </a:solidFill>
                <a:latin typeface="Symbol" panose="05050102010706020507" pitchFamily="18" charset="2"/>
              </a:rPr>
              <a:t>®</a:t>
            </a:r>
            <a:r>
              <a:rPr lang="en-US" sz="2400">
                <a:solidFill>
                  <a:schemeClr val="tx1"/>
                </a:solidFill>
                <a:latin typeface="Courier New" panose="02070309020205020404" pitchFamily="49" charset="0"/>
              </a:rPr>
              <a:t>	2 7 -1 - *</a:t>
            </a:r>
            <a:endParaRPr lang="en-US" sz="2400">
              <a:solidFill>
                <a:schemeClr val="tx1"/>
              </a:solidFill>
              <a:latin typeface="Times New Roman MT Extra Bold" pitchFamily="18" charset="0"/>
            </a:endParaRPr>
          </a:p>
          <a:p>
            <a:pPr algn="l" eaLnBrk="1" hangingPunct="1"/>
            <a:r>
              <a:rPr lang="en-US" sz="2400">
                <a:solidFill>
                  <a:schemeClr val="tx1"/>
                </a:solidFill>
                <a:latin typeface="Symbol" panose="05050102010706020507" pitchFamily="18" charset="2"/>
              </a:rPr>
              <a:t>®</a:t>
            </a:r>
            <a:r>
              <a:rPr lang="en-US" sz="2400">
                <a:solidFill>
                  <a:schemeClr val="tx1"/>
                </a:solidFill>
                <a:latin typeface="Courier New" panose="02070309020205020404" pitchFamily="49" charset="0"/>
              </a:rPr>
              <a:t>	2 7 -1 - *  </a:t>
            </a:r>
            <a:r>
              <a:rPr lang="en-US" sz="2400">
                <a:solidFill>
                  <a:schemeClr val="tx1"/>
                </a:solidFill>
                <a:latin typeface="Symbol" panose="05050102010706020507" pitchFamily="18" charset="2"/>
              </a:rPr>
              <a:t>®</a:t>
            </a:r>
          </a:p>
        </p:txBody>
      </p:sp>
      <p:sp>
        <p:nvSpPr>
          <p:cNvPr id="95246" name="Text Box 14"/>
          <p:cNvSpPr txBox="1">
            <a:spLocks noChangeArrowheads="1"/>
          </p:cNvSpPr>
          <p:nvPr/>
        </p:nvSpPr>
        <p:spPr bwMode="auto">
          <a:xfrm>
            <a:off x="1900239" y="4094162"/>
            <a:ext cx="42243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400">
                <a:solidFill>
                  <a:schemeClr val="tx1"/>
                </a:solidFill>
                <a:latin typeface="Symbol" panose="05050102010706020507" pitchFamily="18" charset="2"/>
              </a:rPr>
              <a:t>    ®</a:t>
            </a:r>
            <a:r>
              <a:rPr lang="en-US" sz="2400">
                <a:solidFill>
                  <a:schemeClr val="tx1"/>
                </a:solidFill>
                <a:latin typeface="Courier New" panose="02070309020205020404" pitchFamily="49" charset="0"/>
              </a:rPr>
              <a:t> 	2 3 4 + 5 6 - - * </a:t>
            </a:r>
          </a:p>
        </p:txBody>
      </p:sp>
      <p:sp>
        <p:nvSpPr>
          <p:cNvPr id="3" name="Title 2"/>
          <p:cNvSpPr>
            <a:spLocks noGrp="1"/>
          </p:cNvSpPr>
          <p:nvPr>
            <p:ph type="title"/>
          </p:nvPr>
        </p:nvSpPr>
        <p:spPr>
          <a:xfrm>
            <a:off x="1097280" y="363604"/>
            <a:ext cx="10058400" cy="759871"/>
          </a:xfrm>
        </p:spPr>
        <p:txBody>
          <a:bodyPr/>
          <a:lstStyle/>
          <a:p>
            <a:r>
              <a:rPr lang="en-US" dirty="0" err="1" smtClean="0">
                <a:solidFill>
                  <a:srgbClr val="0070C0"/>
                </a:solidFill>
                <a:effectLst>
                  <a:outerShdw blurRad="38100" dist="38100" dir="2700000" algn="tl">
                    <a:srgbClr val="C0C0C0"/>
                  </a:outerShdw>
                </a:effectLst>
              </a:rPr>
              <a:t>Ký</a:t>
            </a:r>
            <a:r>
              <a:rPr lang="en-US" dirty="0" smtClean="0">
                <a:solidFill>
                  <a:srgbClr val="0070C0"/>
                </a:solidFill>
                <a:effectLst>
                  <a:outerShdw blurRad="38100" dist="38100" dir="2700000" algn="tl">
                    <a:srgbClr val="C0C0C0"/>
                  </a:outerShdw>
                </a:effectLst>
              </a:rPr>
              <a:t> </a:t>
            </a:r>
            <a:r>
              <a:rPr lang="en-US" dirty="0" err="1">
                <a:solidFill>
                  <a:srgbClr val="0070C0"/>
                </a:solidFill>
                <a:effectLst>
                  <a:outerShdw blurRad="38100" dist="38100" dir="2700000" algn="tl">
                    <a:srgbClr val="C0C0C0"/>
                  </a:outerShdw>
                </a:effectLst>
              </a:rPr>
              <a:t>pháp</a:t>
            </a:r>
            <a:r>
              <a:rPr lang="en-US" dirty="0">
                <a:solidFill>
                  <a:srgbClr val="0070C0"/>
                </a:solidFill>
                <a:effectLst>
                  <a:outerShdw blurRad="38100" dist="38100" dir="2700000" algn="tl">
                    <a:srgbClr val="C0C0C0"/>
                  </a:outerShdw>
                </a:effectLst>
              </a:rPr>
              <a:t> Ba Lan (</a:t>
            </a:r>
            <a:r>
              <a:rPr lang="en-US" dirty="0" err="1">
                <a:solidFill>
                  <a:srgbClr val="0070C0"/>
                </a:solidFill>
                <a:effectLst>
                  <a:outerShdw blurRad="38100" dist="38100" dir="2700000" algn="tl">
                    <a:srgbClr val="C0C0C0"/>
                  </a:outerShdw>
                </a:effectLst>
              </a:rPr>
              <a:t>tt</a:t>
            </a:r>
            <a:r>
              <a:rPr lang="en-US" dirty="0">
                <a:solidFill>
                  <a:srgbClr val="0070C0"/>
                </a:solidFill>
                <a:effectLst>
                  <a:outerShdw blurRad="38100" dist="38100" dir="2700000" algn="tl">
                    <a:srgbClr val="C0C0C0"/>
                  </a:outerShdw>
                </a:effectLst>
              </a:rPr>
              <a:t>)</a:t>
            </a:r>
            <a:endParaRPr lang="en-US" dirty="0">
              <a:solidFill>
                <a:srgbClr val="0070C0"/>
              </a:solidFill>
            </a:endParaRPr>
          </a:p>
        </p:txBody>
      </p:sp>
    </p:spTree>
    <p:extLst>
      <p:ext uri="{BB962C8B-B14F-4D97-AF65-F5344CB8AC3E}">
        <p14:creationId xmlns:p14="http://schemas.microsoft.com/office/powerpoint/2010/main" val="404865416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523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524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523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5243">
                                            <p:txEl>
                                              <p:pRg st="0" end="0"/>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95243">
                                            <p:txEl>
                                              <p:pRg st="1" end="1"/>
                                            </p:txEl>
                                          </p:spTgt>
                                        </p:tgtEl>
                                        <p:attrNameLst>
                                          <p:attrName>style.visibility</p:attrName>
                                        </p:attrNameLst>
                                      </p:cBhvr>
                                      <p:to>
                                        <p:strVal val="visible"/>
                                      </p:to>
                                    </p:set>
                                  </p:childTnLst>
                                </p:cTn>
                              </p:par>
                            </p:childTnLst>
                          </p:cTn>
                        </p:par>
                        <p:par>
                          <p:cTn id="23" fill="hold" nodeType="afterGroup">
                            <p:stCondLst>
                              <p:cond delay="500"/>
                            </p:stCondLst>
                            <p:childTnLst>
                              <p:par>
                                <p:cTn id="24" presetID="1" presetClass="entr" presetSubtype="0" fill="hold" grpId="0" nodeType="afterEffect">
                                  <p:stCondLst>
                                    <p:cond delay="0"/>
                                  </p:stCondLst>
                                  <p:childTnLst>
                                    <p:set>
                                      <p:cBhvr>
                                        <p:cTn id="25" dur="1" fill="hold">
                                          <p:stCondLst>
                                            <p:cond delay="499"/>
                                          </p:stCondLst>
                                        </p:cTn>
                                        <p:tgtEl>
                                          <p:spTgt spid="95240"/>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95244">
                                            <p:txEl>
                                              <p:pRg st="0" end="0"/>
                                            </p:txEl>
                                          </p:spTgt>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95244">
                                            <p:txEl>
                                              <p:pRg st="1" end="1"/>
                                            </p:txEl>
                                          </p:spTgt>
                                        </p:tgtEl>
                                        <p:attrNameLst>
                                          <p:attrName>style.visibility</p:attrName>
                                        </p:attrNameLst>
                                      </p:cBhvr>
                                      <p:to>
                                        <p:strVal val="visible"/>
                                      </p:to>
                                    </p:set>
                                  </p:childTnLst>
                                </p:cTn>
                              </p:par>
                            </p:childTnLst>
                          </p:cTn>
                        </p:par>
                        <p:par>
                          <p:cTn id="34" fill="hold" nodeType="afterGroup">
                            <p:stCondLst>
                              <p:cond delay="500"/>
                            </p:stCondLst>
                            <p:childTnLst>
                              <p:par>
                                <p:cTn id="35" presetID="1" presetClass="entr" presetSubtype="0" fill="hold" grpId="0" nodeType="afterEffect">
                                  <p:stCondLst>
                                    <p:cond delay="0"/>
                                  </p:stCondLst>
                                  <p:childTnLst>
                                    <p:set>
                                      <p:cBhvr>
                                        <p:cTn id="36" dur="1" fill="hold">
                                          <p:stCondLst>
                                            <p:cond delay="499"/>
                                          </p:stCondLst>
                                        </p:cTn>
                                        <p:tgtEl>
                                          <p:spTgt spid="95241"/>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95236"/>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499"/>
                                          </p:stCondLst>
                                        </p:cTn>
                                        <p:tgtEl>
                                          <p:spTgt spid="95237"/>
                                        </p:tgtEl>
                                        <p:attrNameLst>
                                          <p:attrName>style.visibility</p:attrName>
                                        </p:attrNameLst>
                                      </p:cBhvr>
                                      <p:to>
                                        <p:strVal val="visible"/>
                                      </p:to>
                                    </p:set>
                                  </p:childTnLst>
                                </p:cTn>
                              </p:par>
                            </p:childTnLst>
                          </p:cTn>
                        </p:par>
                        <p:par>
                          <p:cTn id="45" fill="hold" nodeType="afterGroup">
                            <p:stCondLst>
                              <p:cond delay="500"/>
                            </p:stCondLst>
                            <p:childTnLst>
                              <p:par>
                                <p:cTn id="46" presetID="1" presetClass="entr" presetSubtype="0" fill="hold" grpId="0" nodeType="afterEffect">
                                  <p:stCondLst>
                                    <p:cond delay="0"/>
                                  </p:stCondLst>
                                  <p:childTnLst>
                                    <p:set>
                                      <p:cBhvr>
                                        <p:cTn id="47" dur="1" fill="hold">
                                          <p:stCondLst>
                                            <p:cond delay="499"/>
                                          </p:stCondLst>
                                        </p:cTn>
                                        <p:tgtEl>
                                          <p:spTgt spid="95242"/>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952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5" grpId="0" autoUpdateAnimBg="0"/>
      <p:bldP spid="95236" grpId="0" autoUpdateAnimBg="0"/>
      <p:bldP spid="95237" grpId="0" autoUpdateAnimBg="0"/>
      <p:bldP spid="95238" grpId="0" autoUpdateAnimBg="0"/>
      <p:bldP spid="95239" grpId="0" animBg="1"/>
      <p:bldP spid="95240" grpId="0" animBg="1"/>
      <p:bldP spid="95241" grpId="0" animBg="1"/>
      <p:bldP spid="95242" grpId="0" animBg="1"/>
      <p:bldP spid="95243" grpId="0" build="p" autoUpdateAnimBg="0"/>
      <p:bldP spid="95244" grpId="0" build="p" autoUpdateAnimBg="0"/>
      <p:bldP spid="95246"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7" name="Slide Number Placeholder 5"/>
          <p:cNvSpPr>
            <a:spLocks noGrp="1"/>
          </p:cNvSpPr>
          <p:nvPr>
            <p:ph type="sldNum" sz="quarter" idx="12"/>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eaLnBrk="1" hangingPunct="1"/>
            <a:fld id="{68505F9E-4EF9-4CA4-8D81-3EEC32C92AE1}" type="slidenum">
              <a:rPr lang="en-US"/>
              <a:pPr eaLnBrk="1" hangingPunct="1"/>
              <a:t>17</a:t>
            </a:fld>
            <a:endParaRPr lang="en-US"/>
          </a:p>
        </p:txBody>
      </p:sp>
      <p:sp>
        <p:nvSpPr>
          <p:cNvPr id="31746" name="Rectangle 3"/>
          <p:cNvSpPr>
            <a:spLocks noGrp="1" noChangeArrowheads="1"/>
          </p:cNvSpPr>
          <p:nvPr>
            <p:ph idx="4294967295"/>
          </p:nvPr>
        </p:nvSpPr>
        <p:spPr>
          <a:xfrm>
            <a:off x="163773" y="1086648"/>
            <a:ext cx="8839200" cy="5653088"/>
          </a:xfrm>
        </p:spPr>
        <p:txBody>
          <a:bodyPr>
            <a:normAutofit fontScale="92500" lnSpcReduction="10000"/>
          </a:bodyPr>
          <a:lstStyle/>
          <a:p>
            <a:pPr>
              <a:lnSpc>
                <a:spcPct val="125000"/>
              </a:lnSpc>
              <a:spcBef>
                <a:spcPts val="0"/>
              </a:spcBef>
            </a:pPr>
            <a:r>
              <a:rPr lang="en-US" dirty="0" smtClean="0">
                <a:cs typeface="Times New Roman" panose="02020603050405020304" pitchFamily="18" charset="0"/>
              </a:rPr>
              <a:t>1. Khởi tạo Stack rỗng (</a:t>
            </a:r>
            <a:r>
              <a:rPr lang="en-US" i="1" dirty="0" smtClean="0">
                <a:cs typeface="Times New Roman" panose="02020603050405020304" pitchFamily="18" charset="0"/>
              </a:rPr>
              <a:t>chứa các phép toán</a:t>
            </a:r>
            <a:r>
              <a:rPr lang="en-US" dirty="0" smtClean="0">
                <a:cs typeface="Times New Roman" panose="02020603050405020304" pitchFamily="18" charset="0"/>
              </a:rPr>
              <a:t>).</a:t>
            </a:r>
          </a:p>
          <a:p>
            <a:pPr>
              <a:lnSpc>
                <a:spcPct val="125000"/>
              </a:lnSpc>
              <a:spcBef>
                <a:spcPts val="0"/>
              </a:spcBef>
            </a:pPr>
            <a:r>
              <a:rPr lang="en-US" dirty="0" smtClean="0">
                <a:cs typeface="Times New Roman" panose="02020603050405020304" pitchFamily="18" charset="0"/>
              </a:rPr>
              <a:t>2. Lặp cho đến khi kết thúc biểu thức:</a:t>
            </a:r>
          </a:p>
          <a:p>
            <a:pPr lvl="1">
              <a:lnSpc>
                <a:spcPct val="125000"/>
              </a:lnSpc>
              <a:spcBef>
                <a:spcPts val="0"/>
              </a:spcBef>
            </a:pPr>
            <a:r>
              <a:rPr lang="en-US" dirty="0" smtClean="0">
                <a:cs typeface="Times New Roman" panose="02020603050405020304" pitchFamily="18" charset="0"/>
              </a:rPr>
              <a:t>Đọc 01 phần tử của biểu thức </a:t>
            </a:r>
          </a:p>
          <a:p>
            <a:pPr lvl="1">
              <a:lnSpc>
                <a:spcPct val="125000"/>
              </a:lnSpc>
              <a:spcBef>
                <a:spcPts val="0"/>
              </a:spcBef>
              <a:buNone/>
            </a:pPr>
            <a:r>
              <a:rPr lang="en-US" b="1" dirty="0" smtClean="0">
                <a:solidFill>
                  <a:srgbClr val="CC00CC"/>
                </a:solidFill>
                <a:cs typeface="Times New Roman" panose="02020603050405020304" pitchFamily="18" charset="0"/>
              </a:rPr>
              <a:t>(</a:t>
            </a:r>
            <a:r>
              <a:rPr lang="en-US" i="1" dirty="0" smtClean="0">
                <a:cs typeface="Times New Roman" panose="02020603050405020304" pitchFamily="18" charset="0"/>
              </a:rPr>
              <a:t>01 phần tử có thể là hằng, biến, phép toán, ‘)’ hay ‘(’ </a:t>
            </a:r>
            <a:r>
              <a:rPr lang="en-US" b="1" dirty="0" smtClean="0">
                <a:solidFill>
                  <a:srgbClr val="CC00CC"/>
                </a:solidFill>
                <a:cs typeface="Times New Roman" panose="02020603050405020304" pitchFamily="18" charset="0"/>
              </a:rPr>
              <a:t>)</a:t>
            </a:r>
            <a:r>
              <a:rPr lang="en-US" i="1" dirty="0" smtClean="0">
                <a:cs typeface="Times New Roman" panose="02020603050405020304" pitchFamily="18" charset="0"/>
              </a:rPr>
              <a:t>.</a:t>
            </a:r>
          </a:p>
          <a:p>
            <a:pPr lvl="1">
              <a:lnSpc>
                <a:spcPct val="125000"/>
              </a:lnSpc>
              <a:spcBef>
                <a:spcPts val="0"/>
              </a:spcBef>
            </a:pPr>
            <a:r>
              <a:rPr lang="en-US" dirty="0" smtClean="0">
                <a:cs typeface="Times New Roman" panose="02020603050405020304" pitchFamily="18" charset="0"/>
              </a:rPr>
              <a:t>Nếu phần tử là:</a:t>
            </a:r>
          </a:p>
          <a:p>
            <a:pPr lvl="1">
              <a:lnSpc>
                <a:spcPct val="125000"/>
              </a:lnSpc>
              <a:spcBef>
                <a:spcPts val="0"/>
              </a:spcBef>
            </a:pPr>
            <a:r>
              <a:rPr lang="en-US" b="1" dirty="0" smtClean="0">
                <a:cs typeface="Times New Roman" panose="02020603050405020304" pitchFamily="18" charset="0"/>
              </a:rPr>
              <a:t>2.1</a:t>
            </a:r>
            <a:r>
              <a:rPr lang="en-US" dirty="0" smtClean="0">
                <a:cs typeface="Times New Roman" panose="02020603050405020304" pitchFamily="18" charset="0"/>
              </a:rPr>
              <a:t>  </a:t>
            </a:r>
            <a:r>
              <a:rPr lang="en-US" b="1" dirty="0" smtClean="0">
                <a:solidFill>
                  <a:srgbClr val="FF0000"/>
                </a:solidFill>
                <a:cs typeface="Times New Roman" panose="02020603050405020304" pitchFamily="18" charset="0"/>
              </a:rPr>
              <a:t>‘(’ </a:t>
            </a:r>
            <a:r>
              <a:rPr lang="en-US" dirty="0" smtClean="0">
                <a:cs typeface="Times New Roman" panose="02020603050405020304" pitchFamily="18" charset="0"/>
              </a:rPr>
              <a:t>: đưa vào Stack.</a:t>
            </a:r>
          </a:p>
          <a:p>
            <a:pPr lvl="1">
              <a:lnSpc>
                <a:spcPct val="125000"/>
              </a:lnSpc>
              <a:spcBef>
                <a:spcPts val="0"/>
              </a:spcBef>
            </a:pPr>
            <a:r>
              <a:rPr lang="en-US" b="1" dirty="0" smtClean="0">
                <a:cs typeface="Times New Roman" panose="02020603050405020304" pitchFamily="18" charset="0"/>
              </a:rPr>
              <a:t>2.2</a:t>
            </a:r>
            <a:r>
              <a:rPr lang="en-US" dirty="0" smtClean="0">
                <a:cs typeface="Times New Roman" panose="02020603050405020304" pitchFamily="18" charset="0"/>
              </a:rPr>
              <a:t>  </a:t>
            </a:r>
            <a:r>
              <a:rPr lang="en-US" b="1" dirty="0" smtClean="0">
                <a:solidFill>
                  <a:srgbClr val="FF0000"/>
                </a:solidFill>
                <a:cs typeface="Times New Roman" panose="02020603050405020304" pitchFamily="18" charset="0"/>
              </a:rPr>
              <a:t>‘)’ </a:t>
            </a:r>
            <a:r>
              <a:rPr lang="en-US" dirty="0" smtClean="0">
                <a:cs typeface="Times New Roman" panose="02020603050405020304" pitchFamily="18" charset="0"/>
              </a:rPr>
              <a:t>: lấy các phần tử của Stack ra </a:t>
            </a:r>
            <a:r>
              <a:rPr lang="en-US" dirty="0" smtClean="0">
                <a:solidFill>
                  <a:srgbClr val="0000FF"/>
                </a:solidFill>
                <a:cs typeface="Times New Roman" panose="02020603050405020304" pitchFamily="18" charset="0"/>
              </a:rPr>
              <a:t>cho đến khi lấy xong ‘</a:t>
            </a:r>
            <a:r>
              <a:rPr lang="en-US" b="1" dirty="0" smtClean="0">
                <a:solidFill>
                  <a:srgbClr val="0000FF"/>
                </a:solidFill>
                <a:cs typeface="Times New Roman" panose="02020603050405020304" pitchFamily="18" charset="0"/>
              </a:rPr>
              <a:t>(</a:t>
            </a:r>
            <a:r>
              <a:rPr lang="en-US" dirty="0" smtClean="0">
                <a:solidFill>
                  <a:srgbClr val="0000FF"/>
                </a:solidFill>
                <a:cs typeface="Times New Roman" panose="02020603050405020304" pitchFamily="18" charset="0"/>
              </a:rPr>
              <a:t>’</a:t>
            </a:r>
            <a:r>
              <a:rPr lang="en-US" dirty="0" smtClean="0">
                <a:cs typeface="Times New Roman" panose="02020603050405020304" pitchFamily="18" charset="0"/>
              </a:rPr>
              <a:t>.</a:t>
            </a:r>
          </a:p>
          <a:p>
            <a:pPr lvl="1">
              <a:lnSpc>
                <a:spcPct val="125000"/>
              </a:lnSpc>
              <a:spcBef>
                <a:spcPts val="0"/>
              </a:spcBef>
            </a:pPr>
            <a:r>
              <a:rPr lang="en-US" sz="2500" b="1" dirty="0"/>
              <a:t>2.3 Một phép toán</a:t>
            </a:r>
            <a:r>
              <a:rPr lang="en-US" sz="2500" dirty="0"/>
              <a:t>:</a:t>
            </a:r>
            <a:r>
              <a:rPr lang="en-US" sz="2500" b="1" dirty="0"/>
              <a:t> </a:t>
            </a:r>
            <a:r>
              <a:rPr lang="en-US" sz="2500" b="1" dirty="0">
                <a:solidFill>
                  <a:srgbClr val="FF0000"/>
                </a:solidFill>
                <a:cs typeface="Tahoma" panose="020B0604030504040204" pitchFamily="34" charset="0"/>
              </a:rPr>
              <a:t>^ + - * /</a:t>
            </a:r>
          </a:p>
          <a:p>
            <a:pPr lvl="2">
              <a:lnSpc>
                <a:spcPct val="125000"/>
              </a:lnSpc>
              <a:spcBef>
                <a:spcPts val="0"/>
              </a:spcBef>
            </a:pPr>
            <a:r>
              <a:rPr lang="en-US" dirty="0"/>
              <a:t>Nếu </a:t>
            </a:r>
            <a:r>
              <a:rPr lang="en-US" b="1" dirty="0">
                <a:solidFill>
                  <a:srgbClr val="FF0000"/>
                </a:solidFill>
              </a:rPr>
              <a:t>Stack rỗng</a:t>
            </a:r>
            <a:r>
              <a:rPr lang="en-US" dirty="0"/>
              <a:t>: đưa vào Stack.</a:t>
            </a:r>
          </a:p>
          <a:p>
            <a:pPr lvl="2">
              <a:lnSpc>
                <a:spcPct val="125000"/>
              </a:lnSpc>
              <a:spcBef>
                <a:spcPts val="0"/>
              </a:spcBef>
            </a:pPr>
            <a:r>
              <a:rPr lang="en-US" dirty="0"/>
              <a:t>Nếu Stack khác rỗng và </a:t>
            </a:r>
            <a:r>
              <a:rPr lang="en-US" b="1" dirty="0">
                <a:solidFill>
                  <a:srgbClr val="FF0000"/>
                </a:solidFill>
              </a:rPr>
              <a:t>phép toán có độ ưu tiên cao hơn </a:t>
            </a:r>
            <a:r>
              <a:rPr lang="en-US" b="1" dirty="0" smtClean="0">
                <a:solidFill>
                  <a:srgbClr val="FF0000"/>
                </a:solidFill>
              </a:rPr>
              <a:t>phần </a:t>
            </a:r>
            <a:r>
              <a:rPr lang="en-US" b="1" dirty="0">
                <a:solidFill>
                  <a:srgbClr val="FF0000"/>
                </a:solidFill>
              </a:rPr>
              <a:t>tử ở đầu Stack</a:t>
            </a:r>
            <a:r>
              <a:rPr lang="en-US" dirty="0"/>
              <a:t>: đưa vào Stack</a:t>
            </a:r>
            <a:r>
              <a:rPr lang="en-US" dirty="0" smtClean="0"/>
              <a:t>.</a:t>
            </a:r>
            <a:endParaRPr lang="en-US" dirty="0"/>
          </a:p>
          <a:p>
            <a:pPr lvl="2">
              <a:lnSpc>
                <a:spcPct val="125000"/>
              </a:lnSpc>
              <a:spcBef>
                <a:spcPts val="0"/>
              </a:spcBef>
            </a:pPr>
            <a:r>
              <a:rPr lang="en-US" dirty="0"/>
              <a:t>Nếu Stack khác rỗng và </a:t>
            </a:r>
            <a:r>
              <a:rPr lang="en-US" b="1" dirty="0">
                <a:solidFill>
                  <a:srgbClr val="FF0000"/>
                </a:solidFill>
              </a:rPr>
              <a:t>phép toán có độ ưu tiên thấp hơn hoặc bằng </a:t>
            </a:r>
            <a:r>
              <a:rPr lang="en-US" b="1" dirty="0" smtClean="0">
                <a:solidFill>
                  <a:srgbClr val="FF0000"/>
                </a:solidFill>
              </a:rPr>
              <a:t>phần </a:t>
            </a:r>
            <a:r>
              <a:rPr lang="en-US" b="1" dirty="0">
                <a:solidFill>
                  <a:srgbClr val="FF0000"/>
                </a:solidFill>
              </a:rPr>
              <a:t>tử ở đầu Stack</a:t>
            </a:r>
            <a:r>
              <a:rPr lang="en-US" dirty="0" smtClean="0"/>
              <a:t>:</a:t>
            </a:r>
            <a:endParaRPr lang="en-US" dirty="0"/>
          </a:p>
          <a:p>
            <a:pPr lvl="3">
              <a:lnSpc>
                <a:spcPct val="125000"/>
              </a:lnSpc>
              <a:spcBef>
                <a:spcPts val="0"/>
              </a:spcBef>
            </a:pPr>
            <a:r>
              <a:rPr lang="en-US" sz="2100" dirty="0">
                <a:solidFill>
                  <a:srgbClr val="002060"/>
                </a:solidFill>
              </a:rPr>
              <a:t>Lấy phần tử ở đỉnh Stack ra;</a:t>
            </a:r>
          </a:p>
          <a:p>
            <a:pPr lvl="3">
              <a:lnSpc>
                <a:spcPct val="125000"/>
              </a:lnSpc>
              <a:spcBef>
                <a:spcPts val="0"/>
              </a:spcBef>
            </a:pPr>
            <a:r>
              <a:rPr lang="en-US" sz="2100" dirty="0">
                <a:solidFill>
                  <a:srgbClr val="002060"/>
                </a:solidFill>
              </a:rPr>
              <a:t>Sau đó lặp lại việc so sánh với phần tử ở đỉnh Stack.</a:t>
            </a:r>
          </a:p>
          <a:p>
            <a:pPr lvl="1">
              <a:lnSpc>
                <a:spcPct val="125000"/>
              </a:lnSpc>
              <a:spcBef>
                <a:spcPts val="0"/>
              </a:spcBef>
            </a:pPr>
            <a:r>
              <a:rPr lang="en-US" b="1" dirty="0"/>
              <a:t>2.4 Hằng hoặc biến</a:t>
            </a:r>
            <a:r>
              <a:rPr lang="en-US" dirty="0"/>
              <a:t>: đưa vào </a:t>
            </a:r>
            <a:r>
              <a:rPr lang="en-US" dirty="0" smtClean="0"/>
              <a:t>postfix.</a:t>
            </a:r>
            <a:endParaRPr lang="en-US" dirty="0"/>
          </a:p>
          <a:p>
            <a:pPr>
              <a:lnSpc>
                <a:spcPct val="125000"/>
              </a:lnSpc>
              <a:spcBef>
                <a:spcPts val="0"/>
              </a:spcBef>
            </a:pPr>
            <a:r>
              <a:rPr lang="en-US" dirty="0"/>
              <a:t>3. Lấy hết tất cả các phần tử của Stack </a:t>
            </a:r>
            <a:r>
              <a:rPr lang="en-US" dirty="0" err="1"/>
              <a:t>ra</a:t>
            </a:r>
            <a:r>
              <a:rPr lang="en-US" dirty="0" err="1" smtClean="0"/>
              <a:t>.</a:t>
            </a:r>
            <a:endParaRPr lang="en-US" dirty="0" smtClean="0">
              <a:cs typeface="Times New Roman" panose="02020603050405020304" pitchFamily="18" charset="0"/>
            </a:endParaRPr>
          </a:p>
        </p:txBody>
      </p:sp>
      <p:sp>
        <p:nvSpPr>
          <p:cNvPr id="31748" name="Title 4"/>
          <p:cNvSpPr>
            <a:spLocks noGrp="1"/>
          </p:cNvSpPr>
          <p:nvPr>
            <p:ph type="title" idx="4294967295"/>
          </p:nvPr>
        </p:nvSpPr>
        <p:spPr>
          <a:xfrm>
            <a:off x="163773" y="475413"/>
            <a:ext cx="11204812" cy="611235"/>
          </a:xfrm>
        </p:spPr>
        <p:txBody>
          <a:bodyPr>
            <a:normAutofit/>
          </a:bodyPr>
          <a:lstStyle/>
          <a:p>
            <a:pPr algn="ctr"/>
            <a:r>
              <a:rPr lang="en-US" sz="3000" b="1" err="1" smtClean="0">
                <a:solidFill>
                  <a:srgbClr val="0070C0"/>
                </a:solidFill>
              </a:rPr>
              <a:t>Bài</a:t>
            </a:r>
            <a:r>
              <a:rPr lang="en-US" sz="3000" b="1" smtClean="0">
                <a:solidFill>
                  <a:srgbClr val="0070C0"/>
                </a:solidFill>
              </a:rPr>
              <a:t> 4.1</a:t>
            </a:r>
            <a:r>
              <a:rPr lang="en-US" sz="3000" b="1" dirty="0" smtClean="0">
                <a:solidFill>
                  <a:srgbClr val="0070C0"/>
                </a:solidFill>
              </a:rPr>
              <a:t>. </a:t>
            </a:r>
            <a:r>
              <a:rPr lang="en-US" sz="3000" b="1" dirty="0" err="1" smtClean="0">
                <a:solidFill>
                  <a:srgbClr val="0070C0"/>
                </a:solidFill>
              </a:rPr>
              <a:t>Chuyển</a:t>
            </a:r>
            <a:r>
              <a:rPr lang="en-US" sz="3000" b="1" dirty="0" smtClean="0">
                <a:solidFill>
                  <a:srgbClr val="0070C0"/>
                </a:solidFill>
              </a:rPr>
              <a:t> infix </a:t>
            </a:r>
            <a:r>
              <a:rPr lang="en-US" sz="3000" b="1" dirty="0" err="1" smtClean="0">
                <a:solidFill>
                  <a:srgbClr val="0070C0"/>
                </a:solidFill>
              </a:rPr>
              <a:t>thành</a:t>
            </a:r>
            <a:r>
              <a:rPr lang="en-US" sz="3000" b="1" dirty="0" smtClean="0">
                <a:solidFill>
                  <a:srgbClr val="0070C0"/>
                </a:solidFill>
              </a:rPr>
              <a:t> postfix (</a:t>
            </a:r>
            <a:r>
              <a:rPr lang="en-US" sz="3000" b="1" dirty="0" err="1" smtClean="0">
                <a:solidFill>
                  <a:srgbClr val="0070C0"/>
                </a:solidFill>
              </a:rPr>
              <a:t>trung</a:t>
            </a:r>
            <a:r>
              <a:rPr lang="en-US" sz="3000" b="1" dirty="0" smtClean="0">
                <a:solidFill>
                  <a:srgbClr val="0070C0"/>
                </a:solidFill>
              </a:rPr>
              <a:t> </a:t>
            </a:r>
            <a:r>
              <a:rPr lang="en-US" sz="3000" b="1" dirty="0" err="1" smtClean="0">
                <a:solidFill>
                  <a:srgbClr val="0070C0"/>
                </a:solidFill>
              </a:rPr>
              <a:t>tố</a:t>
            </a:r>
            <a:r>
              <a:rPr lang="en-US" sz="3000" b="1" dirty="0" smtClean="0">
                <a:solidFill>
                  <a:srgbClr val="0070C0"/>
                </a:solidFill>
              </a:rPr>
              <a:t> </a:t>
            </a:r>
            <a:r>
              <a:rPr lang="en-US" sz="3000" b="1" dirty="0" smtClean="0">
                <a:solidFill>
                  <a:srgbClr val="0070C0"/>
                </a:solidFill>
                <a:sym typeface="Wingdings" panose="05000000000000000000" pitchFamily="2" charset="2"/>
              </a:rPr>
              <a:t> </a:t>
            </a:r>
            <a:r>
              <a:rPr lang="en-US" sz="3000" b="1" dirty="0" err="1" smtClean="0">
                <a:solidFill>
                  <a:srgbClr val="0070C0"/>
                </a:solidFill>
                <a:sym typeface="Wingdings" panose="05000000000000000000" pitchFamily="2" charset="2"/>
              </a:rPr>
              <a:t>hậu</a:t>
            </a:r>
            <a:r>
              <a:rPr lang="en-US" sz="3000" b="1" dirty="0" smtClean="0">
                <a:solidFill>
                  <a:srgbClr val="0070C0"/>
                </a:solidFill>
                <a:sym typeface="Wingdings" panose="05000000000000000000" pitchFamily="2" charset="2"/>
              </a:rPr>
              <a:t> </a:t>
            </a:r>
            <a:r>
              <a:rPr lang="en-US" sz="3000" b="1" dirty="0" err="1" smtClean="0">
                <a:solidFill>
                  <a:srgbClr val="0070C0"/>
                </a:solidFill>
                <a:sym typeface="Wingdings" panose="05000000000000000000" pitchFamily="2" charset="2"/>
              </a:rPr>
              <a:t>tố</a:t>
            </a:r>
            <a:r>
              <a:rPr lang="en-US" sz="3000" b="1" dirty="0" smtClean="0">
                <a:solidFill>
                  <a:srgbClr val="0070C0"/>
                </a:solidFill>
                <a:sym typeface="Wingdings" panose="05000000000000000000" pitchFamily="2" charset="2"/>
              </a:rPr>
              <a:t>)</a:t>
            </a:r>
            <a:endParaRPr lang="en-US" sz="3000" b="1" dirty="0" smtClean="0">
              <a:solidFill>
                <a:srgbClr val="0070C0"/>
              </a:solidFill>
            </a:endParaRPr>
          </a:p>
        </p:txBody>
      </p:sp>
      <p:sp>
        <p:nvSpPr>
          <p:cNvPr id="2" name="Rectangle 1"/>
          <p:cNvSpPr/>
          <p:nvPr/>
        </p:nvSpPr>
        <p:spPr>
          <a:xfrm>
            <a:off x="8041870" y="4719780"/>
            <a:ext cx="2514600" cy="1495794"/>
          </a:xfrm>
          <a:prstGeom prst="rect">
            <a:avLst/>
          </a:prstGeom>
          <a:ln>
            <a:solidFill>
              <a:srgbClr val="9900FF"/>
            </a:solidFill>
          </a:ln>
        </p:spPr>
        <p:txBody>
          <a:bodyPr wrap="square">
            <a:spAutoFit/>
          </a:bodyPr>
          <a:lstStyle/>
          <a:p>
            <a:pPr algn="l" eaLnBrk="1" hangingPunct="1">
              <a:lnSpc>
                <a:spcPct val="95000"/>
              </a:lnSpc>
            </a:pPr>
            <a:r>
              <a:rPr lang="en-US" sz="2400" b="1" dirty="0">
                <a:solidFill>
                  <a:srgbClr val="0000CC"/>
                </a:solidFill>
                <a:latin typeface="Times" panose="02020603050405020304" pitchFamily="18" charset="0"/>
                <a:cs typeface="Times" panose="02020603050405020304" pitchFamily="18" charset="0"/>
              </a:rPr>
              <a:t>Độ ưu tiên:</a:t>
            </a:r>
          </a:p>
          <a:p>
            <a:pPr marL="0" lvl="1">
              <a:lnSpc>
                <a:spcPct val="95000"/>
              </a:lnSpc>
            </a:pPr>
            <a:r>
              <a:rPr lang="en-US" sz="2400" b="1" dirty="0">
                <a:solidFill>
                  <a:srgbClr val="CC00CC"/>
                </a:solidFill>
                <a:latin typeface="Tahoma" panose="020B0604030504040204" pitchFamily="34" charset="0"/>
                <a:ea typeface="Tahoma" panose="020B0604030504040204" pitchFamily="34" charset="0"/>
                <a:cs typeface="Tahoma" panose="020B0604030504040204" pitchFamily="34" charset="0"/>
              </a:rPr>
              <a:t>^</a:t>
            </a:r>
            <a:r>
              <a:rPr lang="en-US" sz="2400" b="1" dirty="0">
                <a:latin typeface="Times" panose="02020603050405020304" pitchFamily="18" charset="0"/>
                <a:cs typeface="Times" panose="02020603050405020304" pitchFamily="18" charset="0"/>
              </a:rPr>
              <a:t> 	</a:t>
            </a:r>
            <a:r>
              <a:rPr lang="en-US" sz="2400" b="1" dirty="0">
                <a:latin typeface="Arial" panose="020B0604020202020204" pitchFamily="34" charset="0"/>
                <a:cs typeface="Arial" panose="020B0604020202020204" pitchFamily="34" charset="0"/>
              </a:rPr>
              <a:t>cao nhất</a:t>
            </a:r>
          </a:p>
          <a:p>
            <a:pPr marL="0" lvl="1">
              <a:lnSpc>
                <a:spcPct val="95000"/>
              </a:lnSpc>
            </a:pPr>
            <a:r>
              <a:rPr lang="en-US" sz="2400" b="1" dirty="0">
                <a:solidFill>
                  <a:srgbClr val="CC00CC"/>
                </a:solidFill>
                <a:latin typeface="Tahoma" panose="020B0604030504040204" pitchFamily="34" charset="0"/>
                <a:ea typeface="Tahoma" panose="020B0604030504040204" pitchFamily="34" charset="0"/>
                <a:cs typeface="Tahoma" panose="020B0604030504040204" pitchFamily="34" charset="0"/>
              </a:rPr>
              <a:t>*</a:t>
            </a:r>
            <a:r>
              <a:rPr lang="en-US" sz="2400" b="1" dirty="0">
                <a:latin typeface="Times" panose="02020603050405020304" pitchFamily="18" charset="0"/>
                <a:cs typeface="Times" panose="02020603050405020304" pitchFamily="18" charset="0"/>
              </a:rPr>
              <a:t>, </a:t>
            </a:r>
            <a:r>
              <a:rPr lang="en-US" sz="2400" b="1" dirty="0">
                <a:solidFill>
                  <a:srgbClr val="CC00CC"/>
                </a:solidFill>
                <a:latin typeface="Tahoma" panose="020B0604030504040204" pitchFamily="34" charset="0"/>
                <a:ea typeface="Tahoma" panose="020B0604030504040204" pitchFamily="34" charset="0"/>
                <a:cs typeface="Tahoma" panose="020B0604030504040204" pitchFamily="34" charset="0"/>
              </a:rPr>
              <a:t>/</a:t>
            </a:r>
            <a:r>
              <a:rPr lang="en-US" sz="2400" b="1" dirty="0">
                <a:latin typeface="Times" panose="02020603050405020304" pitchFamily="18" charset="0"/>
                <a:cs typeface="Times" panose="02020603050405020304" pitchFamily="18" charset="0"/>
              </a:rPr>
              <a:t>	</a:t>
            </a:r>
            <a:r>
              <a:rPr lang="en-US" sz="2400" b="1" dirty="0">
                <a:latin typeface="Arial" panose="020B0604020202020204" pitchFamily="34" charset="0"/>
                <a:cs typeface="Arial" panose="020B0604020202020204" pitchFamily="34" charset="0"/>
              </a:rPr>
              <a:t>cao nhì</a:t>
            </a:r>
          </a:p>
          <a:p>
            <a:pPr marL="0" lvl="1">
              <a:lnSpc>
                <a:spcPct val="95000"/>
              </a:lnSpc>
            </a:pPr>
            <a:r>
              <a:rPr lang="en-US" sz="2400" b="1" dirty="0">
                <a:solidFill>
                  <a:srgbClr val="CC00CC"/>
                </a:solidFill>
                <a:latin typeface="Tahoma" panose="020B0604030504040204" pitchFamily="34" charset="0"/>
                <a:ea typeface="Tahoma" panose="020B0604030504040204" pitchFamily="34" charset="0"/>
                <a:cs typeface="Tahoma" panose="020B0604030504040204" pitchFamily="34" charset="0"/>
              </a:rPr>
              <a:t>+</a:t>
            </a:r>
            <a:r>
              <a:rPr lang="en-US" sz="2400" b="1" dirty="0">
                <a:latin typeface="Times" panose="02020603050405020304" pitchFamily="18" charset="0"/>
                <a:cs typeface="Times" panose="02020603050405020304" pitchFamily="18" charset="0"/>
              </a:rPr>
              <a:t> , </a:t>
            </a:r>
            <a:r>
              <a:rPr lang="en-US" sz="2400" b="1" dirty="0">
                <a:solidFill>
                  <a:srgbClr val="CC00CC"/>
                </a:solidFill>
                <a:latin typeface="Tahoma" panose="020B0604030504040204" pitchFamily="34" charset="0"/>
                <a:ea typeface="Tahoma" panose="020B0604030504040204" pitchFamily="34" charset="0"/>
                <a:cs typeface="Tahoma" panose="020B0604030504040204" pitchFamily="34" charset="0"/>
              </a:rPr>
              <a:t>-</a:t>
            </a:r>
            <a:r>
              <a:rPr lang="en-US" sz="2400" b="1" dirty="0">
                <a:latin typeface="Times" panose="02020603050405020304" pitchFamily="18" charset="0"/>
                <a:cs typeface="Times" panose="02020603050405020304" pitchFamily="18" charset="0"/>
              </a:rPr>
              <a:t> 	</a:t>
            </a:r>
            <a:r>
              <a:rPr lang="en-US" sz="2400" b="1" dirty="0">
                <a:latin typeface="Arial" panose="020B0604020202020204" pitchFamily="34" charset="0"/>
                <a:cs typeface="Arial" panose="020B0604020202020204" pitchFamily="34" charset="0"/>
              </a:rPr>
              <a:t>cao ba</a:t>
            </a:r>
          </a:p>
        </p:txBody>
      </p:sp>
    </p:spTree>
    <p:extLst>
      <p:ext uri="{BB962C8B-B14F-4D97-AF65-F5344CB8AC3E}">
        <p14:creationId xmlns:p14="http://schemas.microsoft.com/office/powerpoint/2010/main" val="3306265314"/>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Slide Number Placeholder 4"/>
          <p:cNvSpPr>
            <a:spLocks noGrp="1"/>
          </p:cNvSpPr>
          <p:nvPr>
            <p:ph type="sldNum" sz="quarter" idx="12"/>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eaLnBrk="1" hangingPunct="1"/>
            <a:fld id="{0B24FD84-CBC2-42A3-9C59-6CBAE4575A81}" type="slidenum">
              <a:rPr lang="en-US">
                <a:solidFill>
                  <a:schemeClr val="tx1"/>
                </a:solidFill>
              </a:rPr>
              <a:pPr eaLnBrk="1" hangingPunct="1"/>
              <a:t>18</a:t>
            </a:fld>
            <a:endParaRPr lang="en-US">
              <a:solidFill>
                <a:schemeClr val="tx1"/>
              </a:solidFill>
            </a:endParaRPr>
          </a:p>
        </p:txBody>
      </p:sp>
      <p:grpSp>
        <p:nvGrpSpPr>
          <p:cNvPr id="2" name="Group 2"/>
          <p:cNvGrpSpPr>
            <a:grpSpLocks/>
          </p:cNvGrpSpPr>
          <p:nvPr/>
        </p:nvGrpSpPr>
        <p:grpSpPr bwMode="auto">
          <a:xfrm>
            <a:off x="8839200" y="4883463"/>
            <a:ext cx="533400" cy="1219200"/>
            <a:chOff x="4416" y="3264"/>
            <a:chExt cx="336" cy="768"/>
          </a:xfrm>
        </p:grpSpPr>
        <p:grpSp>
          <p:nvGrpSpPr>
            <p:cNvPr id="34920" name="Group 3"/>
            <p:cNvGrpSpPr>
              <a:grpSpLocks/>
            </p:cNvGrpSpPr>
            <p:nvPr/>
          </p:nvGrpSpPr>
          <p:grpSpPr bwMode="auto">
            <a:xfrm>
              <a:off x="4416" y="3504"/>
              <a:ext cx="336" cy="288"/>
              <a:chOff x="3888" y="2208"/>
              <a:chExt cx="336" cy="288"/>
            </a:xfrm>
          </p:grpSpPr>
          <p:sp>
            <p:nvSpPr>
              <p:cNvPr id="34927" name="Rectangle 4"/>
              <p:cNvSpPr>
                <a:spLocks noChangeArrowheads="1"/>
              </p:cNvSpPr>
              <p:nvPr/>
            </p:nvSpPr>
            <p:spPr bwMode="auto">
              <a:xfrm>
                <a:off x="3888" y="2208"/>
                <a:ext cx="336" cy="240"/>
              </a:xfrm>
              <a:prstGeom prst="rect">
                <a:avLst/>
              </a:prstGeom>
              <a:solidFill>
                <a:srgbClr val="66FFCC"/>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34928" name="Text Box 5"/>
              <p:cNvSpPr txBox="1">
                <a:spLocks noChangeArrowheads="1"/>
              </p:cNvSpPr>
              <p:nvPr/>
            </p:nvSpPr>
            <p:spPr bwMode="auto">
              <a:xfrm>
                <a:off x="3936" y="220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r>
                  <a:rPr lang="en-US" sz="2400">
                    <a:solidFill>
                      <a:schemeClr val="tx1"/>
                    </a:solidFill>
                    <a:latin typeface="Courier New" panose="02070309020205020404" pitchFamily="49" charset="0"/>
                  </a:rPr>
                  <a:t>(</a:t>
                </a:r>
              </a:p>
            </p:txBody>
          </p:sp>
        </p:grpSp>
        <p:grpSp>
          <p:nvGrpSpPr>
            <p:cNvPr id="34921" name="Group 6"/>
            <p:cNvGrpSpPr>
              <a:grpSpLocks/>
            </p:cNvGrpSpPr>
            <p:nvPr/>
          </p:nvGrpSpPr>
          <p:grpSpPr bwMode="auto">
            <a:xfrm>
              <a:off x="4416" y="3264"/>
              <a:ext cx="336" cy="288"/>
              <a:chOff x="3888" y="1968"/>
              <a:chExt cx="336" cy="288"/>
            </a:xfrm>
          </p:grpSpPr>
          <p:sp>
            <p:nvSpPr>
              <p:cNvPr id="34925" name="Rectangle 7"/>
              <p:cNvSpPr>
                <a:spLocks noChangeArrowheads="1"/>
              </p:cNvSpPr>
              <p:nvPr/>
            </p:nvSpPr>
            <p:spPr bwMode="auto">
              <a:xfrm>
                <a:off x="3888" y="1968"/>
                <a:ext cx="336" cy="240"/>
              </a:xfrm>
              <a:prstGeom prst="rect">
                <a:avLst/>
              </a:prstGeom>
              <a:solidFill>
                <a:srgbClr val="66FFCC"/>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34926" name="Text Box 8"/>
              <p:cNvSpPr txBox="1">
                <a:spLocks noChangeArrowheads="1"/>
              </p:cNvSpPr>
              <p:nvPr/>
            </p:nvSpPr>
            <p:spPr bwMode="auto">
              <a:xfrm>
                <a:off x="3936" y="196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r>
                  <a:rPr lang="en-US" sz="2400">
                    <a:solidFill>
                      <a:schemeClr val="tx1"/>
                    </a:solidFill>
                    <a:latin typeface="Courier New" panose="02070309020205020404" pitchFamily="49" charset="0"/>
                  </a:rPr>
                  <a:t>-</a:t>
                </a:r>
              </a:p>
            </p:txBody>
          </p:sp>
        </p:grpSp>
        <p:grpSp>
          <p:nvGrpSpPr>
            <p:cNvPr id="34922" name="Group 9"/>
            <p:cNvGrpSpPr>
              <a:grpSpLocks/>
            </p:cNvGrpSpPr>
            <p:nvPr/>
          </p:nvGrpSpPr>
          <p:grpSpPr bwMode="auto">
            <a:xfrm>
              <a:off x="4416" y="3744"/>
              <a:ext cx="336" cy="288"/>
              <a:chOff x="3888" y="2448"/>
              <a:chExt cx="336" cy="288"/>
            </a:xfrm>
          </p:grpSpPr>
          <p:sp>
            <p:nvSpPr>
              <p:cNvPr id="34923" name="Rectangle 10"/>
              <p:cNvSpPr>
                <a:spLocks noChangeArrowheads="1"/>
              </p:cNvSpPr>
              <p:nvPr/>
            </p:nvSpPr>
            <p:spPr bwMode="auto">
              <a:xfrm>
                <a:off x="3888" y="2448"/>
                <a:ext cx="336" cy="240"/>
              </a:xfrm>
              <a:prstGeom prst="rect">
                <a:avLst/>
              </a:prstGeom>
              <a:solidFill>
                <a:srgbClr val="66FFCC"/>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34924" name="Text Box 11"/>
              <p:cNvSpPr txBox="1">
                <a:spLocks noChangeArrowheads="1"/>
              </p:cNvSpPr>
              <p:nvPr/>
            </p:nvSpPr>
            <p:spPr bwMode="auto">
              <a:xfrm>
                <a:off x="3936" y="244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r>
                  <a:rPr lang="en-US" sz="2400">
                    <a:solidFill>
                      <a:schemeClr val="tx1"/>
                    </a:solidFill>
                    <a:latin typeface="Courier New" panose="02070309020205020404" pitchFamily="49" charset="0"/>
                  </a:rPr>
                  <a:t>/</a:t>
                </a:r>
              </a:p>
            </p:txBody>
          </p:sp>
        </p:grpSp>
      </p:grpSp>
      <p:sp>
        <p:nvSpPr>
          <p:cNvPr id="34820" name="Text Box 12"/>
          <p:cNvSpPr txBox="1">
            <a:spLocks noChangeArrowheads="1"/>
          </p:cNvSpPr>
          <p:nvPr/>
        </p:nvSpPr>
        <p:spPr bwMode="auto">
          <a:xfrm>
            <a:off x="1818579" y="201263"/>
            <a:ext cx="5410200" cy="652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519113" algn="l"/>
                <a:tab pos="1774825" algn="l"/>
                <a:tab pos="3651250" algn="l"/>
              </a:tabLst>
              <a:defRPr sz="1000" b="1">
                <a:solidFill>
                  <a:schemeClr val="bg1"/>
                </a:solidFill>
                <a:latin typeface="Arial" panose="020B0604020202020204" pitchFamily="34" charset="0"/>
              </a:defRPr>
            </a:lvl1pPr>
            <a:lvl2pPr marL="742950" indent="-285750" eaLnBrk="0" hangingPunct="0">
              <a:tabLst>
                <a:tab pos="519113" algn="l"/>
                <a:tab pos="1774825" algn="l"/>
                <a:tab pos="3651250" algn="l"/>
              </a:tabLst>
              <a:defRPr sz="1000" b="1">
                <a:solidFill>
                  <a:schemeClr val="bg1"/>
                </a:solidFill>
                <a:latin typeface="Arial" panose="020B0604020202020204" pitchFamily="34" charset="0"/>
              </a:defRPr>
            </a:lvl2pPr>
            <a:lvl3pPr marL="1143000" indent="-228600" eaLnBrk="0" hangingPunct="0">
              <a:tabLst>
                <a:tab pos="519113" algn="l"/>
                <a:tab pos="1774825" algn="l"/>
                <a:tab pos="3651250" algn="l"/>
              </a:tabLst>
              <a:defRPr sz="1000" b="1">
                <a:solidFill>
                  <a:schemeClr val="bg1"/>
                </a:solidFill>
                <a:latin typeface="Arial" panose="020B0604020202020204" pitchFamily="34" charset="0"/>
              </a:defRPr>
            </a:lvl3pPr>
            <a:lvl4pPr marL="1600200" indent="-228600" eaLnBrk="0" hangingPunct="0">
              <a:tabLst>
                <a:tab pos="519113" algn="l"/>
                <a:tab pos="1774825" algn="l"/>
                <a:tab pos="3651250" algn="l"/>
              </a:tabLst>
              <a:defRPr sz="1000" b="1">
                <a:solidFill>
                  <a:schemeClr val="bg1"/>
                </a:solidFill>
                <a:latin typeface="Arial" panose="020B0604020202020204" pitchFamily="34" charset="0"/>
              </a:defRPr>
            </a:lvl4pPr>
            <a:lvl5pPr marL="2057400" indent="-228600" eaLnBrk="0" hangingPunct="0">
              <a:tabLst>
                <a:tab pos="519113" algn="l"/>
                <a:tab pos="1774825" algn="l"/>
                <a:tab pos="3651250" algn="l"/>
              </a:tabLst>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tabLst>
                <a:tab pos="519113" algn="l"/>
                <a:tab pos="1774825" algn="l"/>
                <a:tab pos="3651250" algn="l"/>
              </a:tabLs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tabLst>
                <a:tab pos="519113" algn="l"/>
                <a:tab pos="1774825" algn="l"/>
                <a:tab pos="3651250" algn="l"/>
              </a:tabLs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tabLst>
                <a:tab pos="519113" algn="l"/>
                <a:tab pos="1774825" algn="l"/>
                <a:tab pos="3651250" algn="l"/>
              </a:tabLs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tabLst>
                <a:tab pos="519113" algn="l"/>
                <a:tab pos="1774825" algn="l"/>
                <a:tab pos="3651250" algn="l"/>
              </a:tabLst>
              <a:defRPr sz="1000" b="1">
                <a:solidFill>
                  <a:schemeClr val="bg1"/>
                </a:solidFill>
                <a:latin typeface="Arial" panose="020B0604020202020204" pitchFamily="34" charset="0"/>
              </a:defRPr>
            </a:lvl9pPr>
          </a:lstStyle>
          <a:p>
            <a:pPr algn="l" eaLnBrk="1" hangingPunct="1">
              <a:spcBef>
                <a:spcPct val="50000"/>
              </a:spcBef>
            </a:pPr>
            <a:r>
              <a:rPr lang="en-US" sz="1800" i="1" dirty="0">
                <a:solidFill>
                  <a:schemeClr val="tx1"/>
                </a:solidFill>
                <a:latin typeface="Times New Roman MT Extra Bold" pitchFamily="18" charset="0"/>
              </a:rPr>
              <a:t>	</a:t>
            </a:r>
            <a:endParaRPr lang="en-US" sz="1800" dirty="0">
              <a:solidFill>
                <a:schemeClr val="tx1"/>
              </a:solidFill>
              <a:latin typeface="Times New Roman MT Extra Bold" pitchFamily="18" charset="0"/>
            </a:endParaRPr>
          </a:p>
          <a:p>
            <a:pPr algn="l" eaLnBrk="1" hangingPunct="1"/>
            <a:r>
              <a:rPr lang="en-US" sz="1800" smtClean="0">
                <a:solidFill>
                  <a:schemeClr val="tx1"/>
                </a:solidFill>
                <a:latin typeface="Times New Roman MT Extra Bold" pitchFamily="18" charset="0"/>
              </a:rPr>
              <a:t>Push </a:t>
            </a:r>
            <a:r>
              <a:rPr lang="en-US" sz="1800" dirty="0">
                <a:solidFill>
                  <a:schemeClr val="tx1"/>
                </a:solidFill>
                <a:latin typeface="Courier New" panose="02070309020205020404" pitchFamily="49" charset="0"/>
              </a:rPr>
              <a:t>(		</a:t>
            </a:r>
            <a:r>
              <a:rPr lang="en-US" sz="1800" i="1" u="sng" dirty="0" err="1">
                <a:solidFill>
                  <a:schemeClr val="tx1"/>
                </a:solidFill>
                <a:latin typeface="Times New Roman MT Extra Bold" pitchFamily="18" charset="0"/>
              </a:rPr>
              <a:t>PostFix</a:t>
            </a:r>
            <a:endParaRPr lang="en-US" sz="1800" dirty="0">
              <a:solidFill>
                <a:schemeClr val="tx1"/>
              </a:solidFill>
              <a:latin typeface="Times New Roman MT Extra Bold" pitchFamily="18" charset="0"/>
            </a:endParaRPr>
          </a:p>
          <a:p>
            <a:pPr algn="l" eaLnBrk="1" hangingPunct="1"/>
            <a:r>
              <a:rPr lang="en-US" sz="1800" dirty="0">
                <a:solidFill>
                  <a:schemeClr val="tx1"/>
                </a:solidFill>
                <a:latin typeface="Times New Roman MT Extra Bold" pitchFamily="18" charset="0"/>
              </a:rPr>
              <a:t>Display </a:t>
            </a:r>
            <a:r>
              <a:rPr lang="en-US" sz="1800" dirty="0">
                <a:solidFill>
                  <a:schemeClr val="tx1"/>
                </a:solidFill>
                <a:latin typeface="Courier New" panose="02070309020205020404" pitchFamily="49" charset="0"/>
              </a:rPr>
              <a:t>A</a:t>
            </a:r>
            <a:r>
              <a:rPr lang="en-US" sz="1800" dirty="0">
                <a:solidFill>
                  <a:schemeClr val="tx1"/>
                </a:solidFill>
                <a:latin typeface="Times New Roman MT Extra Bold" pitchFamily="18" charset="0"/>
              </a:rPr>
              <a:t>		</a:t>
            </a:r>
          </a:p>
          <a:p>
            <a:pPr algn="l" eaLnBrk="1" hangingPunct="1"/>
            <a:r>
              <a:rPr lang="en-US" sz="1800" dirty="0">
                <a:solidFill>
                  <a:schemeClr val="tx1"/>
                </a:solidFill>
                <a:latin typeface="Times New Roman MT Extra Bold" pitchFamily="18" charset="0"/>
              </a:rPr>
              <a:t>Push </a:t>
            </a:r>
            <a:r>
              <a:rPr lang="en-US" sz="1800" dirty="0">
                <a:solidFill>
                  <a:schemeClr val="tx1"/>
                </a:solidFill>
                <a:latin typeface="Courier New" panose="02070309020205020404" pitchFamily="49" charset="0"/>
              </a:rPr>
              <a:t>+</a:t>
            </a:r>
            <a:endParaRPr lang="en-US" sz="1800" dirty="0">
              <a:solidFill>
                <a:schemeClr val="tx1"/>
              </a:solidFill>
              <a:latin typeface="Times New Roman MT Extra Bold" pitchFamily="18" charset="0"/>
            </a:endParaRPr>
          </a:p>
          <a:p>
            <a:pPr algn="l" eaLnBrk="1" hangingPunct="1"/>
            <a:r>
              <a:rPr lang="en-US" sz="1800" dirty="0">
                <a:solidFill>
                  <a:schemeClr val="tx1"/>
                </a:solidFill>
                <a:latin typeface="Times New Roman MT Extra Bold" pitchFamily="18" charset="0"/>
              </a:rPr>
              <a:t>Display </a:t>
            </a:r>
            <a:r>
              <a:rPr lang="en-US" sz="1800" dirty="0">
                <a:solidFill>
                  <a:schemeClr val="tx1"/>
                </a:solidFill>
                <a:latin typeface="Courier New" panose="02070309020205020404" pitchFamily="49" charset="0"/>
              </a:rPr>
              <a:t>B</a:t>
            </a:r>
            <a:r>
              <a:rPr lang="en-US" sz="1800" dirty="0">
                <a:solidFill>
                  <a:schemeClr val="tx1"/>
                </a:solidFill>
                <a:latin typeface="Times New Roman MT Extra Bold" pitchFamily="18" charset="0"/>
              </a:rPr>
              <a:t>		</a:t>
            </a:r>
          </a:p>
          <a:p>
            <a:pPr algn="l" eaLnBrk="1" hangingPunct="1"/>
            <a:r>
              <a:rPr lang="en-US" sz="1800" dirty="0">
                <a:solidFill>
                  <a:schemeClr val="tx1"/>
                </a:solidFill>
                <a:latin typeface="Times New Roman MT Extra Bold" pitchFamily="18" charset="0"/>
              </a:rPr>
              <a:t>Push </a:t>
            </a:r>
            <a:r>
              <a:rPr lang="en-US" sz="1800" dirty="0">
                <a:solidFill>
                  <a:schemeClr val="tx1"/>
                </a:solidFill>
                <a:latin typeface="Courier New" panose="02070309020205020404" pitchFamily="49" charset="0"/>
              </a:rPr>
              <a:t>*</a:t>
            </a:r>
          </a:p>
          <a:p>
            <a:pPr algn="l" eaLnBrk="1" hangingPunct="1"/>
            <a:r>
              <a:rPr lang="en-US" sz="1800" dirty="0">
                <a:solidFill>
                  <a:schemeClr val="tx1"/>
                </a:solidFill>
                <a:latin typeface="Times New Roman MT Extra Bold" pitchFamily="18" charset="0"/>
              </a:rPr>
              <a:t>Display </a:t>
            </a:r>
            <a:r>
              <a:rPr lang="en-US" sz="1800" dirty="0">
                <a:solidFill>
                  <a:schemeClr val="tx1"/>
                </a:solidFill>
                <a:latin typeface="Courier New" panose="02070309020205020404" pitchFamily="49" charset="0"/>
              </a:rPr>
              <a:t>C		</a:t>
            </a:r>
            <a:endParaRPr lang="en-US" sz="1800" dirty="0">
              <a:solidFill>
                <a:schemeClr val="tx1"/>
              </a:solidFill>
              <a:latin typeface="Times New Roman MT Extra Bold" pitchFamily="18" charset="0"/>
            </a:endParaRPr>
          </a:p>
          <a:p>
            <a:pPr algn="l" eaLnBrk="1" hangingPunct="1"/>
            <a:r>
              <a:rPr lang="en-US" sz="1800" dirty="0">
                <a:solidFill>
                  <a:schemeClr val="tx1"/>
                </a:solidFill>
                <a:latin typeface="Times New Roman MT Extra Bold" pitchFamily="18" charset="0"/>
              </a:rPr>
              <a:t>Read </a:t>
            </a:r>
            <a:r>
              <a:rPr lang="en-US" sz="1800" dirty="0">
                <a:solidFill>
                  <a:schemeClr val="tx1"/>
                </a:solidFill>
                <a:latin typeface="Courier New" panose="02070309020205020404" pitchFamily="49" charset="0"/>
              </a:rPr>
              <a:t>)</a:t>
            </a:r>
            <a:r>
              <a:rPr lang="en-US" sz="1800" dirty="0">
                <a:solidFill>
                  <a:schemeClr val="tx1"/>
                </a:solidFill>
                <a:latin typeface="Times New Roman MT Extra Bold" pitchFamily="18" charset="0"/>
              </a:rPr>
              <a:t> </a:t>
            </a:r>
          </a:p>
          <a:p>
            <a:pPr algn="l" eaLnBrk="1" hangingPunct="1"/>
            <a:r>
              <a:rPr lang="en-US" sz="1800" dirty="0">
                <a:solidFill>
                  <a:schemeClr val="tx1"/>
                </a:solidFill>
                <a:latin typeface="Times New Roman MT Extra Bold" pitchFamily="18" charset="0"/>
              </a:rPr>
              <a:t>	Pop </a:t>
            </a:r>
            <a:r>
              <a:rPr lang="en-US" sz="1800" dirty="0">
                <a:solidFill>
                  <a:schemeClr val="tx1"/>
                </a:solidFill>
                <a:latin typeface="Courier New" panose="02070309020205020404" pitchFamily="49" charset="0"/>
              </a:rPr>
              <a:t>*</a:t>
            </a:r>
            <a:r>
              <a:rPr lang="en-US" sz="1800" dirty="0">
                <a:solidFill>
                  <a:schemeClr val="tx1"/>
                </a:solidFill>
                <a:latin typeface="Times New Roman MT Extra Bold" pitchFamily="18" charset="0"/>
              </a:rPr>
              <a:t>, Display </a:t>
            </a:r>
            <a:r>
              <a:rPr lang="en-US" sz="1800" dirty="0">
                <a:solidFill>
                  <a:schemeClr val="tx1"/>
                </a:solidFill>
                <a:latin typeface="Courier New" panose="02070309020205020404" pitchFamily="49" charset="0"/>
              </a:rPr>
              <a:t>*</a:t>
            </a:r>
            <a:r>
              <a:rPr lang="en-US" sz="1800" dirty="0">
                <a:solidFill>
                  <a:schemeClr val="tx1"/>
                </a:solidFill>
                <a:latin typeface="Times New Roman MT Extra Bold" pitchFamily="18" charset="0"/>
              </a:rPr>
              <a:t>, </a:t>
            </a:r>
            <a:r>
              <a:rPr lang="en-US" sz="1800" dirty="0">
                <a:solidFill>
                  <a:schemeClr val="tx1"/>
                </a:solidFill>
                <a:latin typeface="Courier New" panose="02070309020205020404" pitchFamily="49" charset="0"/>
              </a:rPr>
              <a:t>	</a:t>
            </a:r>
          </a:p>
          <a:p>
            <a:pPr algn="l" eaLnBrk="1" hangingPunct="1"/>
            <a:r>
              <a:rPr lang="en-US" sz="1800" dirty="0">
                <a:solidFill>
                  <a:schemeClr val="tx1"/>
                </a:solidFill>
                <a:latin typeface="Times New Roman MT Extra Bold" pitchFamily="18" charset="0"/>
              </a:rPr>
              <a:t>	Pop </a:t>
            </a:r>
            <a:r>
              <a:rPr lang="en-US" sz="1800" dirty="0">
                <a:solidFill>
                  <a:schemeClr val="tx1"/>
                </a:solidFill>
                <a:latin typeface="Courier New" panose="02070309020205020404" pitchFamily="49" charset="0"/>
              </a:rPr>
              <a:t>+</a:t>
            </a:r>
            <a:r>
              <a:rPr lang="en-US" sz="1800" dirty="0">
                <a:solidFill>
                  <a:schemeClr val="tx1"/>
                </a:solidFill>
                <a:latin typeface="Times New Roman MT Extra Bold" pitchFamily="18" charset="0"/>
              </a:rPr>
              <a:t>, Display </a:t>
            </a:r>
            <a:r>
              <a:rPr lang="en-US" sz="1800" dirty="0">
                <a:solidFill>
                  <a:schemeClr val="tx1"/>
                </a:solidFill>
                <a:latin typeface="Courier New" panose="02070309020205020404" pitchFamily="49" charset="0"/>
              </a:rPr>
              <a:t>+</a:t>
            </a:r>
            <a:r>
              <a:rPr lang="en-US" sz="1800" dirty="0">
                <a:solidFill>
                  <a:schemeClr val="tx1"/>
                </a:solidFill>
                <a:latin typeface="Times New Roman MT Extra Bold" pitchFamily="18" charset="0"/>
              </a:rPr>
              <a:t>, Pop </a:t>
            </a:r>
            <a:r>
              <a:rPr lang="en-US" sz="1800" dirty="0">
                <a:solidFill>
                  <a:schemeClr val="tx1"/>
                </a:solidFill>
                <a:latin typeface="Courier New" panose="02070309020205020404" pitchFamily="49" charset="0"/>
              </a:rPr>
              <a:t>(</a:t>
            </a:r>
            <a:r>
              <a:rPr lang="en-US" sz="1800" dirty="0">
                <a:solidFill>
                  <a:schemeClr val="tx1"/>
                </a:solidFill>
                <a:latin typeface="Times New Roman MT Extra Bold" pitchFamily="18" charset="0"/>
              </a:rPr>
              <a:t> 	</a:t>
            </a:r>
          </a:p>
          <a:p>
            <a:pPr algn="l" eaLnBrk="1" hangingPunct="1"/>
            <a:r>
              <a:rPr lang="en-US" sz="1800" dirty="0">
                <a:solidFill>
                  <a:schemeClr val="tx1"/>
                </a:solidFill>
                <a:latin typeface="Times New Roman MT Extra Bold" pitchFamily="18" charset="0"/>
              </a:rPr>
              <a:t>Push </a:t>
            </a:r>
            <a:r>
              <a:rPr lang="en-US" sz="1800" dirty="0">
                <a:solidFill>
                  <a:schemeClr val="tx1"/>
                </a:solidFill>
                <a:latin typeface="Courier New" panose="02070309020205020404" pitchFamily="49" charset="0"/>
              </a:rPr>
              <a:t>/</a:t>
            </a:r>
            <a:endParaRPr lang="en-US" sz="1800" dirty="0">
              <a:solidFill>
                <a:schemeClr val="tx1"/>
              </a:solidFill>
              <a:latin typeface="Times New Roman MT Extra Bold" pitchFamily="18" charset="0"/>
            </a:endParaRPr>
          </a:p>
          <a:p>
            <a:pPr algn="l" eaLnBrk="1" hangingPunct="1"/>
            <a:r>
              <a:rPr lang="en-US" sz="1800" dirty="0">
                <a:solidFill>
                  <a:schemeClr val="tx1"/>
                </a:solidFill>
                <a:latin typeface="Times New Roman MT Extra Bold" pitchFamily="18" charset="0"/>
              </a:rPr>
              <a:t>Push </a:t>
            </a:r>
            <a:r>
              <a:rPr lang="en-US" sz="1800" dirty="0">
                <a:solidFill>
                  <a:schemeClr val="tx1"/>
                </a:solidFill>
                <a:latin typeface="Courier New" panose="02070309020205020404" pitchFamily="49" charset="0"/>
              </a:rPr>
              <a:t>(</a:t>
            </a:r>
            <a:endParaRPr lang="en-US" sz="1800" dirty="0">
              <a:solidFill>
                <a:schemeClr val="tx1"/>
              </a:solidFill>
              <a:latin typeface="Times New Roman MT Extra Bold" pitchFamily="18" charset="0"/>
            </a:endParaRPr>
          </a:p>
          <a:p>
            <a:pPr algn="l" eaLnBrk="1" hangingPunct="1"/>
            <a:r>
              <a:rPr lang="en-US" sz="1800" dirty="0">
                <a:solidFill>
                  <a:schemeClr val="tx1"/>
                </a:solidFill>
                <a:latin typeface="Times New Roman MT Extra Bold" pitchFamily="18" charset="0"/>
              </a:rPr>
              <a:t>Display </a:t>
            </a:r>
            <a:r>
              <a:rPr lang="en-US" sz="1800" dirty="0">
                <a:solidFill>
                  <a:schemeClr val="tx1"/>
                </a:solidFill>
                <a:latin typeface="Courier New" panose="02070309020205020404" pitchFamily="49" charset="0"/>
              </a:rPr>
              <a:t>D</a:t>
            </a:r>
            <a:r>
              <a:rPr lang="en-US" sz="1800" dirty="0">
                <a:solidFill>
                  <a:schemeClr val="tx1"/>
                </a:solidFill>
                <a:latin typeface="Times New Roman MT Extra Bold" pitchFamily="18" charset="0"/>
              </a:rPr>
              <a:t> </a:t>
            </a:r>
          </a:p>
          <a:p>
            <a:pPr algn="l" eaLnBrk="1" hangingPunct="1"/>
            <a:r>
              <a:rPr lang="en-US" sz="1800" dirty="0">
                <a:solidFill>
                  <a:schemeClr val="tx1"/>
                </a:solidFill>
                <a:latin typeface="Times New Roman MT Extra Bold" pitchFamily="18" charset="0"/>
              </a:rPr>
              <a:t>Push </a:t>
            </a:r>
            <a:r>
              <a:rPr lang="en-US" sz="1800" dirty="0">
                <a:solidFill>
                  <a:schemeClr val="tx1"/>
                </a:solidFill>
                <a:latin typeface="Courier New" panose="02070309020205020404" pitchFamily="49" charset="0"/>
              </a:rPr>
              <a:t>-</a:t>
            </a:r>
            <a:r>
              <a:rPr lang="en-US" sz="1800" dirty="0">
                <a:solidFill>
                  <a:schemeClr val="tx1"/>
                </a:solidFill>
                <a:latin typeface="Times New Roman MT Extra Bold" pitchFamily="18" charset="0"/>
              </a:rPr>
              <a:t>	</a:t>
            </a:r>
            <a:r>
              <a:rPr lang="en-US" sz="1800" dirty="0">
                <a:solidFill>
                  <a:schemeClr val="tx1"/>
                </a:solidFill>
                <a:latin typeface="Courier New" panose="02070309020205020404" pitchFamily="49" charset="0"/>
              </a:rPr>
              <a:t>	</a:t>
            </a:r>
            <a:endParaRPr lang="en-US" sz="1800" dirty="0">
              <a:solidFill>
                <a:schemeClr val="tx1"/>
              </a:solidFill>
              <a:latin typeface="Times New Roman MT Extra Bold" pitchFamily="18" charset="0"/>
            </a:endParaRPr>
          </a:p>
          <a:p>
            <a:pPr algn="l" eaLnBrk="1" hangingPunct="1"/>
            <a:r>
              <a:rPr lang="en-US" sz="1800" dirty="0">
                <a:solidFill>
                  <a:schemeClr val="tx1"/>
                </a:solidFill>
                <a:latin typeface="Times New Roman MT Extra Bold" pitchFamily="18" charset="0"/>
              </a:rPr>
              <a:t>Push </a:t>
            </a:r>
            <a:r>
              <a:rPr lang="en-US" sz="1800" dirty="0">
                <a:solidFill>
                  <a:schemeClr val="tx1"/>
                </a:solidFill>
                <a:latin typeface="Courier New" panose="02070309020205020404" pitchFamily="49" charset="0"/>
              </a:rPr>
              <a:t>(</a:t>
            </a:r>
            <a:endParaRPr lang="en-US" sz="1800" dirty="0">
              <a:solidFill>
                <a:schemeClr val="tx1"/>
              </a:solidFill>
              <a:latin typeface="Times New Roman MT Extra Bold" pitchFamily="18" charset="0"/>
            </a:endParaRPr>
          </a:p>
          <a:p>
            <a:pPr algn="l" eaLnBrk="1" hangingPunct="1"/>
            <a:r>
              <a:rPr lang="en-US" sz="1800" dirty="0">
                <a:solidFill>
                  <a:schemeClr val="tx1"/>
                </a:solidFill>
                <a:latin typeface="Times New Roman MT Extra Bold" pitchFamily="18" charset="0"/>
              </a:rPr>
              <a:t>Display </a:t>
            </a:r>
            <a:r>
              <a:rPr lang="en-US" sz="1800" dirty="0">
                <a:solidFill>
                  <a:schemeClr val="tx1"/>
                </a:solidFill>
                <a:latin typeface="Courier New" panose="02070309020205020404" pitchFamily="49" charset="0"/>
              </a:rPr>
              <a:t>E</a:t>
            </a:r>
            <a:r>
              <a:rPr lang="en-US" sz="1800" dirty="0">
                <a:solidFill>
                  <a:schemeClr val="tx1"/>
                </a:solidFill>
                <a:latin typeface="Times New Roman MT Extra Bold" pitchFamily="18" charset="0"/>
              </a:rPr>
              <a:t>		</a:t>
            </a:r>
          </a:p>
          <a:p>
            <a:pPr algn="l" eaLnBrk="1" hangingPunct="1"/>
            <a:r>
              <a:rPr lang="en-US" sz="1800" dirty="0">
                <a:solidFill>
                  <a:schemeClr val="tx1"/>
                </a:solidFill>
                <a:latin typeface="Times New Roman MT Extra Bold" pitchFamily="18" charset="0"/>
              </a:rPr>
              <a:t>Push </a:t>
            </a:r>
            <a:r>
              <a:rPr lang="en-US" sz="1800" dirty="0">
                <a:solidFill>
                  <a:schemeClr val="tx1"/>
                </a:solidFill>
                <a:latin typeface="Courier New" panose="02070309020205020404" pitchFamily="49" charset="0"/>
              </a:rPr>
              <a:t>-</a:t>
            </a:r>
            <a:endParaRPr lang="en-US" sz="1800" dirty="0">
              <a:solidFill>
                <a:schemeClr val="tx1"/>
              </a:solidFill>
              <a:latin typeface="Times New Roman MT Extra Bold" pitchFamily="18" charset="0"/>
            </a:endParaRPr>
          </a:p>
          <a:p>
            <a:pPr algn="l" eaLnBrk="1" hangingPunct="1"/>
            <a:r>
              <a:rPr lang="en-US" sz="1800" dirty="0">
                <a:solidFill>
                  <a:schemeClr val="tx1"/>
                </a:solidFill>
                <a:latin typeface="Times New Roman MT Extra Bold" pitchFamily="18" charset="0"/>
              </a:rPr>
              <a:t>Display </a:t>
            </a:r>
            <a:r>
              <a:rPr lang="en-US" sz="1800" dirty="0">
                <a:solidFill>
                  <a:schemeClr val="tx1"/>
                </a:solidFill>
                <a:latin typeface="Courier New" panose="02070309020205020404" pitchFamily="49" charset="0"/>
              </a:rPr>
              <a:t>F</a:t>
            </a:r>
            <a:r>
              <a:rPr lang="en-US" sz="1800" dirty="0">
                <a:solidFill>
                  <a:schemeClr val="tx1"/>
                </a:solidFill>
                <a:latin typeface="Times New Roman MT Extra Bold" pitchFamily="18" charset="0"/>
              </a:rPr>
              <a:t>	</a:t>
            </a:r>
            <a:r>
              <a:rPr lang="en-US" sz="1800" dirty="0">
                <a:solidFill>
                  <a:schemeClr val="tx1"/>
                </a:solidFill>
                <a:latin typeface="Courier New" panose="02070309020205020404" pitchFamily="49" charset="0"/>
              </a:rPr>
              <a:t>	</a:t>
            </a:r>
            <a:endParaRPr lang="en-US" sz="1800" dirty="0">
              <a:solidFill>
                <a:schemeClr val="tx1"/>
              </a:solidFill>
              <a:latin typeface="Times New Roman MT Extra Bold" pitchFamily="18" charset="0"/>
            </a:endParaRPr>
          </a:p>
          <a:p>
            <a:pPr algn="l" eaLnBrk="1" hangingPunct="1"/>
            <a:r>
              <a:rPr lang="en-US" sz="1800" dirty="0">
                <a:solidFill>
                  <a:schemeClr val="tx1"/>
                </a:solidFill>
                <a:latin typeface="Times New Roman MT Extra Bold" pitchFamily="18" charset="0"/>
              </a:rPr>
              <a:t>Read</a:t>
            </a:r>
            <a:r>
              <a:rPr lang="en-US" sz="1800" dirty="0">
                <a:solidFill>
                  <a:schemeClr val="tx1"/>
                </a:solidFill>
                <a:latin typeface="Courier New" panose="02070309020205020404" pitchFamily="49" charset="0"/>
              </a:rPr>
              <a:t> )</a:t>
            </a:r>
            <a:endParaRPr lang="en-US" sz="1800" dirty="0">
              <a:solidFill>
                <a:schemeClr val="tx1"/>
              </a:solidFill>
              <a:latin typeface="Times New Roman MT Extra Bold" pitchFamily="18" charset="0"/>
            </a:endParaRPr>
          </a:p>
          <a:p>
            <a:pPr algn="l" eaLnBrk="1" hangingPunct="1"/>
            <a:r>
              <a:rPr lang="en-US" sz="1800" dirty="0">
                <a:solidFill>
                  <a:schemeClr val="tx1"/>
                </a:solidFill>
                <a:latin typeface="Times New Roman MT Extra Bold" pitchFamily="18" charset="0"/>
              </a:rPr>
              <a:t>	Pop </a:t>
            </a:r>
            <a:r>
              <a:rPr lang="en-US" sz="1800" dirty="0">
                <a:solidFill>
                  <a:schemeClr val="tx1"/>
                </a:solidFill>
                <a:latin typeface="Courier New" panose="02070309020205020404" pitchFamily="49" charset="0"/>
              </a:rPr>
              <a:t>-</a:t>
            </a:r>
            <a:r>
              <a:rPr lang="en-US" sz="1800" dirty="0">
                <a:solidFill>
                  <a:schemeClr val="tx1"/>
                </a:solidFill>
                <a:latin typeface="Times New Roman MT Extra Bold" pitchFamily="18" charset="0"/>
              </a:rPr>
              <a:t>, Display </a:t>
            </a:r>
            <a:r>
              <a:rPr lang="en-US" sz="1800" dirty="0">
                <a:solidFill>
                  <a:schemeClr val="tx1"/>
                </a:solidFill>
                <a:latin typeface="Courier New" panose="02070309020205020404" pitchFamily="49" charset="0"/>
              </a:rPr>
              <a:t>-</a:t>
            </a:r>
            <a:r>
              <a:rPr lang="en-US" sz="1800" dirty="0">
                <a:solidFill>
                  <a:schemeClr val="tx1"/>
                </a:solidFill>
                <a:latin typeface="Times New Roman MT Extra Bold" pitchFamily="18" charset="0"/>
              </a:rPr>
              <a:t>, Pop </a:t>
            </a:r>
            <a:r>
              <a:rPr lang="en-US" sz="1800" dirty="0">
                <a:solidFill>
                  <a:schemeClr val="tx1"/>
                </a:solidFill>
                <a:latin typeface="Courier New" panose="02070309020205020404" pitchFamily="49" charset="0"/>
              </a:rPr>
              <a:t>(</a:t>
            </a:r>
            <a:r>
              <a:rPr lang="en-US" sz="1800" dirty="0">
                <a:solidFill>
                  <a:schemeClr val="tx1"/>
                </a:solidFill>
                <a:latin typeface="Times New Roman MT Extra Bold" pitchFamily="18" charset="0"/>
              </a:rPr>
              <a:t>	</a:t>
            </a:r>
          </a:p>
          <a:p>
            <a:pPr algn="l" eaLnBrk="1" hangingPunct="1"/>
            <a:r>
              <a:rPr lang="en-US" sz="1800" dirty="0">
                <a:solidFill>
                  <a:schemeClr val="tx1"/>
                </a:solidFill>
                <a:latin typeface="Times New Roman MT Extra Bold" pitchFamily="18" charset="0"/>
              </a:rPr>
              <a:t>Read</a:t>
            </a:r>
            <a:r>
              <a:rPr lang="en-US" sz="1800" dirty="0">
                <a:solidFill>
                  <a:schemeClr val="tx1"/>
                </a:solidFill>
                <a:latin typeface="Courier New" panose="02070309020205020404" pitchFamily="49" charset="0"/>
              </a:rPr>
              <a:t> )</a:t>
            </a:r>
          </a:p>
          <a:p>
            <a:pPr algn="l" eaLnBrk="1" hangingPunct="1"/>
            <a:r>
              <a:rPr lang="en-US" sz="1800" dirty="0">
                <a:solidFill>
                  <a:schemeClr val="tx1"/>
                </a:solidFill>
                <a:latin typeface="Times New Roman MT Extra Bold" pitchFamily="18" charset="0"/>
              </a:rPr>
              <a:t> 	Pop </a:t>
            </a:r>
            <a:r>
              <a:rPr lang="en-US" sz="1800" dirty="0">
                <a:solidFill>
                  <a:schemeClr val="tx1"/>
                </a:solidFill>
                <a:latin typeface="Courier New" panose="02070309020205020404" pitchFamily="49" charset="0"/>
              </a:rPr>
              <a:t>-</a:t>
            </a:r>
            <a:r>
              <a:rPr lang="en-US" sz="1800" dirty="0">
                <a:solidFill>
                  <a:schemeClr val="tx1"/>
                </a:solidFill>
                <a:latin typeface="Times New Roman MT Extra Bold" pitchFamily="18" charset="0"/>
              </a:rPr>
              <a:t>, Display </a:t>
            </a:r>
            <a:r>
              <a:rPr lang="en-US" sz="1800" dirty="0">
                <a:solidFill>
                  <a:schemeClr val="tx1"/>
                </a:solidFill>
                <a:latin typeface="Courier New" panose="02070309020205020404" pitchFamily="49" charset="0"/>
              </a:rPr>
              <a:t>-</a:t>
            </a:r>
            <a:r>
              <a:rPr lang="en-US" sz="1800" dirty="0">
                <a:solidFill>
                  <a:schemeClr val="tx1"/>
                </a:solidFill>
                <a:latin typeface="Times New Roman MT Extra Bold" pitchFamily="18" charset="0"/>
              </a:rPr>
              <a:t>, Pop </a:t>
            </a:r>
            <a:r>
              <a:rPr lang="en-US" sz="1800" dirty="0">
                <a:solidFill>
                  <a:schemeClr val="tx1"/>
                </a:solidFill>
                <a:latin typeface="Courier New" panose="02070309020205020404" pitchFamily="49" charset="0"/>
              </a:rPr>
              <a:t>(</a:t>
            </a:r>
          </a:p>
          <a:p>
            <a:pPr algn="l" eaLnBrk="1" hangingPunct="1"/>
            <a:r>
              <a:rPr lang="en-US" sz="1800" dirty="0">
                <a:solidFill>
                  <a:schemeClr val="tx1"/>
                </a:solidFill>
                <a:latin typeface="Times New Roman MT Extra Bold" pitchFamily="18" charset="0"/>
              </a:rPr>
              <a:t>Pop </a:t>
            </a:r>
            <a:r>
              <a:rPr lang="en-US" sz="1800" dirty="0">
                <a:solidFill>
                  <a:schemeClr val="tx1"/>
                </a:solidFill>
                <a:latin typeface="Courier New" panose="02070309020205020404" pitchFamily="49" charset="0"/>
              </a:rPr>
              <a:t>/</a:t>
            </a:r>
            <a:r>
              <a:rPr lang="en-US" sz="1800" dirty="0">
                <a:solidFill>
                  <a:schemeClr val="tx1"/>
                </a:solidFill>
                <a:latin typeface="Times New Roman MT Extra Bold" pitchFamily="18" charset="0"/>
              </a:rPr>
              <a:t>, Display </a:t>
            </a:r>
            <a:r>
              <a:rPr lang="en-US" sz="1800" dirty="0">
                <a:solidFill>
                  <a:schemeClr val="tx1"/>
                </a:solidFill>
                <a:latin typeface="Courier New" panose="02070309020205020404" pitchFamily="49" charset="0"/>
              </a:rPr>
              <a:t>/</a:t>
            </a:r>
            <a:r>
              <a:rPr lang="en-US" sz="1800" dirty="0">
                <a:solidFill>
                  <a:schemeClr val="tx1"/>
                </a:solidFill>
                <a:latin typeface="Times New Roman MT Extra Bold" pitchFamily="18" charset="0"/>
              </a:rPr>
              <a:t> 	</a:t>
            </a:r>
            <a:r>
              <a:rPr lang="en-US" sz="1800" dirty="0">
                <a:solidFill>
                  <a:schemeClr val="tx1"/>
                </a:solidFill>
                <a:latin typeface="Courier New" panose="02070309020205020404" pitchFamily="49" charset="0"/>
              </a:rPr>
              <a:t>	</a:t>
            </a:r>
          </a:p>
        </p:txBody>
      </p:sp>
      <p:grpSp>
        <p:nvGrpSpPr>
          <p:cNvPr id="6" name="Group 13"/>
          <p:cNvGrpSpPr>
            <a:grpSpLocks/>
          </p:cNvGrpSpPr>
          <p:nvPr/>
        </p:nvGrpSpPr>
        <p:grpSpPr bwMode="auto">
          <a:xfrm>
            <a:off x="7635875" y="1378263"/>
            <a:ext cx="533400" cy="457200"/>
            <a:chOff x="3888" y="2448"/>
            <a:chExt cx="336" cy="288"/>
          </a:xfrm>
        </p:grpSpPr>
        <p:sp>
          <p:nvSpPr>
            <p:cNvPr id="34918" name="Rectangle 14"/>
            <p:cNvSpPr>
              <a:spLocks noChangeArrowheads="1"/>
            </p:cNvSpPr>
            <p:nvPr/>
          </p:nvSpPr>
          <p:spPr bwMode="auto">
            <a:xfrm>
              <a:off x="3888" y="2448"/>
              <a:ext cx="336" cy="240"/>
            </a:xfrm>
            <a:prstGeom prst="rect">
              <a:avLst/>
            </a:prstGeom>
            <a:solidFill>
              <a:srgbClr val="66FFCC"/>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34919" name="Text Box 15"/>
            <p:cNvSpPr txBox="1">
              <a:spLocks noChangeArrowheads="1"/>
            </p:cNvSpPr>
            <p:nvPr/>
          </p:nvSpPr>
          <p:spPr bwMode="auto">
            <a:xfrm>
              <a:off x="3936" y="244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r>
                <a:rPr lang="en-US" sz="2400">
                  <a:solidFill>
                    <a:schemeClr val="tx1"/>
                  </a:solidFill>
                  <a:latin typeface="Courier New" panose="02070309020205020404" pitchFamily="49" charset="0"/>
                </a:rPr>
                <a:t>(</a:t>
              </a:r>
            </a:p>
          </p:txBody>
        </p:sp>
      </p:grpSp>
      <p:grpSp>
        <p:nvGrpSpPr>
          <p:cNvPr id="7" name="Group 16"/>
          <p:cNvGrpSpPr>
            <a:grpSpLocks/>
          </p:cNvGrpSpPr>
          <p:nvPr/>
        </p:nvGrpSpPr>
        <p:grpSpPr bwMode="auto">
          <a:xfrm>
            <a:off x="7635875" y="997263"/>
            <a:ext cx="533400" cy="457200"/>
            <a:chOff x="3888" y="2208"/>
            <a:chExt cx="336" cy="288"/>
          </a:xfrm>
        </p:grpSpPr>
        <p:sp>
          <p:nvSpPr>
            <p:cNvPr id="34916" name="Rectangle 17"/>
            <p:cNvSpPr>
              <a:spLocks noChangeArrowheads="1"/>
            </p:cNvSpPr>
            <p:nvPr/>
          </p:nvSpPr>
          <p:spPr bwMode="auto">
            <a:xfrm>
              <a:off x="3888" y="2208"/>
              <a:ext cx="336" cy="240"/>
            </a:xfrm>
            <a:prstGeom prst="rect">
              <a:avLst/>
            </a:prstGeom>
            <a:solidFill>
              <a:srgbClr val="66FFCC"/>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34917" name="Text Box 18"/>
            <p:cNvSpPr txBox="1">
              <a:spLocks noChangeArrowheads="1"/>
            </p:cNvSpPr>
            <p:nvPr/>
          </p:nvSpPr>
          <p:spPr bwMode="auto">
            <a:xfrm>
              <a:off x="3936" y="220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r>
                <a:rPr lang="en-US" sz="2400">
                  <a:solidFill>
                    <a:schemeClr val="tx1"/>
                  </a:solidFill>
                  <a:latin typeface="Courier New" panose="02070309020205020404" pitchFamily="49" charset="0"/>
                </a:rPr>
                <a:t>+</a:t>
              </a:r>
            </a:p>
          </p:txBody>
        </p:sp>
      </p:grpSp>
      <p:grpSp>
        <p:nvGrpSpPr>
          <p:cNvPr id="8" name="Group 19"/>
          <p:cNvGrpSpPr>
            <a:grpSpLocks/>
          </p:cNvGrpSpPr>
          <p:nvPr/>
        </p:nvGrpSpPr>
        <p:grpSpPr bwMode="auto">
          <a:xfrm>
            <a:off x="7635875" y="616263"/>
            <a:ext cx="533400" cy="457200"/>
            <a:chOff x="3888" y="1968"/>
            <a:chExt cx="336" cy="288"/>
          </a:xfrm>
        </p:grpSpPr>
        <p:sp>
          <p:nvSpPr>
            <p:cNvPr id="34914" name="Rectangle 20"/>
            <p:cNvSpPr>
              <a:spLocks noChangeArrowheads="1"/>
            </p:cNvSpPr>
            <p:nvPr/>
          </p:nvSpPr>
          <p:spPr bwMode="auto">
            <a:xfrm>
              <a:off x="3888" y="1968"/>
              <a:ext cx="336" cy="240"/>
            </a:xfrm>
            <a:prstGeom prst="rect">
              <a:avLst/>
            </a:prstGeom>
            <a:solidFill>
              <a:srgbClr val="66FFCC"/>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34915" name="Text Box 21"/>
            <p:cNvSpPr txBox="1">
              <a:spLocks noChangeArrowheads="1"/>
            </p:cNvSpPr>
            <p:nvPr/>
          </p:nvSpPr>
          <p:spPr bwMode="auto">
            <a:xfrm>
              <a:off x="3936" y="196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r>
                <a:rPr lang="en-US" sz="2400">
                  <a:solidFill>
                    <a:schemeClr val="tx1"/>
                  </a:solidFill>
                  <a:latin typeface="Courier New" panose="02070309020205020404" pitchFamily="49" charset="0"/>
                </a:rPr>
                <a:t>*</a:t>
              </a:r>
            </a:p>
          </p:txBody>
        </p:sp>
      </p:grpSp>
      <p:sp>
        <p:nvSpPr>
          <p:cNvPr id="92182" name="Line 22"/>
          <p:cNvSpPr>
            <a:spLocks noChangeShapeType="1"/>
          </p:cNvSpPr>
          <p:nvPr/>
        </p:nvSpPr>
        <p:spPr bwMode="auto">
          <a:xfrm flipH="1">
            <a:off x="6248400" y="844863"/>
            <a:ext cx="1524000" cy="16002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pic>
        <p:nvPicPr>
          <p:cNvPr id="92183" name="Picture 23"/>
          <p:cNvPicPr>
            <a:picLocks noChangeAspect="1" noChangeArrowheads="1"/>
          </p:cNvPicPr>
          <p:nvPr/>
        </p:nvPicPr>
        <p:blipFill>
          <a:blip r:embed="rId2">
            <a:clrChange>
              <a:clrFrom>
                <a:srgbClr val="2A2A2A"/>
              </a:clrFrom>
              <a:clrTo>
                <a:srgbClr val="2A2A2A">
                  <a:alpha val="0"/>
                </a:srgbClr>
              </a:clrTo>
            </a:clrChange>
            <a:extLst>
              <a:ext uri="{28A0092B-C50C-407E-A947-70E740481C1C}">
                <a14:useLocalDpi xmlns:a14="http://schemas.microsoft.com/office/drawing/2010/main" val="0"/>
              </a:ext>
            </a:extLst>
          </a:blip>
          <a:srcRect t="19565" r="17534" b="15218"/>
          <a:stretch>
            <a:fillRect/>
          </a:stretch>
        </p:blipFill>
        <p:spPr bwMode="auto">
          <a:xfrm>
            <a:off x="9693276" y="3511863"/>
            <a:ext cx="8223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84" name="Line 24"/>
          <p:cNvSpPr>
            <a:spLocks noChangeShapeType="1"/>
          </p:cNvSpPr>
          <p:nvPr/>
        </p:nvSpPr>
        <p:spPr bwMode="auto">
          <a:xfrm flipH="1">
            <a:off x="6400800" y="1987863"/>
            <a:ext cx="2362200" cy="9144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9" name="Group 25"/>
          <p:cNvGrpSpPr>
            <a:grpSpLocks/>
          </p:cNvGrpSpPr>
          <p:nvPr/>
        </p:nvGrpSpPr>
        <p:grpSpPr bwMode="auto">
          <a:xfrm>
            <a:off x="8610600" y="2140263"/>
            <a:ext cx="533400" cy="457200"/>
            <a:chOff x="3888" y="2448"/>
            <a:chExt cx="336" cy="288"/>
          </a:xfrm>
        </p:grpSpPr>
        <p:sp>
          <p:nvSpPr>
            <p:cNvPr id="34912" name="Rectangle 26"/>
            <p:cNvSpPr>
              <a:spLocks noChangeArrowheads="1"/>
            </p:cNvSpPr>
            <p:nvPr/>
          </p:nvSpPr>
          <p:spPr bwMode="auto">
            <a:xfrm>
              <a:off x="3888" y="2448"/>
              <a:ext cx="336" cy="240"/>
            </a:xfrm>
            <a:prstGeom prst="rect">
              <a:avLst/>
            </a:prstGeom>
            <a:solidFill>
              <a:srgbClr val="66FFCC"/>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34913" name="Text Box 27"/>
            <p:cNvSpPr txBox="1">
              <a:spLocks noChangeArrowheads="1"/>
            </p:cNvSpPr>
            <p:nvPr/>
          </p:nvSpPr>
          <p:spPr bwMode="auto">
            <a:xfrm>
              <a:off x="3936" y="244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r>
                <a:rPr lang="en-US" sz="2400">
                  <a:solidFill>
                    <a:schemeClr val="tx1"/>
                  </a:solidFill>
                  <a:latin typeface="Courier New" panose="02070309020205020404" pitchFamily="49" charset="0"/>
                </a:rPr>
                <a:t>(</a:t>
              </a:r>
            </a:p>
          </p:txBody>
        </p:sp>
      </p:grpSp>
      <p:grpSp>
        <p:nvGrpSpPr>
          <p:cNvPr id="10" name="Group 28"/>
          <p:cNvGrpSpPr>
            <a:grpSpLocks/>
          </p:cNvGrpSpPr>
          <p:nvPr/>
        </p:nvGrpSpPr>
        <p:grpSpPr bwMode="auto">
          <a:xfrm>
            <a:off x="8610600" y="1759263"/>
            <a:ext cx="533400" cy="457200"/>
            <a:chOff x="3888" y="2208"/>
            <a:chExt cx="336" cy="288"/>
          </a:xfrm>
        </p:grpSpPr>
        <p:sp>
          <p:nvSpPr>
            <p:cNvPr id="34910" name="Rectangle 29"/>
            <p:cNvSpPr>
              <a:spLocks noChangeArrowheads="1"/>
            </p:cNvSpPr>
            <p:nvPr/>
          </p:nvSpPr>
          <p:spPr bwMode="auto">
            <a:xfrm>
              <a:off x="3888" y="2208"/>
              <a:ext cx="336" cy="240"/>
            </a:xfrm>
            <a:prstGeom prst="rect">
              <a:avLst/>
            </a:prstGeom>
            <a:solidFill>
              <a:srgbClr val="66FFCC"/>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34911" name="Text Box 30"/>
            <p:cNvSpPr txBox="1">
              <a:spLocks noChangeArrowheads="1"/>
            </p:cNvSpPr>
            <p:nvPr/>
          </p:nvSpPr>
          <p:spPr bwMode="auto">
            <a:xfrm>
              <a:off x="3936" y="220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r>
                <a:rPr lang="en-US" sz="2400">
                  <a:solidFill>
                    <a:schemeClr val="tx1"/>
                  </a:solidFill>
                  <a:latin typeface="Courier New" panose="02070309020205020404" pitchFamily="49" charset="0"/>
                </a:rPr>
                <a:t>+</a:t>
              </a:r>
            </a:p>
          </p:txBody>
        </p:sp>
      </p:grpSp>
      <p:grpSp>
        <p:nvGrpSpPr>
          <p:cNvPr id="11" name="Group 31"/>
          <p:cNvGrpSpPr>
            <a:grpSpLocks/>
          </p:cNvGrpSpPr>
          <p:nvPr/>
        </p:nvGrpSpPr>
        <p:grpSpPr bwMode="auto">
          <a:xfrm>
            <a:off x="7696200" y="4273863"/>
            <a:ext cx="533400" cy="457200"/>
            <a:chOff x="3888" y="2448"/>
            <a:chExt cx="336" cy="288"/>
          </a:xfrm>
        </p:grpSpPr>
        <p:sp>
          <p:nvSpPr>
            <p:cNvPr id="34908" name="Rectangle 32"/>
            <p:cNvSpPr>
              <a:spLocks noChangeArrowheads="1"/>
            </p:cNvSpPr>
            <p:nvPr/>
          </p:nvSpPr>
          <p:spPr bwMode="auto">
            <a:xfrm>
              <a:off x="3888" y="2448"/>
              <a:ext cx="336" cy="240"/>
            </a:xfrm>
            <a:prstGeom prst="rect">
              <a:avLst/>
            </a:prstGeom>
            <a:solidFill>
              <a:srgbClr val="66FFCC"/>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34909" name="Text Box 33"/>
            <p:cNvSpPr txBox="1">
              <a:spLocks noChangeArrowheads="1"/>
            </p:cNvSpPr>
            <p:nvPr/>
          </p:nvSpPr>
          <p:spPr bwMode="auto">
            <a:xfrm>
              <a:off x="3936" y="244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r>
                <a:rPr lang="en-US" sz="2400">
                  <a:solidFill>
                    <a:schemeClr val="tx1"/>
                  </a:solidFill>
                  <a:latin typeface="Courier New" panose="02070309020205020404" pitchFamily="49" charset="0"/>
                </a:rPr>
                <a:t>(</a:t>
              </a:r>
            </a:p>
          </p:txBody>
        </p:sp>
      </p:grpSp>
      <p:grpSp>
        <p:nvGrpSpPr>
          <p:cNvPr id="12" name="Group 34"/>
          <p:cNvGrpSpPr>
            <a:grpSpLocks/>
          </p:cNvGrpSpPr>
          <p:nvPr/>
        </p:nvGrpSpPr>
        <p:grpSpPr bwMode="auto">
          <a:xfrm>
            <a:off x="7696200" y="3892863"/>
            <a:ext cx="533400" cy="457200"/>
            <a:chOff x="3888" y="2208"/>
            <a:chExt cx="336" cy="288"/>
          </a:xfrm>
        </p:grpSpPr>
        <p:sp>
          <p:nvSpPr>
            <p:cNvPr id="34906" name="Rectangle 35"/>
            <p:cNvSpPr>
              <a:spLocks noChangeArrowheads="1"/>
            </p:cNvSpPr>
            <p:nvPr/>
          </p:nvSpPr>
          <p:spPr bwMode="auto">
            <a:xfrm>
              <a:off x="3888" y="2208"/>
              <a:ext cx="336" cy="240"/>
            </a:xfrm>
            <a:prstGeom prst="rect">
              <a:avLst/>
            </a:prstGeom>
            <a:solidFill>
              <a:srgbClr val="66FFCC"/>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34907" name="Text Box 36"/>
            <p:cNvSpPr txBox="1">
              <a:spLocks noChangeArrowheads="1"/>
            </p:cNvSpPr>
            <p:nvPr/>
          </p:nvSpPr>
          <p:spPr bwMode="auto">
            <a:xfrm>
              <a:off x="3936" y="220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r>
                <a:rPr lang="en-US" sz="2400">
                  <a:solidFill>
                    <a:schemeClr val="tx1"/>
                  </a:solidFill>
                  <a:latin typeface="Courier New" panose="02070309020205020404" pitchFamily="49" charset="0"/>
                </a:rPr>
                <a:t>-</a:t>
              </a:r>
            </a:p>
          </p:txBody>
        </p:sp>
      </p:grpSp>
      <p:grpSp>
        <p:nvGrpSpPr>
          <p:cNvPr id="13" name="Group 37"/>
          <p:cNvGrpSpPr>
            <a:grpSpLocks/>
          </p:cNvGrpSpPr>
          <p:nvPr/>
        </p:nvGrpSpPr>
        <p:grpSpPr bwMode="auto">
          <a:xfrm>
            <a:off x="7696200" y="3511863"/>
            <a:ext cx="533400" cy="457200"/>
            <a:chOff x="3888" y="2448"/>
            <a:chExt cx="336" cy="288"/>
          </a:xfrm>
        </p:grpSpPr>
        <p:sp>
          <p:nvSpPr>
            <p:cNvPr id="34904" name="Rectangle 38"/>
            <p:cNvSpPr>
              <a:spLocks noChangeArrowheads="1"/>
            </p:cNvSpPr>
            <p:nvPr/>
          </p:nvSpPr>
          <p:spPr bwMode="auto">
            <a:xfrm>
              <a:off x="3888" y="2448"/>
              <a:ext cx="336" cy="240"/>
            </a:xfrm>
            <a:prstGeom prst="rect">
              <a:avLst/>
            </a:prstGeom>
            <a:solidFill>
              <a:srgbClr val="66FFCC"/>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34905" name="Text Box 39"/>
            <p:cNvSpPr txBox="1">
              <a:spLocks noChangeArrowheads="1"/>
            </p:cNvSpPr>
            <p:nvPr/>
          </p:nvSpPr>
          <p:spPr bwMode="auto">
            <a:xfrm>
              <a:off x="3936" y="244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r>
                <a:rPr lang="en-US" sz="2400">
                  <a:solidFill>
                    <a:schemeClr val="tx1"/>
                  </a:solidFill>
                  <a:latin typeface="Courier New" panose="02070309020205020404" pitchFamily="49" charset="0"/>
                </a:rPr>
                <a:t>(</a:t>
              </a:r>
            </a:p>
          </p:txBody>
        </p:sp>
      </p:grpSp>
      <p:grpSp>
        <p:nvGrpSpPr>
          <p:cNvPr id="14" name="Group 40"/>
          <p:cNvGrpSpPr>
            <a:grpSpLocks/>
          </p:cNvGrpSpPr>
          <p:nvPr/>
        </p:nvGrpSpPr>
        <p:grpSpPr bwMode="auto">
          <a:xfrm>
            <a:off x="7696200" y="3130863"/>
            <a:ext cx="533400" cy="457200"/>
            <a:chOff x="3888" y="2208"/>
            <a:chExt cx="336" cy="288"/>
          </a:xfrm>
        </p:grpSpPr>
        <p:sp>
          <p:nvSpPr>
            <p:cNvPr id="34902" name="Rectangle 41"/>
            <p:cNvSpPr>
              <a:spLocks noChangeArrowheads="1"/>
            </p:cNvSpPr>
            <p:nvPr/>
          </p:nvSpPr>
          <p:spPr bwMode="auto">
            <a:xfrm>
              <a:off x="3888" y="2208"/>
              <a:ext cx="336" cy="240"/>
            </a:xfrm>
            <a:prstGeom prst="rect">
              <a:avLst/>
            </a:prstGeom>
            <a:solidFill>
              <a:srgbClr val="66FFCC"/>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34903" name="Text Box 42"/>
            <p:cNvSpPr txBox="1">
              <a:spLocks noChangeArrowheads="1"/>
            </p:cNvSpPr>
            <p:nvPr/>
          </p:nvSpPr>
          <p:spPr bwMode="auto">
            <a:xfrm>
              <a:off x="3936" y="220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r>
                <a:rPr lang="en-US" sz="2400">
                  <a:solidFill>
                    <a:schemeClr val="tx1"/>
                  </a:solidFill>
                  <a:latin typeface="Courier New" panose="02070309020205020404" pitchFamily="49" charset="0"/>
                </a:rPr>
                <a:t>-</a:t>
              </a:r>
            </a:p>
          </p:txBody>
        </p:sp>
      </p:grpSp>
      <p:sp>
        <p:nvSpPr>
          <p:cNvPr id="92203" name="Line 43"/>
          <p:cNvSpPr>
            <a:spLocks noChangeShapeType="1"/>
          </p:cNvSpPr>
          <p:nvPr/>
        </p:nvSpPr>
        <p:spPr bwMode="auto">
          <a:xfrm flipH="1">
            <a:off x="6858000" y="3359463"/>
            <a:ext cx="990600" cy="21336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2204" name="Line 44"/>
          <p:cNvSpPr>
            <a:spLocks noChangeShapeType="1"/>
          </p:cNvSpPr>
          <p:nvPr/>
        </p:nvSpPr>
        <p:spPr bwMode="auto">
          <a:xfrm>
            <a:off x="8153401" y="3740463"/>
            <a:ext cx="1539875" cy="2286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2205" name="Line 45"/>
          <p:cNvSpPr>
            <a:spLocks noChangeShapeType="1"/>
          </p:cNvSpPr>
          <p:nvPr/>
        </p:nvSpPr>
        <p:spPr bwMode="auto">
          <a:xfrm>
            <a:off x="9677400" y="2902263"/>
            <a:ext cx="228600" cy="6096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2206" name="Line 46"/>
          <p:cNvSpPr>
            <a:spLocks noChangeShapeType="1"/>
          </p:cNvSpPr>
          <p:nvPr/>
        </p:nvSpPr>
        <p:spPr bwMode="auto">
          <a:xfrm flipH="1">
            <a:off x="7010400" y="5112063"/>
            <a:ext cx="1905000" cy="9906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2207" name="Line 47"/>
          <p:cNvSpPr>
            <a:spLocks noChangeShapeType="1"/>
          </p:cNvSpPr>
          <p:nvPr/>
        </p:nvSpPr>
        <p:spPr bwMode="auto">
          <a:xfrm flipV="1">
            <a:off x="9296401" y="4426263"/>
            <a:ext cx="625475" cy="10668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2208" name="Line 48"/>
          <p:cNvSpPr>
            <a:spLocks noChangeShapeType="1"/>
          </p:cNvSpPr>
          <p:nvPr/>
        </p:nvSpPr>
        <p:spPr bwMode="auto">
          <a:xfrm>
            <a:off x="8382000" y="6559863"/>
            <a:ext cx="533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15" name="Group 50"/>
          <p:cNvGrpSpPr>
            <a:grpSpLocks/>
          </p:cNvGrpSpPr>
          <p:nvPr/>
        </p:nvGrpSpPr>
        <p:grpSpPr bwMode="auto">
          <a:xfrm>
            <a:off x="9448800" y="2521263"/>
            <a:ext cx="533400" cy="457200"/>
            <a:chOff x="3888" y="2448"/>
            <a:chExt cx="336" cy="288"/>
          </a:xfrm>
        </p:grpSpPr>
        <p:sp>
          <p:nvSpPr>
            <p:cNvPr id="34900" name="Rectangle 51"/>
            <p:cNvSpPr>
              <a:spLocks noChangeArrowheads="1"/>
            </p:cNvSpPr>
            <p:nvPr/>
          </p:nvSpPr>
          <p:spPr bwMode="auto">
            <a:xfrm>
              <a:off x="3888" y="2448"/>
              <a:ext cx="336" cy="240"/>
            </a:xfrm>
            <a:prstGeom prst="rect">
              <a:avLst/>
            </a:prstGeom>
            <a:solidFill>
              <a:srgbClr val="66FFCC"/>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34901" name="Text Box 52"/>
            <p:cNvSpPr txBox="1">
              <a:spLocks noChangeArrowheads="1"/>
            </p:cNvSpPr>
            <p:nvPr/>
          </p:nvSpPr>
          <p:spPr bwMode="auto">
            <a:xfrm>
              <a:off x="3936" y="244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r>
                <a:rPr lang="en-US" sz="2400">
                  <a:solidFill>
                    <a:schemeClr val="tx1"/>
                  </a:solidFill>
                  <a:latin typeface="Courier New" panose="02070309020205020404" pitchFamily="49" charset="0"/>
                </a:rPr>
                <a:t>(</a:t>
              </a:r>
            </a:p>
          </p:txBody>
        </p:sp>
      </p:grpSp>
      <p:sp>
        <p:nvSpPr>
          <p:cNvPr id="92213" name="AutoShape 53"/>
          <p:cNvSpPr>
            <a:spLocks noChangeArrowheads="1"/>
          </p:cNvSpPr>
          <p:nvPr/>
        </p:nvSpPr>
        <p:spPr bwMode="auto">
          <a:xfrm>
            <a:off x="1524000" y="61626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2215" name="Text Box 55"/>
          <p:cNvSpPr txBox="1">
            <a:spLocks noChangeArrowheads="1"/>
          </p:cNvSpPr>
          <p:nvPr/>
        </p:nvSpPr>
        <p:spPr bwMode="auto">
          <a:xfrm>
            <a:off x="5410200" y="746252"/>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000" dirty="0">
                <a:solidFill>
                  <a:schemeClr val="tx1"/>
                </a:solidFill>
                <a:latin typeface="Courier New" panose="02070309020205020404" pitchFamily="49" charset="0"/>
              </a:rPr>
              <a:t>A</a:t>
            </a:r>
          </a:p>
        </p:txBody>
      </p:sp>
      <p:sp>
        <p:nvSpPr>
          <p:cNvPr id="92216" name="Text Box 56"/>
          <p:cNvSpPr txBox="1">
            <a:spLocks noChangeArrowheads="1"/>
          </p:cNvSpPr>
          <p:nvPr/>
        </p:nvSpPr>
        <p:spPr bwMode="auto">
          <a:xfrm>
            <a:off x="5410200" y="1759264"/>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000">
                <a:solidFill>
                  <a:schemeClr val="tx1"/>
                </a:solidFill>
                <a:latin typeface="Courier New" panose="02070309020205020404" pitchFamily="49" charset="0"/>
              </a:rPr>
              <a:t>ABC</a:t>
            </a:r>
          </a:p>
        </p:txBody>
      </p:sp>
      <p:sp>
        <p:nvSpPr>
          <p:cNvPr id="92217" name="Text Box 57"/>
          <p:cNvSpPr txBox="1">
            <a:spLocks noChangeArrowheads="1"/>
          </p:cNvSpPr>
          <p:nvPr/>
        </p:nvSpPr>
        <p:spPr bwMode="auto">
          <a:xfrm>
            <a:off x="5410200" y="1225864"/>
            <a:ext cx="533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000">
                <a:solidFill>
                  <a:schemeClr val="tx1"/>
                </a:solidFill>
                <a:latin typeface="Courier New" panose="02070309020205020404" pitchFamily="49" charset="0"/>
              </a:rPr>
              <a:t>AB</a:t>
            </a:r>
          </a:p>
        </p:txBody>
      </p:sp>
      <p:sp>
        <p:nvSpPr>
          <p:cNvPr id="92218" name="AutoShape 58"/>
          <p:cNvSpPr>
            <a:spLocks noChangeArrowheads="1"/>
          </p:cNvSpPr>
          <p:nvPr/>
        </p:nvSpPr>
        <p:spPr bwMode="auto">
          <a:xfrm>
            <a:off x="1524000" y="84486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2219" name="AutoShape 59"/>
          <p:cNvSpPr>
            <a:spLocks noChangeArrowheads="1"/>
          </p:cNvSpPr>
          <p:nvPr/>
        </p:nvSpPr>
        <p:spPr bwMode="auto">
          <a:xfrm>
            <a:off x="1524000" y="114966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2220" name="AutoShape 60"/>
          <p:cNvSpPr>
            <a:spLocks noChangeArrowheads="1"/>
          </p:cNvSpPr>
          <p:nvPr/>
        </p:nvSpPr>
        <p:spPr bwMode="auto">
          <a:xfrm>
            <a:off x="1524000" y="137826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2221" name="AutoShape 61"/>
          <p:cNvSpPr>
            <a:spLocks noChangeArrowheads="1"/>
          </p:cNvSpPr>
          <p:nvPr/>
        </p:nvSpPr>
        <p:spPr bwMode="auto">
          <a:xfrm>
            <a:off x="1524000" y="168306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2222" name="AutoShape 62"/>
          <p:cNvSpPr>
            <a:spLocks noChangeArrowheads="1"/>
          </p:cNvSpPr>
          <p:nvPr/>
        </p:nvSpPr>
        <p:spPr bwMode="auto">
          <a:xfrm>
            <a:off x="1524000" y="191166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2223" name="AutoShape 63"/>
          <p:cNvSpPr>
            <a:spLocks noChangeArrowheads="1"/>
          </p:cNvSpPr>
          <p:nvPr/>
        </p:nvSpPr>
        <p:spPr bwMode="auto">
          <a:xfrm>
            <a:off x="1524000" y="221646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2224" name="AutoShape 64"/>
          <p:cNvSpPr>
            <a:spLocks noChangeArrowheads="1"/>
          </p:cNvSpPr>
          <p:nvPr/>
        </p:nvSpPr>
        <p:spPr bwMode="auto">
          <a:xfrm>
            <a:off x="1524000" y="2533789"/>
            <a:ext cx="838200" cy="76200"/>
          </a:xfrm>
          <a:prstGeom prst="chevron">
            <a:avLst>
              <a:gd name="adj" fmla="val 275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2225" name="AutoShape 65"/>
          <p:cNvSpPr>
            <a:spLocks noChangeArrowheads="1"/>
          </p:cNvSpPr>
          <p:nvPr/>
        </p:nvSpPr>
        <p:spPr bwMode="auto">
          <a:xfrm>
            <a:off x="1524000" y="2774915"/>
            <a:ext cx="838200" cy="76200"/>
          </a:xfrm>
          <a:prstGeom prst="chevron">
            <a:avLst>
              <a:gd name="adj" fmla="val 275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2226" name="AutoShape 66"/>
          <p:cNvSpPr>
            <a:spLocks noChangeArrowheads="1"/>
          </p:cNvSpPr>
          <p:nvPr/>
        </p:nvSpPr>
        <p:spPr bwMode="auto">
          <a:xfrm>
            <a:off x="1524000" y="328326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2227" name="Text Box 67"/>
          <p:cNvSpPr txBox="1">
            <a:spLocks noChangeArrowheads="1"/>
          </p:cNvSpPr>
          <p:nvPr/>
        </p:nvSpPr>
        <p:spPr bwMode="auto">
          <a:xfrm>
            <a:off x="5410200" y="2368864"/>
            <a:ext cx="1295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000">
                <a:solidFill>
                  <a:schemeClr val="tx1"/>
                </a:solidFill>
                <a:latin typeface="Courier New" panose="02070309020205020404" pitchFamily="49" charset="0"/>
              </a:rPr>
              <a:t>ABC*</a:t>
            </a:r>
          </a:p>
        </p:txBody>
      </p:sp>
      <p:sp>
        <p:nvSpPr>
          <p:cNvPr id="92228" name="Text Box 68"/>
          <p:cNvSpPr txBox="1">
            <a:spLocks noChangeArrowheads="1"/>
          </p:cNvSpPr>
          <p:nvPr/>
        </p:nvSpPr>
        <p:spPr bwMode="auto">
          <a:xfrm>
            <a:off x="5410200" y="2673664"/>
            <a:ext cx="1295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000">
                <a:solidFill>
                  <a:schemeClr val="tx1"/>
                </a:solidFill>
                <a:latin typeface="Courier New" panose="02070309020205020404" pitchFamily="49" charset="0"/>
              </a:rPr>
              <a:t>ABC*+</a:t>
            </a:r>
          </a:p>
        </p:txBody>
      </p:sp>
      <p:sp>
        <p:nvSpPr>
          <p:cNvPr id="92229" name="AutoShape 69"/>
          <p:cNvSpPr>
            <a:spLocks noChangeArrowheads="1"/>
          </p:cNvSpPr>
          <p:nvPr/>
        </p:nvSpPr>
        <p:spPr bwMode="auto">
          <a:xfrm>
            <a:off x="1524000" y="358806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2230" name="AutoShape 70"/>
          <p:cNvSpPr>
            <a:spLocks noChangeArrowheads="1"/>
          </p:cNvSpPr>
          <p:nvPr/>
        </p:nvSpPr>
        <p:spPr bwMode="auto">
          <a:xfrm>
            <a:off x="1524000" y="381666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2231" name="Text Box 71"/>
          <p:cNvSpPr txBox="1">
            <a:spLocks noChangeArrowheads="1"/>
          </p:cNvSpPr>
          <p:nvPr/>
        </p:nvSpPr>
        <p:spPr bwMode="auto">
          <a:xfrm>
            <a:off x="5410200" y="3435664"/>
            <a:ext cx="1295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000">
                <a:solidFill>
                  <a:schemeClr val="tx1"/>
                </a:solidFill>
                <a:latin typeface="Courier New" panose="02070309020205020404" pitchFamily="49" charset="0"/>
              </a:rPr>
              <a:t>ABC*+D</a:t>
            </a:r>
          </a:p>
        </p:txBody>
      </p:sp>
      <p:sp>
        <p:nvSpPr>
          <p:cNvPr id="92232" name="AutoShape 72"/>
          <p:cNvSpPr>
            <a:spLocks noChangeArrowheads="1"/>
          </p:cNvSpPr>
          <p:nvPr/>
        </p:nvSpPr>
        <p:spPr bwMode="auto">
          <a:xfrm>
            <a:off x="1524000" y="412146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2233" name="AutoShape 73"/>
          <p:cNvSpPr>
            <a:spLocks noChangeArrowheads="1"/>
          </p:cNvSpPr>
          <p:nvPr/>
        </p:nvSpPr>
        <p:spPr bwMode="auto">
          <a:xfrm>
            <a:off x="1524000" y="442626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2234" name="Text Box 74"/>
          <p:cNvSpPr txBox="1">
            <a:spLocks noChangeArrowheads="1"/>
          </p:cNvSpPr>
          <p:nvPr/>
        </p:nvSpPr>
        <p:spPr bwMode="auto">
          <a:xfrm>
            <a:off x="5410200" y="4257989"/>
            <a:ext cx="1600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000">
                <a:solidFill>
                  <a:schemeClr val="tx1"/>
                </a:solidFill>
                <a:latin typeface="Courier New" panose="02070309020205020404" pitchFamily="49" charset="0"/>
              </a:rPr>
              <a:t>ABC*+DE</a:t>
            </a:r>
          </a:p>
        </p:txBody>
      </p:sp>
      <p:sp>
        <p:nvSpPr>
          <p:cNvPr id="92235" name="AutoShape 75"/>
          <p:cNvSpPr>
            <a:spLocks noChangeArrowheads="1"/>
          </p:cNvSpPr>
          <p:nvPr/>
        </p:nvSpPr>
        <p:spPr bwMode="auto">
          <a:xfrm>
            <a:off x="1524000" y="465486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2236" name="AutoShape 76"/>
          <p:cNvSpPr>
            <a:spLocks noChangeArrowheads="1"/>
          </p:cNvSpPr>
          <p:nvPr/>
        </p:nvSpPr>
        <p:spPr bwMode="auto">
          <a:xfrm>
            <a:off x="1524000" y="495966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2237" name="Text Box 77"/>
          <p:cNvSpPr txBox="1">
            <a:spLocks noChangeArrowheads="1"/>
          </p:cNvSpPr>
          <p:nvPr/>
        </p:nvSpPr>
        <p:spPr bwMode="auto">
          <a:xfrm>
            <a:off x="5410200" y="4807264"/>
            <a:ext cx="1600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000">
                <a:solidFill>
                  <a:schemeClr val="tx1"/>
                </a:solidFill>
                <a:latin typeface="Courier New" panose="02070309020205020404" pitchFamily="49" charset="0"/>
              </a:rPr>
              <a:t>ABC*+DEF</a:t>
            </a:r>
          </a:p>
        </p:txBody>
      </p:sp>
      <p:sp>
        <p:nvSpPr>
          <p:cNvPr id="92238" name="AutoShape 78"/>
          <p:cNvSpPr>
            <a:spLocks noChangeArrowheads="1"/>
          </p:cNvSpPr>
          <p:nvPr/>
        </p:nvSpPr>
        <p:spPr bwMode="auto">
          <a:xfrm>
            <a:off x="1524000" y="518826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2239" name="AutoShape 79"/>
          <p:cNvSpPr>
            <a:spLocks noChangeArrowheads="1"/>
          </p:cNvSpPr>
          <p:nvPr/>
        </p:nvSpPr>
        <p:spPr bwMode="auto">
          <a:xfrm>
            <a:off x="1524000" y="5530641"/>
            <a:ext cx="762000" cy="76200"/>
          </a:xfrm>
          <a:prstGeom prst="chevron">
            <a:avLst>
              <a:gd name="adj" fmla="val 25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2240" name="Text Box 80"/>
          <p:cNvSpPr txBox="1">
            <a:spLocks noChangeArrowheads="1"/>
          </p:cNvSpPr>
          <p:nvPr/>
        </p:nvSpPr>
        <p:spPr bwMode="auto">
          <a:xfrm>
            <a:off x="5410200" y="5400989"/>
            <a:ext cx="1600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000">
                <a:solidFill>
                  <a:schemeClr val="tx1"/>
                </a:solidFill>
                <a:latin typeface="Courier New" panose="02070309020205020404" pitchFamily="49" charset="0"/>
              </a:rPr>
              <a:t>ABC*+DEF-</a:t>
            </a:r>
          </a:p>
        </p:txBody>
      </p:sp>
      <p:sp>
        <p:nvSpPr>
          <p:cNvPr id="92241" name="AutoShape 81"/>
          <p:cNvSpPr>
            <a:spLocks noChangeArrowheads="1"/>
          </p:cNvSpPr>
          <p:nvPr/>
        </p:nvSpPr>
        <p:spPr bwMode="auto">
          <a:xfrm>
            <a:off x="1524000" y="579786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2242" name="AutoShape 82"/>
          <p:cNvSpPr>
            <a:spLocks noChangeArrowheads="1"/>
          </p:cNvSpPr>
          <p:nvPr/>
        </p:nvSpPr>
        <p:spPr bwMode="auto">
          <a:xfrm>
            <a:off x="1524000" y="6064041"/>
            <a:ext cx="762000" cy="76200"/>
          </a:xfrm>
          <a:prstGeom prst="chevron">
            <a:avLst>
              <a:gd name="adj" fmla="val 25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2243" name="Text Box 83"/>
          <p:cNvSpPr txBox="1">
            <a:spLocks noChangeArrowheads="1"/>
          </p:cNvSpPr>
          <p:nvPr/>
        </p:nvSpPr>
        <p:spPr bwMode="auto">
          <a:xfrm>
            <a:off x="5410200" y="5934389"/>
            <a:ext cx="182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000">
                <a:solidFill>
                  <a:schemeClr val="tx1"/>
                </a:solidFill>
                <a:latin typeface="Courier New" panose="02070309020205020404" pitchFamily="49" charset="0"/>
              </a:rPr>
              <a:t>ABC*+DEF--</a:t>
            </a:r>
          </a:p>
        </p:txBody>
      </p:sp>
      <p:sp>
        <p:nvSpPr>
          <p:cNvPr id="92251" name="AutoShape 91"/>
          <p:cNvSpPr>
            <a:spLocks noChangeArrowheads="1"/>
          </p:cNvSpPr>
          <p:nvPr/>
        </p:nvSpPr>
        <p:spPr bwMode="auto">
          <a:xfrm>
            <a:off x="1524000" y="305466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2252" name="Line 92"/>
          <p:cNvSpPr>
            <a:spLocks noChangeShapeType="1"/>
          </p:cNvSpPr>
          <p:nvPr/>
        </p:nvSpPr>
        <p:spPr bwMode="auto">
          <a:xfrm>
            <a:off x="7696200" y="5035863"/>
            <a:ext cx="533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16" name="Group 93"/>
          <p:cNvGrpSpPr>
            <a:grpSpLocks/>
          </p:cNvGrpSpPr>
          <p:nvPr/>
        </p:nvGrpSpPr>
        <p:grpSpPr bwMode="auto">
          <a:xfrm>
            <a:off x="7696200" y="4654863"/>
            <a:ext cx="533400" cy="457200"/>
            <a:chOff x="3888" y="2448"/>
            <a:chExt cx="336" cy="288"/>
          </a:xfrm>
        </p:grpSpPr>
        <p:sp>
          <p:nvSpPr>
            <p:cNvPr id="34898" name="Rectangle 94"/>
            <p:cNvSpPr>
              <a:spLocks noChangeArrowheads="1"/>
            </p:cNvSpPr>
            <p:nvPr/>
          </p:nvSpPr>
          <p:spPr bwMode="auto">
            <a:xfrm>
              <a:off x="3888" y="2448"/>
              <a:ext cx="336" cy="240"/>
            </a:xfrm>
            <a:prstGeom prst="rect">
              <a:avLst/>
            </a:prstGeom>
            <a:solidFill>
              <a:srgbClr val="66FFCC"/>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34899" name="Text Box 95"/>
            <p:cNvSpPr txBox="1">
              <a:spLocks noChangeArrowheads="1"/>
            </p:cNvSpPr>
            <p:nvPr/>
          </p:nvSpPr>
          <p:spPr bwMode="auto">
            <a:xfrm>
              <a:off x="3936" y="244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r>
                <a:rPr lang="en-US" sz="2400">
                  <a:solidFill>
                    <a:schemeClr val="tx1"/>
                  </a:solidFill>
                  <a:latin typeface="Courier New" panose="02070309020205020404" pitchFamily="49" charset="0"/>
                </a:rPr>
                <a:t>/</a:t>
              </a:r>
            </a:p>
          </p:txBody>
        </p:sp>
      </p:grpSp>
      <p:grpSp>
        <p:nvGrpSpPr>
          <p:cNvPr id="17" name="Group 96"/>
          <p:cNvGrpSpPr>
            <a:grpSpLocks/>
          </p:cNvGrpSpPr>
          <p:nvPr/>
        </p:nvGrpSpPr>
        <p:grpSpPr bwMode="auto">
          <a:xfrm>
            <a:off x="7848600" y="5874063"/>
            <a:ext cx="533400" cy="457200"/>
            <a:chOff x="3888" y="2448"/>
            <a:chExt cx="336" cy="288"/>
          </a:xfrm>
        </p:grpSpPr>
        <p:sp>
          <p:nvSpPr>
            <p:cNvPr id="34896" name="Rectangle 97"/>
            <p:cNvSpPr>
              <a:spLocks noChangeArrowheads="1"/>
            </p:cNvSpPr>
            <p:nvPr/>
          </p:nvSpPr>
          <p:spPr bwMode="auto">
            <a:xfrm>
              <a:off x="3888" y="2448"/>
              <a:ext cx="336" cy="240"/>
            </a:xfrm>
            <a:prstGeom prst="rect">
              <a:avLst/>
            </a:prstGeom>
            <a:solidFill>
              <a:srgbClr val="66FFCC"/>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34897" name="Text Box 98"/>
            <p:cNvSpPr txBox="1">
              <a:spLocks noChangeArrowheads="1"/>
            </p:cNvSpPr>
            <p:nvPr/>
          </p:nvSpPr>
          <p:spPr bwMode="auto">
            <a:xfrm>
              <a:off x="3936" y="244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r>
                <a:rPr lang="en-US" sz="2400">
                  <a:solidFill>
                    <a:schemeClr val="tx1"/>
                  </a:solidFill>
                  <a:latin typeface="Courier New" panose="02070309020205020404" pitchFamily="49" charset="0"/>
                </a:rPr>
                <a:t>/</a:t>
              </a:r>
            </a:p>
          </p:txBody>
        </p:sp>
      </p:grpSp>
      <p:sp>
        <p:nvSpPr>
          <p:cNvPr id="92259" name="AutoShape 99"/>
          <p:cNvSpPr>
            <a:spLocks noChangeArrowheads="1"/>
          </p:cNvSpPr>
          <p:nvPr/>
        </p:nvSpPr>
        <p:spPr bwMode="auto">
          <a:xfrm>
            <a:off x="1524000" y="633126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2260" name="Text Box 100"/>
          <p:cNvSpPr txBox="1">
            <a:spLocks noChangeArrowheads="1"/>
          </p:cNvSpPr>
          <p:nvPr/>
        </p:nvSpPr>
        <p:spPr bwMode="auto">
          <a:xfrm>
            <a:off x="5410200" y="6315389"/>
            <a:ext cx="2057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000">
                <a:solidFill>
                  <a:schemeClr val="tx1"/>
                </a:solidFill>
                <a:latin typeface="Courier New" panose="02070309020205020404" pitchFamily="49" charset="0"/>
              </a:rPr>
              <a:t>ABC*+DEF--/</a:t>
            </a:r>
          </a:p>
        </p:txBody>
      </p:sp>
      <p:sp>
        <p:nvSpPr>
          <p:cNvPr id="92261" name="Line 101"/>
          <p:cNvSpPr>
            <a:spLocks noChangeShapeType="1"/>
          </p:cNvSpPr>
          <p:nvPr/>
        </p:nvSpPr>
        <p:spPr bwMode="auto">
          <a:xfrm flipH="1">
            <a:off x="7239000" y="6102663"/>
            <a:ext cx="762000" cy="3048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2271" name="Text Box 111"/>
          <p:cNvSpPr txBox="1">
            <a:spLocks noChangeArrowheads="1"/>
          </p:cNvSpPr>
          <p:nvPr/>
        </p:nvSpPr>
        <p:spPr bwMode="auto">
          <a:xfrm>
            <a:off x="8697227" y="1020340"/>
            <a:ext cx="3363228" cy="457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400" dirty="0">
                <a:solidFill>
                  <a:srgbClr val="FF0000"/>
                </a:solidFill>
                <a:latin typeface="Courier New" panose="02070309020205020404" pitchFamily="49" charset="0"/>
              </a:rPr>
              <a:t>(A+B*C)/(D-(E-F))</a:t>
            </a:r>
          </a:p>
        </p:txBody>
      </p:sp>
      <p:sp>
        <p:nvSpPr>
          <p:cNvPr id="3" name="TextBox 2"/>
          <p:cNvSpPr txBox="1"/>
          <p:nvPr/>
        </p:nvSpPr>
        <p:spPr>
          <a:xfrm>
            <a:off x="9535221" y="1621239"/>
            <a:ext cx="1981200" cy="646331"/>
          </a:xfrm>
          <a:prstGeom prst="rect">
            <a:avLst/>
          </a:prstGeom>
          <a:noFill/>
        </p:spPr>
        <p:txBody>
          <a:bodyPr wrap="square" rtlCol="0">
            <a:spAutoFit/>
          </a:bodyPr>
          <a:lstStyle/>
          <a:p>
            <a:pPr algn="ctr"/>
            <a:r>
              <a:rPr lang="en-US" b="1" dirty="0" smtClean="0">
                <a:solidFill>
                  <a:srgbClr val="0070C0"/>
                </a:solidFill>
              </a:rPr>
              <a:t>Minh </a:t>
            </a:r>
            <a:r>
              <a:rPr lang="en-US" b="1" dirty="0" err="1" smtClean="0">
                <a:solidFill>
                  <a:srgbClr val="0070C0"/>
                </a:solidFill>
              </a:rPr>
              <a:t>họa</a:t>
            </a:r>
            <a:r>
              <a:rPr lang="en-US" b="1" dirty="0" smtClean="0">
                <a:solidFill>
                  <a:srgbClr val="0070C0"/>
                </a:solidFill>
              </a:rPr>
              <a:t> </a:t>
            </a:r>
            <a:r>
              <a:rPr lang="en-US" b="1" dirty="0" err="1" smtClean="0">
                <a:solidFill>
                  <a:srgbClr val="0070C0"/>
                </a:solidFill>
              </a:rPr>
              <a:t>các</a:t>
            </a:r>
            <a:r>
              <a:rPr lang="en-US" b="1" dirty="0" smtClean="0">
                <a:solidFill>
                  <a:srgbClr val="0070C0"/>
                </a:solidFill>
              </a:rPr>
              <a:t> </a:t>
            </a:r>
            <a:r>
              <a:rPr lang="en-US" b="1" dirty="0" err="1" smtClean="0">
                <a:solidFill>
                  <a:srgbClr val="0070C0"/>
                </a:solidFill>
              </a:rPr>
              <a:t>bước</a:t>
            </a:r>
            <a:r>
              <a:rPr lang="en-US" b="1" dirty="0" smtClean="0">
                <a:solidFill>
                  <a:srgbClr val="0070C0"/>
                </a:solidFill>
              </a:rPr>
              <a:t> </a:t>
            </a:r>
            <a:r>
              <a:rPr lang="en-US" b="1" dirty="0" err="1" smtClean="0">
                <a:solidFill>
                  <a:srgbClr val="0070C0"/>
                </a:solidFill>
              </a:rPr>
              <a:t>thực</a:t>
            </a:r>
            <a:r>
              <a:rPr lang="en-US" b="1" dirty="0" smtClean="0">
                <a:solidFill>
                  <a:srgbClr val="0070C0"/>
                </a:solidFill>
              </a:rPr>
              <a:t> </a:t>
            </a:r>
            <a:r>
              <a:rPr lang="en-US" b="1" dirty="0" err="1" smtClean="0">
                <a:solidFill>
                  <a:srgbClr val="0070C0"/>
                </a:solidFill>
              </a:rPr>
              <a:t>hiện</a:t>
            </a:r>
            <a:endParaRPr lang="en-US" b="1" dirty="0">
              <a:solidFill>
                <a:srgbClr val="0070C0"/>
              </a:solidFill>
            </a:endParaRPr>
          </a:p>
        </p:txBody>
      </p:sp>
      <p:sp>
        <p:nvSpPr>
          <p:cNvPr id="4" name="Rectangle 3"/>
          <p:cNvSpPr/>
          <p:nvPr/>
        </p:nvSpPr>
        <p:spPr>
          <a:xfrm>
            <a:off x="8651480" y="516622"/>
            <a:ext cx="1112805" cy="523220"/>
          </a:xfrm>
          <a:prstGeom prst="rect">
            <a:avLst/>
          </a:prstGeom>
        </p:spPr>
        <p:txBody>
          <a:bodyPr wrap="none">
            <a:spAutoFit/>
          </a:bodyPr>
          <a:lstStyle/>
          <a:p>
            <a:r>
              <a:rPr lang="en-US" sz="2800" b="1" i="1">
                <a:solidFill>
                  <a:srgbClr val="0070C0"/>
                </a:solidFill>
                <a:cs typeface="Arial" panose="020B0604020202020204" pitchFamily="34" charset="0"/>
              </a:rPr>
              <a:t>Ví dụ:</a:t>
            </a:r>
            <a:endParaRPr lang="en-US" sz="2800" b="1">
              <a:solidFill>
                <a:srgbClr val="0070C0"/>
              </a:solidFill>
            </a:endParaRPr>
          </a:p>
        </p:txBody>
      </p:sp>
    </p:spTree>
    <p:extLst>
      <p:ext uri="{BB962C8B-B14F-4D97-AF65-F5344CB8AC3E}">
        <p14:creationId xmlns:p14="http://schemas.microsoft.com/office/powerpoint/2010/main" val="105185452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92213"/>
                                        </p:tgtEl>
                                        <p:attrNameLst>
                                          <p:attrName>style.visibility</p:attrName>
                                        </p:attrNameLst>
                                      </p:cBhvr>
                                      <p:to>
                                        <p:strVal val="visible"/>
                                      </p:to>
                                    </p:set>
                                  </p:childTnLst>
                                </p:cTn>
                              </p:par>
                            </p:childTnLst>
                          </p:cTn>
                        </p:par>
                        <p:par>
                          <p:cTn id="7" fill="hold" nodeType="afterGroup">
                            <p:stCondLst>
                              <p:cond delay="500"/>
                            </p:stCondLst>
                            <p:childTnLst>
                              <p:par>
                                <p:cTn id="8" presetID="2" presetClass="entr" presetSubtype="1" fill="hold" nodeType="afterEffect">
                                  <p:stCondLst>
                                    <p:cond delay="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500" fill="hold"/>
                                        <p:tgtEl>
                                          <p:spTgt spid="6"/>
                                        </p:tgtEl>
                                        <p:attrNameLst>
                                          <p:attrName>ppt_x</p:attrName>
                                        </p:attrNameLst>
                                      </p:cBhvr>
                                      <p:tavLst>
                                        <p:tav tm="0">
                                          <p:val>
                                            <p:strVal val="#ppt_x"/>
                                          </p:val>
                                        </p:tav>
                                        <p:tav tm="100000">
                                          <p:val>
                                            <p:strVal val="#ppt_x"/>
                                          </p:val>
                                        </p:tav>
                                      </p:tavLst>
                                    </p:anim>
                                    <p:anim calcmode="lin" valueType="num">
                                      <p:cBhvr additive="base">
                                        <p:cTn id="11" dur="500" fill="hold"/>
                                        <p:tgtEl>
                                          <p:spTgt spid="6"/>
                                        </p:tgtEl>
                                        <p:attrNameLst>
                                          <p:attrName>ppt_y</p:attrName>
                                        </p:attrNameLst>
                                      </p:cBhvr>
                                      <p:tavLst>
                                        <p:tav tm="0">
                                          <p:val>
                                            <p:strVal val="0-#ppt_h/2"/>
                                          </p:val>
                                        </p:tav>
                                        <p:tav tm="100000">
                                          <p:val>
                                            <p:strVal val="#ppt_y"/>
                                          </p:val>
                                        </p:tav>
                                      </p:tavLst>
                                    </p:anim>
                                  </p:childTnLst>
                                </p:cTn>
                              </p:par>
                            </p:childTnLst>
                          </p:cTn>
                        </p:par>
                        <p:par>
                          <p:cTn id="12" fill="hold" nodeType="afterGroup">
                            <p:stCondLst>
                              <p:cond delay="1000"/>
                            </p:stCondLst>
                            <p:childTnLst>
                              <p:par>
                                <p:cTn id="13" presetID="1" presetClass="entr" presetSubtype="0" fill="hold" grpId="0" nodeType="afterEffect">
                                  <p:stCondLst>
                                    <p:cond delay="0"/>
                                  </p:stCondLst>
                                  <p:childTnLst>
                                    <p:set>
                                      <p:cBhvr>
                                        <p:cTn id="14" dur="1" fill="hold">
                                          <p:stCondLst>
                                            <p:cond delay="499"/>
                                          </p:stCondLst>
                                        </p:cTn>
                                        <p:tgtEl>
                                          <p:spTgt spid="92218"/>
                                        </p:tgtEl>
                                        <p:attrNameLst>
                                          <p:attrName>style.visibility</p:attrName>
                                        </p:attrNameLst>
                                      </p:cBhvr>
                                      <p:to>
                                        <p:strVal val="visible"/>
                                      </p:to>
                                    </p:set>
                                  </p:childTnLst>
                                </p:cTn>
                              </p:par>
                            </p:childTnLst>
                          </p:cTn>
                        </p:par>
                        <p:par>
                          <p:cTn id="15" fill="hold" nodeType="afterGroup">
                            <p:stCondLst>
                              <p:cond delay="1500"/>
                            </p:stCondLst>
                            <p:childTnLst>
                              <p:par>
                                <p:cTn id="16" presetID="1" presetClass="entr" presetSubtype="0" fill="hold" grpId="0" nodeType="afterEffect">
                                  <p:stCondLst>
                                    <p:cond delay="0"/>
                                  </p:stCondLst>
                                  <p:childTnLst>
                                    <p:set>
                                      <p:cBhvr>
                                        <p:cTn id="17" dur="1" fill="hold">
                                          <p:stCondLst>
                                            <p:cond delay="499"/>
                                          </p:stCondLst>
                                        </p:cTn>
                                        <p:tgtEl>
                                          <p:spTgt spid="92215"/>
                                        </p:tgtEl>
                                        <p:attrNameLst>
                                          <p:attrName>style.visibility</p:attrName>
                                        </p:attrNameLst>
                                      </p:cBhvr>
                                      <p:to>
                                        <p:strVal val="visible"/>
                                      </p:to>
                                    </p:set>
                                  </p:childTnLst>
                                </p:cTn>
                              </p:par>
                            </p:childTnLst>
                          </p:cTn>
                        </p:par>
                        <p:par>
                          <p:cTn id="18" fill="hold" nodeType="afterGroup">
                            <p:stCondLst>
                              <p:cond delay="2000"/>
                            </p:stCondLst>
                            <p:childTnLst>
                              <p:par>
                                <p:cTn id="19" presetID="1" presetClass="entr" presetSubtype="0" fill="hold" grpId="0" nodeType="afterEffect">
                                  <p:stCondLst>
                                    <p:cond delay="0"/>
                                  </p:stCondLst>
                                  <p:childTnLst>
                                    <p:set>
                                      <p:cBhvr>
                                        <p:cTn id="20" dur="1" fill="hold">
                                          <p:stCondLst>
                                            <p:cond delay="499"/>
                                          </p:stCondLst>
                                        </p:cTn>
                                        <p:tgtEl>
                                          <p:spTgt spid="92219"/>
                                        </p:tgtEl>
                                        <p:attrNameLst>
                                          <p:attrName>style.visibility</p:attrName>
                                        </p:attrNameLst>
                                      </p:cBhvr>
                                      <p:to>
                                        <p:strVal val="visible"/>
                                      </p:to>
                                    </p:set>
                                  </p:childTnLst>
                                </p:cTn>
                              </p:par>
                            </p:childTnLst>
                          </p:cTn>
                        </p:par>
                        <p:par>
                          <p:cTn id="21" fill="hold" nodeType="afterGroup">
                            <p:stCondLst>
                              <p:cond delay="2500"/>
                            </p:stCondLst>
                            <p:childTnLst>
                              <p:par>
                                <p:cTn id="22" presetID="2" presetClass="entr" presetSubtype="1" fill="hold" nodeType="after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0-#ppt_h/2"/>
                                          </p:val>
                                        </p:tav>
                                        <p:tav tm="100000">
                                          <p:val>
                                            <p:strVal val="#ppt_y"/>
                                          </p:val>
                                        </p:tav>
                                      </p:tavLst>
                                    </p:anim>
                                  </p:childTnLst>
                                </p:cTn>
                              </p:par>
                            </p:childTnLst>
                          </p:cTn>
                        </p:par>
                        <p:par>
                          <p:cTn id="26" fill="hold" nodeType="afterGroup">
                            <p:stCondLst>
                              <p:cond delay="3000"/>
                            </p:stCondLst>
                            <p:childTnLst>
                              <p:par>
                                <p:cTn id="27" presetID="1" presetClass="entr" presetSubtype="0" fill="hold" grpId="0" nodeType="afterEffect">
                                  <p:stCondLst>
                                    <p:cond delay="0"/>
                                  </p:stCondLst>
                                  <p:childTnLst>
                                    <p:set>
                                      <p:cBhvr>
                                        <p:cTn id="28" dur="1" fill="hold">
                                          <p:stCondLst>
                                            <p:cond delay="499"/>
                                          </p:stCondLst>
                                        </p:cTn>
                                        <p:tgtEl>
                                          <p:spTgt spid="92220"/>
                                        </p:tgtEl>
                                        <p:attrNameLst>
                                          <p:attrName>style.visibility</p:attrName>
                                        </p:attrNameLst>
                                      </p:cBhvr>
                                      <p:to>
                                        <p:strVal val="visible"/>
                                      </p:to>
                                    </p:set>
                                  </p:childTnLst>
                                </p:cTn>
                              </p:par>
                            </p:childTnLst>
                          </p:cTn>
                        </p:par>
                        <p:par>
                          <p:cTn id="29" fill="hold" nodeType="afterGroup">
                            <p:stCondLst>
                              <p:cond delay="3500"/>
                            </p:stCondLst>
                            <p:childTnLst>
                              <p:par>
                                <p:cTn id="30" presetID="1" presetClass="entr" presetSubtype="0" fill="hold" grpId="0" nodeType="afterEffect">
                                  <p:stCondLst>
                                    <p:cond delay="0"/>
                                  </p:stCondLst>
                                  <p:childTnLst>
                                    <p:set>
                                      <p:cBhvr>
                                        <p:cTn id="31" dur="1" fill="hold">
                                          <p:stCondLst>
                                            <p:cond delay="499"/>
                                          </p:stCondLst>
                                        </p:cTn>
                                        <p:tgtEl>
                                          <p:spTgt spid="92217"/>
                                        </p:tgtEl>
                                        <p:attrNameLst>
                                          <p:attrName>style.visibility</p:attrName>
                                        </p:attrNameLst>
                                      </p:cBhvr>
                                      <p:to>
                                        <p:strVal val="visible"/>
                                      </p:to>
                                    </p:set>
                                  </p:childTnLst>
                                </p:cTn>
                              </p:par>
                            </p:childTnLst>
                          </p:cTn>
                        </p:par>
                        <p:par>
                          <p:cTn id="32" fill="hold" nodeType="afterGroup">
                            <p:stCondLst>
                              <p:cond delay="4000"/>
                            </p:stCondLst>
                            <p:childTnLst>
                              <p:par>
                                <p:cTn id="33" presetID="1" presetClass="entr" presetSubtype="0" fill="hold" grpId="0" nodeType="afterEffect">
                                  <p:stCondLst>
                                    <p:cond delay="0"/>
                                  </p:stCondLst>
                                  <p:childTnLst>
                                    <p:set>
                                      <p:cBhvr>
                                        <p:cTn id="34" dur="1" fill="hold">
                                          <p:stCondLst>
                                            <p:cond delay="499"/>
                                          </p:stCondLst>
                                        </p:cTn>
                                        <p:tgtEl>
                                          <p:spTgt spid="92221"/>
                                        </p:tgtEl>
                                        <p:attrNameLst>
                                          <p:attrName>style.visibility</p:attrName>
                                        </p:attrNameLst>
                                      </p:cBhvr>
                                      <p:to>
                                        <p:strVal val="visible"/>
                                      </p:to>
                                    </p:set>
                                  </p:childTnLst>
                                </p:cTn>
                              </p:par>
                            </p:childTnLst>
                          </p:cTn>
                        </p:par>
                        <p:par>
                          <p:cTn id="35" fill="hold" nodeType="afterGroup">
                            <p:stCondLst>
                              <p:cond delay="4500"/>
                            </p:stCondLst>
                            <p:childTnLst>
                              <p:par>
                                <p:cTn id="36" presetID="2" presetClass="entr" presetSubtype="1" fill="hold" nodeType="afterEffect">
                                  <p:stCondLst>
                                    <p:cond delay="0"/>
                                  </p:stCondLst>
                                  <p:childTnLst>
                                    <p:set>
                                      <p:cBhvr>
                                        <p:cTn id="37" dur="1" fill="hold">
                                          <p:stCondLst>
                                            <p:cond delay="0"/>
                                          </p:stCondLst>
                                        </p:cTn>
                                        <p:tgtEl>
                                          <p:spTgt spid="8"/>
                                        </p:tgtEl>
                                        <p:attrNameLst>
                                          <p:attrName>style.visibility</p:attrName>
                                        </p:attrNameLst>
                                      </p:cBhvr>
                                      <p:to>
                                        <p:strVal val="visible"/>
                                      </p:to>
                                    </p:set>
                                    <p:anim calcmode="lin" valueType="num">
                                      <p:cBhvr additive="base">
                                        <p:cTn id="38" dur="500" fill="hold"/>
                                        <p:tgtEl>
                                          <p:spTgt spid="8"/>
                                        </p:tgtEl>
                                        <p:attrNameLst>
                                          <p:attrName>ppt_x</p:attrName>
                                        </p:attrNameLst>
                                      </p:cBhvr>
                                      <p:tavLst>
                                        <p:tav tm="0">
                                          <p:val>
                                            <p:strVal val="#ppt_x"/>
                                          </p:val>
                                        </p:tav>
                                        <p:tav tm="100000">
                                          <p:val>
                                            <p:strVal val="#ppt_x"/>
                                          </p:val>
                                        </p:tav>
                                      </p:tavLst>
                                    </p:anim>
                                    <p:anim calcmode="lin" valueType="num">
                                      <p:cBhvr additive="base">
                                        <p:cTn id="39" dur="500" fill="hold"/>
                                        <p:tgtEl>
                                          <p:spTgt spid="8"/>
                                        </p:tgtEl>
                                        <p:attrNameLst>
                                          <p:attrName>ppt_y</p:attrName>
                                        </p:attrNameLst>
                                      </p:cBhvr>
                                      <p:tavLst>
                                        <p:tav tm="0">
                                          <p:val>
                                            <p:strVal val="0-#ppt_h/2"/>
                                          </p:val>
                                        </p:tav>
                                        <p:tav tm="100000">
                                          <p:val>
                                            <p:strVal val="#ppt_y"/>
                                          </p:val>
                                        </p:tav>
                                      </p:tavLst>
                                    </p:anim>
                                  </p:childTnLst>
                                </p:cTn>
                              </p:par>
                            </p:childTnLst>
                          </p:cTn>
                        </p:par>
                        <p:par>
                          <p:cTn id="40" fill="hold" nodeType="afterGroup">
                            <p:stCondLst>
                              <p:cond delay="5000"/>
                            </p:stCondLst>
                            <p:childTnLst>
                              <p:par>
                                <p:cTn id="41" presetID="1" presetClass="entr" presetSubtype="0" fill="hold" grpId="0" nodeType="afterEffect">
                                  <p:stCondLst>
                                    <p:cond delay="0"/>
                                  </p:stCondLst>
                                  <p:childTnLst>
                                    <p:set>
                                      <p:cBhvr>
                                        <p:cTn id="42" dur="1" fill="hold">
                                          <p:stCondLst>
                                            <p:cond delay="499"/>
                                          </p:stCondLst>
                                        </p:cTn>
                                        <p:tgtEl>
                                          <p:spTgt spid="92222"/>
                                        </p:tgtEl>
                                        <p:attrNameLst>
                                          <p:attrName>style.visibility</p:attrName>
                                        </p:attrNameLst>
                                      </p:cBhvr>
                                      <p:to>
                                        <p:strVal val="visible"/>
                                      </p:to>
                                    </p:set>
                                  </p:childTnLst>
                                </p:cTn>
                              </p:par>
                            </p:childTnLst>
                          </p:cTn>
                        </p:par>
                        <p:par>
                          <p:cTn id="43" fill="hold" nodeType="afterGroup">
                            <p:stCondLst>
                              <p:cond delay="5500"/>
                            </p:stCondLst>
                            <p:childTnLst>
                              <p:par>
                                <p:cTn id="44" presetID="1" presetClass="entr" presetSubtype="0" fill="hold" grpId="0" nodeType="afterEffect">
                                  <p:stCondLst>
                                    <p:cond delay="0"/>
                                  </p:stCondLst>
                                  <p:childTnLst>
                                    <p:set>
                                      <p:cBhvr>
                                        <p:cTn id="45" dur="1" fill="hold">
                                          <p:stCondLst>
                                            <p:cond delay="499"/>
                                          </p:stCondLst>
                                        </p:cTn>
                                        <p:tgtEl>
                                          <p:spTgt spid="92216"/>
                                        </p:tgtEl>
                                        <p:attrNameLst>
                                          <p:attrName>style.visibility</p:attrName>
                                        </p:attrNameLst>
                                      </p:cBhvr>
                                      <p:to>
                                        <p:strVal val="visible"/>
                                      </p:to>
                                    </p:set>
                                  </p:childTnLst>
                                </p:cTn>
                              </p:par>
                            </p:childTnLst>
                          </p:cTn>
                        </p:par>
                        <p:par>
                          <p:cTn id="46" fill="hold" nodeType="afterGroup">
                            <p:stCondLst>
                              <p:cond delay="6000"/>
                            </p:stCondLst>
                            <p:childTnLst>
                              <p:par>
                                <p:cTn id="47" presetID="1" presetClass="entr" presetSubtype="0" fill="hold" grpId="0" nodeType="afterEffect">
                                  <p:stCondLst>
                                    <p:cond delay="0"/>
                                  </p:stCondLst>
                                  <p:childTnLst>
                                    <p:set>
                                      <p:cBhvr>
                                        <p:cTn id="48" dur="1" fill="hold">
                                          <p:stCondLst>
                                            <p:cond delay="499"/>
                                          </p:stCondLst>
                                        </p:cTn>
                                        <p:tgtEl>
                                          <p:spTgt spid="92223"/>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499"/>
                                          </p:stCondLst>
                                        </p:cTn>
                                        <p:tgtEl>
                                          <p:spTgt spid="92224"/>
                                        </p:tgtEl>
                                        <p:attrNameLst>
                                          <p:attrName>style.visibility</p:attrName>
                                        </p:attrNameLst>
                                      </p:cBhvr>
                                      <p:to>
                                        <p:strVal val="visible"/>
                                      </p:to>
                                    </p:set>
                                  </p:childTnLst>
                                </p:cTn>
                              </p:par>
                            </p:childTnLst>
                          </p:cTn>
                        </p:par>
                        <p:par>
                          <p:cTn id="53" fill="hold" nodeType="afterGroup">
                            <p:stCondLst>
                              <p:cond delay="500"/>
                            </p:stCondLst>
                            <p:childTnLst>
                              <p:par>
                                <p:cTn id="54" presetID="1" presetClass="entr" presetSubtype="0" fill="hold" grpId="0" nodeType="afterEffect">
                                  <p:stCondLst>
                                    <p:cond delay="0"/>
                                  </p:stCondLst>
                                  <p:childTnLst>
                                    <p:set>
                                      <p:cBhvr>
                                        <p:cTn id="55" dur="1" fill="hold">
                                          <p:stCondLst>
                                            <p:cond delay="499"/>
                                          </p:stCondLst>
                                        </p:cTn>
                                        <p:tgtEl>
                                          <p:spTgt spid="92182"/>
                                        </p:tgtEl>
                                        <p:attrNameLst>
                                          <p:attrName>style.visibility</p:attrName>
                                        </p:attrNameLst>
                                      </p:cBhvr>
                                      <p:to>
                                        <p:strVal val="visible"/>
                                      </p:to>
                                    </p:set>
                                  </p:childTnLst>
                                </p:cTn>
                              </p:par>
                            </p:childTnLst>
                          </p:cTn>
                        </p:par>
                        <p:par>
                          <p:cTn id="56" fill="hold" nodeType="afterGroup">
                            <p:stCondLst>
                              <p:cond delay="1000"/>
                            </p:stCondLst>
                            <p:childTnLst>
                              <p:par>
                                <p:cTn id="57" presetID="1" presetClass="entr" presetSubtype="0" fill="hold" grpId="0" nodeType="afterEffect">
                                  <p:stCondLst>
                                    <p:cond delay="0"/>
                                  </p:stCondLst>
                                  <p:childTnLst>
                                    <p:set>
                                      <p:cBhvr>
                                        <p:cTn id="58" dur="1" fill="hold">
                                          <p:stCondLst>
                                            <p:cond delay="499"/>
                                          </p:stCondLst>
                                        </p:cTn>
                                        <p:tgtEl>
                                          <p:spTgt spid="92227"/>
                                        </p:tgtEl>
                                        <p:attrNameLst>
                                          <p:attrName>style.visibility</p:attrName>
                                        </p:attrNameLst>
                                      </p:cBhvr>
                                      <p:to>
                                        <p:strVal val="visible"/>
                                      </p:to>
                                    </p:set>
                                  </p:childTnLst>
                                </p:cTn>
                              </p:par>
                            </p:childTnLst>
                          </p:cTn>
                        </p:par>
                        <p:par>
                          <p:cTn id="59" fill="hold" nodeType="afterGroup">
                            <p:stCondLst>
                              <p:cond delay="1500"/>
                            </p:stCondLst>
                            <p:childTnLst>
                              <p:par>
                                <p:cTn id="60" presetID="1" presetClass="entr" presetSubtype="0" fill="hold" nodeType="afterEffect">
                                  <p:stCondLst>
                                    <p:cond delay="0"/>
                                  </p:stCondLst>
                                  <p:childTnLst>
                                    <p:set>
                                      <p:cBhvr>
                                        <p:cTn id="61" dur="1" fill="hold">
                                          <p:stCondLst>
                                            <p:cond delay="499"/>
                                          </p:stCondLst>
                                        </p:cTn>
                                        <p:tgtEl>
                                          <p:spTgt spid="9"/>
                                        </p:tgtEl>
                                        <p:attrNameLst>
                                          <p:attrName>style.visibility</p:attrName>
                                        </p:attrNameLst>
                                      </p:cBhvr>
                                      <p:to>
                                        <p:strVal val="visible"/>
                                      </p:to>
                                    </p:set>
                                  </p:childTnLst>
                                </p:cTn>
                              </p:par>
                            </p:childTnLst>
                          </p:cTn>
                        </p:par>
                        <p:par>
                          <p:cTn id="62" fill="hold" nodeType="afterGroup">
                            <p:stCondLst>
                              <p:cond delay="2000"/>
                            </p:stCondLst>
                            <p:childTnLst>
                              <p:par>
                                <p:cTn id="63" presetID="1" presetClass="entr" presetSubtype="0" fill="hold" nodeType="afterEffect">
                                  <p:stCondLst>
                                    <p:cond delay="0"/>
                                  </p:stCondLst>
                                  <p:childTnLst>
                                    <p:set>
                                      <p:cBhvr>
                                        <p:cTn id="64" dur="1" fill="hold">
                                          <p:stCondLst>
                                            <p:cond delay="499"/>
                                          </p:stCondLst>
                                        </p:cTn>
                                        <p:tgtEl>
                                          <p:spTgt spid="10"/>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grpId="0" nodeType="clickEffect">
                                  <p:stCondLst>
                                    <p:cond delay="0"/>
                                  </p:stCondLst>
                                  <p:childTnLst>
                                    <p:set>
                                      <p:cBhvr>
                                        <p:cTn id="68" dur="1" fill="hold">
                                          <p:stCondLst>
                                            <p:cond delay="499"/>
                                          </p:stCondLst>
                                        </p:cTn>
                                        <p:tgtEl>
                                          <p:spTgt spid="92225"/>
                                        </p:tgtEl>
                                        <p:attrNameLst>
                                          <p:attrName>style.visibility</p:attrName>
                                        </p:attrNameLst>
                                      </p:cBhvr>
                                      <p:to>
                                        <p:strVal val="visible"/>
                                      </p:to>
                                    </p:set>
                                  </p:childTnLst>
                                </p:cTn>
                              </p:par>
                            </p:childTnLst>
                          </p:cTn>
                        </p:par>
                        <p:par>
                          <p:cTn id="69" fill="hold" nodeType="afterGroup">
                            <p:stCondLst>
                              <p:cond delay="500"/>
                            </p:stCondLst>
                            <p:childTnLst>
                              <p:par>
                                <p:cTn id="70" presetID="1" presetClass="entr" presetSubtype="0" fill="hold" grpId="0" nodeType="afterEffect">
                                  <p:stCondLst>
                                    <p:cond delay="0"/>
                                  </p:stCondLst>
                                  <p:childTnLst>
                                    <p:set>
                                      <p:cBhvr>
                                        <p:cTn id="71" dur="1" fill="hold">
                                          <p:stCondLst>
                                            <p:cond delay="499"/>
                                          </p:stCondLst>
                                        </p:cTn>
                                        <p:tgtEl>
                                          <p:spTgt spid="92184"/>
                                        </p:tgtEl>
                                        <p:attrNameLst>
                                          <p:attrName>style.visibility</p:attrName>
                                        </p:attrNameLst>
                                      </p:cBhvr>
                                      <p:to>
                                        <p:strVal val="visible"/>
                                      </p:to>
                                    </p:set>
                                  </p:childTnLst>
                                </p:cTn>
                              </p:par>
                            </p:childTnLst>
                          </p:cTn>
                        </p:par>
                        <p:par>
                          <p:cTn id="72" fill="hold" nodeType="afterGroup">
                            <p:stCondLst>
                              <p:cond delay="1000"/>
                            </p:stCondLst>
                            <p:childTnLst>
                              <p:par>
                                <p:cTn id="73" presetID="1" presetClass="entr" presetSubtype="0" fill="hold" grpId="0" nodeType="afterEffect">
                                  <p:stCondLst>
                                    <p:cond delay="0"/>
                                  </p:stCondLst>
                                  <p:childTnLst>
                                    <p:set>
                                      <p:cBhvr>
                                        <p:cTn id="74" dur="1" fill="hold">
                                          <p:stCondLst>
                                            <p:cond delay="499"/>
                                          </p:stCondLst>
                                        </p:cTn>
                                        <p:tgtEl>
                                          <p:spTgt spid="92228"/>
                                        </p:tgtEl>
                                        <p:attrNameLst>
                                          <p:attrName>style.visibility</p:attrName>
                                        </p:attrNameLst>
                                      </p:cBhvr>
                                      <p:to>
                                        <p:strVal val="visible"/>
                                      </p:to>
                                    </p:set>
                                  </p:childTnLst>
                                </p:cTn>
                              </p:par>
                            </p:childTnLst>
                          </p:cTn>
                        </p:par>
                        <p:par>
                          <p:cTn id="75" fill="hold" nodeType="afterGroup">
                            <p:stCondLst>
                              <p:cond delay="1500"/>
                            </p:stCondLst>
                            <p:childTnLst>
                              <p:par>
                                <p:cTn id="76" presetID="1" presetClass="entr" presetSubtype="0" fill="hold" nodeType="afterEffect">
                                  <p:stCondLst>
                                    <p:cond delay="0"/>
                                  </p:stCondLst>
                                  <p:childTnLst>
                                    <p:set>
                                      <p:cBhvr>
                                        <p:cTn id="77" dur="1" fill="hold">
                                          <p:stCondLst>
                                            <p:cond delay="499"/>
                                          </p:stCondLst>
                                        </p:cTn>
                                        <p:tgtEl>
                                          <p:spTgt spid="15"/>
                                        </p:tgtEl>
                                        <p:attrNameLst>
                                          <p:attrName>style.visibility</p:attrName>
                                        </p:attrNameLst>
                                      </p:cBhvr>
                                      <p:to>
                                        <p:strVal val="visible"/>
                                      </p:to>
                                    </p:set>
                                  </p:childTnLst>
                                </p:cTn>
                              </p:par>
                            </p:childTnLst>
                          </p:cTn>
                        </p:par>
                      </p:childTnLst>
                    </p:cTn>
                  </p:par>
                  <p:par>
                    <p:cTn id="78" fill="hold" nodeType="clickPar">
                      <p:stCondLst>
                        <p:cond delay="indefinite"/>
                      </p:stCondLst>
                      <p:childTnLst>
                        <p:par>
                          <p:cTn id="79" fill="hold" nodeType="withGroup">
                            <p:stCondLst>
                              <p:cond delay="0"/>
                            </p:stCondLst>
                            <p:childTnLst>
                              <p:par>
                                <p:cTn id="80" presetID="2" presetClass="entr" presetSubtype="2" fill="hold" nodeType="clickEffect">
                                  <p:stCondLst>
                                    <p:cond delay="0"/>
                                  </p:stCondLst>
                                  <p:childTnLst>
                                    <p:set>
                                      <p:cBhvr>
                                        <p:cTn id="81" dur="1" fill="hold">
                                          <p:stCondLst>
                                            <p:cond delay="0"/>
                                          </p:stCondLst>
                                        </p:cTn>
                                        <p:tgtEl>
                                          <p:spTgt spid="92183"/>
                                        </p:tgtEl>
                                        <p:attrNameLst>
                                          <p:attrName>style.visibility</p:attrName>
                                        </p:attrNameLst>
                                      </p:cBhvr>
                                      <p:to>
                                        <p:strVal val="visible"/>
                                      </p:to>
                                    </p:set>
                                    <p:anim calcmode="lin" valueType="num">
                                      <p:cBhvr additive="base">
                                        <p:cTn id="82" dur="500" fill="hold"/>
                                        <p:tgtEl>
                                          <p:spTgt spid="92183"/>
                                        </p:tgtEl>
                                        <p:attrNameLst>
                                          <p:attrName>ppt_x</p:attrName>
                                        </p:attrNameLst>
                                      </p:cBhvr>
                                      <p:tavLst>
                                        <p:tav tm="0">
                                          <p:val>
                                            <p:strVal val="1+#ppt_w/2"/>
                                          </p:val>
                                        </p:tav>
                                        <p:tav tm="100000">
                                          <p:val>
                                            <p:strVal val="#ppt_x"/>
                                          </p:val>
                                        </p:tav>
                                      </p:tavLst>
                                    </p:anim>
                                    <p:anim calcmode="lin" valueType="num">
                                      <p:cBhvr additive="base">
                                        <p:cTn id="83" dur="500" fill="hold"/>
                                        <p:tgtEl>
                                          <p:spTgt spid="92183"/>
                                        </p:tgtEl>
                                        <p:attrNameLst>
                                          <p:attrName>ppt_y</p:attrName>
                                        </p:attrNameLst>
                                      </p:cBhvr>
                                      <p:tavLst>
                                        <p:tav tm="0">
                                          <p:val>
                                            <p:strVal val="#ppt_y"/>
                                          </p:val>
                                        </p:tav>
                                        <p:tav tm="100000">
                                          <p:val>
                                            <p:strVal val="#ppt_y"/>
                                          </p:val>
                                        </p:tav>
                                      </p:tavLst>
                                    </p:anim>
                                  </p:childTnLst>
                                </p:cTn>
                              </p:par>
                            </p:childTnLst>
                          </p:cTn>
                        </p:par>
                        <p:par>
                          <p:cTn id="84" fill="hold" nodeType="afterGroup">
                            <p:stCondLst>
                              <p:cond delay="500"/>
                            </p:stCondLst>
                            <p:childTnLst>
                              <p:par>
                                <p:cTn id="85" presetID="1" presetClass="entr" presetSubtype="0" fill="hold" grpId="0" nodeType="afterEffect">
                                  <p:stCondLst>
                                    <p:cond delay="0"/>
                                  </p:stCondLst>
                                  <p:childTnLst>
                                    <p:set>
                                      <p:cBhvr>
                                        <p:cTn id="86" dur="1" fill="hold">
                                          <p:stCondLst>
                                            <p:cond delay="499"/>
                                          </p:stCondLst>
                                        </p:cTn>
                                        <p:tgtEl>
                                          <p:spTgt spid="92205"/>
                                        </p:tgtEl>
                                        <p:attrNameLst>
                                          <p:attrName>style.visibility</p:attrName>
                                        </p:attrNameLst>
                                      </p:cBhvr>
                                      <p:to>
                                        <p:strVal val="visible"/>
                                      </p:to>
                                    </p:set>
                                  </p:childTnLst>
                                </p:cTn>
                              </p:par>
                            </p:childTnLst>
                          </p:cTn>
                        </p:par>
                        <p:par>
                          <p:cTn id="87" fill="hold" nodeType="afterGroup">
                            <p:stCondLst>
                              <p:cond delay="1000"/>
                            </p:stCondLst>
                            <p:childTnLst>
                              <p:par>
                                <p:cTn id="88" presetID="1" presetClass="entr" presetSubtype="0" fill="hold" grpId="0" nodeType="afterEffect">
                                  <p:stCondLst>
                                    <p:cond delay="0"/>
                                  </p:stCondLst>
                                  <p:childTnLst>
                                    <p:set>
                                      <p:cBhvr>
                                        <p:cTn id="89" dur="1" fill="hold">
                                          <p:stCondLst>
                                            <p:cond delay="499"/>
                                          </p:stCondLst>
                                        </p:cTn>
                                        <p:tgtEl>
                                          <p:spTgt spid="92252"/>
                                        </p:tgtEl>
                                        <p:attrNameLst>
                                          <p:attrName>style.visibility</p:attrName>
                                        </p:attrNameLst>
                                      </p:cBhvr>
                                      <p:to>
                                        <p:strVal val="visible"/>
                                      </p:to>
                                    </p:set>
                                  </p:childTnLst>
                                </p:cTn>
                              </p:par>
                            </p:childTnLst>
                          </p:cTn>
                        </p:par>
                        <p:par>
                          <p:cTn id="90" fill="hold" nodeType="afterGroup">
                            <p:stCondLst>
                              <p:cond delay="1500"/>
                            </p:stCondLst>
                            <p:childTnLst>
                              <p:par>
                                <p:cTn id="91" presetID="1" presetClass="entr" presetSubtype="0" fill="hold" grpId="0" nodeType="afterEffect">
                                  <p:stCondLst>
                                    <p:cond delay="0"/>
                                  </p:stCondLst>
                                  <p:childTnLst>
                                    <p:set>
                                      <p:cBhvr>
                                        <p:cTn id="92" dur="1" fill="hold">
                                          <p:stCondLst>
                                            <p:cond delay="499"/>
                                          </p:stCondLst>
                                        </p:cTn>
                                        <p:tgtEl>
                                          <p:spTgt spid="92251"/>
                                        </p:tgtEl>
                                        <p:attrNameLst>
                                          <p:attrName>style.visibility</p:attrName>
                                        </p:attrNameLst>
                                      </p:cBhvr>
                                      <p:to>
                                        <p:strVal val="visible"/>
                                      </p:to>
                                    </p:set>
                                  </p:childTnLst>
                                </p:cTn>
                              </p:par>
                            </p:childTnLst>
                          </p:cTn>
                        </p:par>
                        <p:par>
                          <p:cTn id="93" fill="hold" nodeType="afterGroup">
                            <p:stCondLst>
                              <p:cond delay="2000"/>
                            </p:stCondLst>
                            <p:childTnLst>
                              <p:par>
                                <p:cTn id="94" presetID="2" presetClass="entr" presetSubtype="1" fill="hold" nodeType="afterEffect">
                                  <p:stCondLst>
                                    <p:cond delay="0"/>
                                  </p:stCondLst>
                                  <p:childTnLst>
                                    <p:set>
                                      <p:cBhvr>
                                        <p:cTn id="95" dur="1" fill="hold">
                                          <p:stCondLst>
                                            <p:cond delay="0"/>
                                          </p:stCondLst>
                                        </p:cTn>
                                        <p:tgtEl>
                                          <p:spTgt spid="16"/>
                                        </p:tgtEl>
                                        <p:attrNameLst>
                                          <p:attrName>style.visibility</p:attrName>
                                        </p:attrNameLst>
                                      </p:cBhvr>
                                      <p:to>
                                        <p:strVal val="visible"/>
                                      </p:to>
                                    </p:set>
                                    <p:anim calcmode="lin" valueType="num">
                                      <p:cBhvr additive="base">
                                        <p:cTn id="96" dur="500" fill="hold"/>
                                        <p:tgtEl>
                                          <p:spTgt spid="16"/>
                                        </p:tgtEl>
                                        <p:attrNameLst>
                                          <p:attrName>ppt_x</p:attrName>
                                        </p:attrNameLst>
                                      </p:cBhvr>
                                      <p:tavLst>
                                        <p:tav tm="0">
                                          <p:val>
                                            <p:strVal val="#ppt_x"/>
                                          </p:val>
                                        </p:tav>
                                        <p:tav tm="100000">
                                          <p:val>
                                            <p:strVal val="#ppt_x"/>
                                          </p:val>
                                        </p:tav>
                                      </p:tavLst>
                                    </p:anim>
                                    <p:anim calcmode="lin" valueType="num">
                                      <p:cBhvr additive="base">
                                        <p:cTn id="97" dur="500" fill="hold"/>
                                        <p:tgtEl>
                                          <p:spTgt spid="16"/>
                                        </p:tgtEl>
                                        <p:attrNameLst>
                                          <p:attrName>ppt_y</p:attrName>
                                        </p:attrNameLst>
                                      </p:cBhvr>
                                      <p:tavLst>
                                        <p:tav tm="0">
                                          <p:val>
                                            <p:strVal val="0-#ppt_h/2"/>
                                          </p:val>
                                        </p:tav>
                                        <p:tav tm="100000">
                                          <p:val>
                                            <p:strVal val="#ppt_y"/>
                                          </p:val>
                                        </p:tav>
                                      </p:tavLst>
                                    </p:anim>
                                  </p:childTnLst>
                                </p:cTn>
                              </p:par>
                            </p:childTnLst>
                          </p:cTn>
                        </p:par>
                        <p:par>
                          <p:cTn id="98" fill="hold" nodeType="afterGroup">
                            <p:stCondLst>
                              <p:cond delay="2500"/>
                            </p:stCondLst>
                            <p:childTnLst>
                              <p:par>
                                <p:cTn id="99" presetID="1" presetClass="entr" presetSubtype="0" fill="hold" grpId="0" nodeType="afterEffect">
                                  <p:stCondLst>
                                    <p:cond delay="0"/>
                                  </p:stCondLst>
                                  <p:childTnLst>
                                    <p:set>
                                      <p:cBhvr>
                                        <p:cTn id="100" dur="1" fill="hold">
                                          <p:stCondLst>
                                            <p:cond delay="499"/>
                                          </p:stCondLst>
                                        </p:cTn>
                                        <p:tgtEl>
                                          <p:spTgt spid="92226"/>
                                        </p:tgtEl>
                                        <p:attrNameLst>
                                          <p:attrName>style.visibility</p:attrName>
                                        </p:attrNameLst>
                                      </p:cBhvr>
                                      <p:to>
                                        <p:strVal val="visible"/>
                                      </p:to>
                                    </p:set>
                                  </p:childTnLst>
                                </p:cTn>
                              </p:par>
                            </p:childTnLst>
                          </p:cTn>
                        </p:par>
                        <p:par>
                          <p:cTn id="101" fill="hold" nodeType="afterGroup">
                            <p:stCondLst>
                              <p:cond delay="3000"/>
                            </p:stCondLst>
                            <p:childTnLst>
                              <p:par>
                                <p:cTn id="102" presetID="2" presetClass="entr" presetSubtype="1" fill="hold" nodeType="afterEffect">
                                  <p:stCondLst>
                                    <p:cond delay="0"/>
                                  </p:stCondLst>
                                  <p:childTnLst>
                                    <p:set>
                                      <p:cBhvr>
                                        <p:cTn id="103" dur="1" fill="hold">
                                          <p:stCondLst>
                                            <p:cond delay="0"/>
                                          </p:stCondLst>
                                        </p:cTn>
                                        <p:tgtEl>
                                          <p:spTgt spid="11"/>
                                        </p:tgtEl>
                                        <p:attrNameLst>
                                          <p:attrName>style.visibility</p:attrName>
                                        </p:attrNameLst>
                                      </p:cBhvr>
                                      <p:to>
                                        <p:strVal val="visible"/>
                                      </p:to>
                                    </p:set>
                                    <p:anim calcmode="lin" valueType="num">
                                      <p:cBhvr additive="base">
                                        <p:cTn id="104" dur="500" fill="hold"/>
                                        <p:tgtEl>
                                          <p:spTgt spid="11"/>
                                        </p:tgtEl>
                                        <p:attrNameLst>
                                          <p:attrName>ppt_x</p:attrName>
                                        </p:attrNameLst>
                                      </p:cBhvr>
                                      <p:tavLst>
                                        <p:tav tm="0">
                                          <p:val>
                                            <p:strVal val="#ppt_x"/>
                                          </p:val>
                                        </p:tav>
                                        <p:tav tm="100000">
                                          <p:val>
                                            <p:strVal val="#ppt_x"/>
                                          </p:val>
                                        </p:tav>
                                      </p:tavLst>
                                    </p:anim>
                                    <p:anim calcmode="lin" valueType="num">
                                      <p:cBhvr additive="base">
                                        <p:cTn id="105" dur="500" fill="hold"/>
                                        <p:tgtEl>
                                          <p:spTgt spid="11"/>
                                        </p:tgtEl>
                                        <p:attrNameLst>
                                          <p:attrName>ppt_y</p:attrName>
                                        </p:attrNameLst>
                                      </p:cBhvr>
                                      <p:tavLst>
                                        <p:tav tm="0">
                                          <p:val>
                                            <p:strVal val="0-#ppt_h/2"/>
                                          </p:val>
                                        </p:tav>
                                        <p:tav tm="100000">
                                          <p:val>
                                            <p:strVal val="#ppt_y"/>
                                          </p:val>
                                        </p:tav>
                                      </p:tavLst>
                                    </p:anim>
                                  </p:childTnLst>
                                </p:cTn>
                              </p:par>
                            </p:childTnLst>
                          </p:cTn>
                        </p:par>
                        <p:par>
                          <p:cTn id="106" fill="hold" nodeType="afterGroup">
                            <p:stCondLst>
                              <p:cond delay="3500"/>
                            </p:stCondLst>
                            <p:childTnLst>
                              <p:par>
                                <p:cTn id="107" presetID="1" presetClass="entr" presetSubtype="0" fill="hold" grpId="0" nodeType="afterEffect">
                                  <p:stCondLst>
                                    <p:cond delay="0"/>
                                  </p:stCondLst>
                                  <p:childTnLst>
                                    <p:set>
                                      <p:cBhvr>
                                        <p:cTn id="108" dur="1" fill="hold">
                                          <p:stCondLst>
                                            <p:cond delay="499"/>
                                          </p:stCondLst>
                                        </p:cTn>
                                        <p:tgtEl>
                                          <p:spTgt spid="92229"/>
                                        </p:tgtEl>
                                        <p:attrNameLst>
                                          <p:attrName>style.visibility</p:attrName>
                                        </p:attrNameLst>
                                      </p:cBhvr>
                                      <p:to>
                                        <p:strVal val="visible"/>
                                      </p:to>
                                    </p:set>
                                  </p:childTnLst>
                                </p:cTn>
                              </p:par>
                            </p:childTnLst>
                          </p:cTn>
                        </p:par>
                        <p:par>
                          <p:cTn id="109" fill="hold" nodeType="afterGroup">
                            <p:stCondLst>
                              <p:cond delay="4000"/>
                            </p:stCondLst>
                            <p:childTnLst>
                              <p:par>
                                <p:cTn id="110" presetID="1" presetClass="entr" presetSubtype="0" fill="hold" grpId="0" nodeType="afterEffect">
                                  <p:stCondLst>
                                    <p:cond delay="0"/>
                                  </p:stCondLst>
                                  <p:childTnLst>
                                    <p:set>
                                      <p:cBhvr>
                                        <p:cTn id="111" dur="1" fill="hold">
                                          <p:stCondLst>
                                            <p:cond delay="499"/>
                                          </p:stCondLst>
                                        </p:cTn>
                                        <p:tgtEl>
                                          <p:spTgt spid="92231"/>
                                        </p:tgtEl>
                                        <p:attrNameLst>
                                          <p:attrName>style.visibility</p:attrName>
                                        </p:attrNameLst>
                                      </p:cBhvr>
                                      <p:to>
                                        <p:strVal val="visible"/>
                                      </p:to>
                                    </p:set>
                                  </p:childTnLst>
                                </p:cTn>
                              </p:par>
                            </p:childTnLst>
                          </p:cTn>
                        </p:par>
                        <p:par>
                          <p:cTn id="112" fill="hold" nodeType="afterGroup">
                            <p:stCondLst>
                              <p:cond delay="4500"/>
                            </p:stCondLst>
                            <p:childTnLst>
                              <p:par>
                                <p:cTn id="113" presetID="1" presetClass="entr" presetSubtype="0" fill="hold" grpId="0" nodeType="afterEffect">
                                  <p:stCondLst>
                                    <p:cond delay="0"/>
                                  </p:stCondLst>
                                  <p:childTnLst>
                                    <p:set>
                                      <p:cBhvr>
                                        <p:cTn id="114" dur="1" fill="hold">
                                          <p:stCondLst>
                                            <p:cond delay="499"/>
                                          </p:stCondLst>
                                        </p:cTn>
                                        <p:tgtEl>
                                          <p:spTgt spid="92230"/>
                                        </p:tgtEl>
                                        <p:attrNameLst>
                                          <p:attrName>style.visibility</p:attrName>
                                        </p:attrNameLst>
                                      </p:cBhvr>
                                      <p:to>
                                        <p:strVal val="visible"/>
                                      </p:to>
                                    </p:set>
                                  </p:childTnLst>
                                </p:cTn>
                              </p:par>
                            </p:childTnLst>
                          </p:cTn>
                        </p:par>
                        <p:par>
                          <p:cTn id="115" fill="hold" nodeType="afterGroup">
                            <p:stCondLst>
                              <p:cond delay="5000"/>
                            </p:stCondLst>
                            <p:childTnLst>
                              <p:par>
                                <p:cTn id="116" presetID="2" presetClass="entr" presetSubtype="1" fill="hold" nodeType="afterEffect">
                                  <p:stCondLst>
                                    <p:cond delay="0"/>
                                  </p:stCondLst>
                                  <p:childTnLst>
                                    <p:set>
                                      <p:cBhvr>
                                        <p:cTn id="117" dur="1" fill="hold">
                                          <p:stCondLst>
                                            <p:cond delay="0"/>
                                          </p:stCondLst>
                                        </p:cTn>
                                        <p:tgtEl>
                                          <p:spTgt spid="12"/>
                                        </p:tgtEl>
                                        <p:attrNameLst>
                                          <p:attrName>style.visibility</p:attrName>
                                        </p:attrNameLst>
                                      </p:cBhvr>
                                      <p:to>
                                        <p:strVal val="visible"/>
                                      </p:to>
                                    </p:set>
                                    <p:anim calcmode="lin" valueType="num">
                                      <p:cBhvr additive="base">
                                        <p:cTn id="118" dur="500" fill="hold"/>
                                        <p:tgtEl>
                                          <p:spTgt spid="12"/>
                                        </p:tgtEl>
                                        <p:attrNameLst>
                                          <p:attrName>ppt_x</p:attrName>
                                        </p:attrNameLst>
                                      </p:cBhvr>
                                      <p:tavLst>
                                        <p:tav tm="0">
                                          <p:val>
                                            <p:strVal val="#ppt_x"/>
                                          </p:val>
                                        </p:tav>
                                        <p:tav tm="100000">
                                          <p:val>
                                            <p:strVal val="#ppt_x"/>
                                          </p:val>
                                        </p:tav>
                                      </p:tavLst>
                                    </p:anim>
                                    <p:anim calcmode="lin" valueType="num">
                                      <p:cBhvr additive="base">
                                        <p:cTn id="119" dur="500" fill="hold"/>
                                        <p:tgtEl>
                                          <p:spTgt spid="12"/>
                                        </p:tgtEl>
                                        <p:attrNameLst>
                                          <p:attrName>ppt_y</p:attrName>
                                        </p:attrNameLst>
                                      </p:cBhvr>
                                      <p:tavLst>
                                        <p:tav tm="0">
                                          <p:val>
                                            <p:strVal val="0-#ppt_h/2"/>
                                          </p:val>
                                        </p:tav>
                                        <p:tav tm="100000">
                                          <p:val>
                                            <p:strVal val="#ppt_y"/>
                                          </p:val>
                                        </p:tav>
                                      </p:tavLst>
                                    </p:anim>
                                  </p:childTnLst>
                                </p:cTn>
                              </p:par>
                            </p:childTnLst>
                          </p:cTn>
                        </p:par>
                        <p:par>
                          <p:cTn id="120" fill="hold" nodeType="afterGroup">
                            <p:stCondLst>
                              <p:cond delay="5500"/>
                            </p:stCondLst>
                            <p:childTnLst>
                              <p:par>
                                <p:cTn id="121" presetID="1" presetClass="entr" presetSubtype="0" fill="hold" grpId="0" nodeType="afterEffect">
                                  <p:stCondLst>
                                    <p:cond delay="0"/>
                                  </p:stCondLst>
                                  <p:childTnLst>
                                    <p:set>
                                      <p:cBhvr>
                                        <p:cTn id="122" dur="1" fill="hold">
                                          <p:stCondLst>
                                            <p:cond delay="499"/>
                                          </p:stCondLst>
                                        </p:cTn>
                                        <p:tgtEl>
                                          <p:spTgt spid="92232"/>
                                        </p:tgtEl>
                                        <p:attrNameLst>
                                          <p:attrName>style.visibility</p:attrName>
                                        </p:attrNameLst>
                                      </p:cBhvr>
                                      <p:to>
                                        <p:strVal val="visible"/>
                                      </p:to>
                                    </p:set>
                                  </p:childTnLst>
                                </p:cTn>
                              </p:par>
                            </p:childTnLst>
                          </p:cTn>
                        </p:par>
                        <p:par>
                          <p:cTn id="123" fill="hold" nodeType="afterGroup">
                            <p:stCondLst>
                              <p:cond delay="6000"/>
                            </p:stCondLst>
                            <p:childTnLst>
                              <p:par>
                                <p:cTn id="124" presetID="2" presetClass="entr" presetSubtype="1" fill="hold" nodeType="afterEffect">
                                  <p:stCondLst>
                                    <p:cond delay="0"/>
                                  </p:stCondLst>
                                  <p:childTnLst>
                                    <p:set>
                                      <p:cBhvr>
                                        <p:cTn id="125" dur="1" fill="hold">
                                          <p:stCondLst>
                                            <p:cond delay="0"/>
                                          </p:stCondLst>
                                        </p:cTn>
                                        <p:tgtEl>
                                          <p:spTgt spid="13"/>
                                        </p:tgtEl>
                                        <p:attrNameLst>
                                          <p:attrName>style.visibility</p:attrName>
                                        </p:attrNameLst>
                                      </p:cBhvr>
                                      <p:to>
                                        <p:strVal val="visible"/>
                                      </p:to>
                                    </p:set>
                                    <p:anim calcmode="lin" valueType="num">
                                      <p:cBhvr additive="base">
                                        <p:cTn id="126" dur="500" fill="hold"/>
                                        <p:tgtEl>
                                          <p:spTgt spid="13"/>
                                        </p:tgtEl>
                                        <p:attrNameLst>
                                          <p:attrName>ppt_x</p:attrName>
                                        </p:attrNameLst>
                                      </p:cBhvr>
                                      <p:tavLst>
                                        <p:tav tm="0">
                                          <p:val>
                                            <p:strVal val="#ppt_x"/>
                                          </p:val>
                                        </p:tav>
                                        <p:tav tm="100000">
                                          <p:val>
                                            <p:strVal val="#ppt_x"/>
                                          </p:val>
                                        </p:tav>
                                      </p:tavLst>
                                    </p:anim>
                                    <p:anim calcmode="lin" valueType="num">
                                      <p:cBhvr additive="base">
                                        <p:cTn id="127" dur="500" fill="hold"/>
                                        <p:tgtEl>
                                          <p:spTgt spid="13"/>
                                        </p:tgtEl>
                                        <p:attrNameLst>
                                          <p:attrName>ppt_y</p:attrName>
                                        </p:attrNameLst>
                                      </p:cBhvr>
                                      <p:tavLst>
                                        <p:tav tm="0">
                                          <p:val>
                                            <p:strVal val="0-#ppt_h/2"/>
                                          </p:val>
                                        </p:tav>
                                        <p:tav tm="100000">
                                          <p:val>
                                            <p:strVal val="#ppt_y"/>
                                          </p:val>
                                        </p:tav>
                                      </p:tavLst>
                                    </p:anim>
                                  </p:childTnLst>
                                </p:cTn>
                              </p:par>
                            </p:childTnLst>
                          </p:cTn>
                        </p:par>
                        <p:par>
                          <p:cTn id="128" fill="hold" nodeType="afterGroup">
                            <p:stCondLst>
                              <p:cond delay="6500"/>
                            </p:stCondLst>
                            <p:childTnLst>
                              <p:par>
                                <p:cTn id="129" presetID="1" presetClass="entr" presetSubtype="0" fill="hold" grpId="0" nodeType="afterEffect">
                                  <p:stCondLst>
                                    <p:cond delay="0"/>
                                  </p:stCondLst>
                                  <p:childTnLst>
                                    <p:set>
                                      <p:cBhvr>
                                        <p:cTn id="130" dur="1" fill="hold">
                                          <p:stCondLst>
                                            <p:cond delay="499"/>
                                          </p:stCondLst>
                                        </p:cTn>
                                        <p:tgtEl>
                                          <p:spTgt spid="92233"/>
                                        </p:tgtEl>
                                        <p:attrNameLst>
                                          <p:attrName>style.visibility</p:attrName>
                                        </p:attrNameLst>
                                      </p:cBhvr>
                                      <p:to>
                                        <p:strVal val="visible"/>
                                      </p:to>
                                    </p:set>
                                  </p:childTnLst>
                                </p:cTn>
                              </p:par>
                            </p:childTnLst>
                          </p:cTn>
                        </p:par>
                        <p:par>
                          <p:cTn id="131" fill="hold" nodeType="afterGroup">
                            <p:stCondLst>
                              <p:cond delay="7000"/>
                            </p:stCondLst>
                            <p:childTnLst>
                              <p:par>
                                <p:cTn id="132" presetID="1" presetClass="entr" presetSubtype="0" fill="hold" grpId="0" nodeType="afterEffect">
                                  <p:stCondLst>
                                    <p:cond delay="0"/>
                                  </p:stCondLst>
                                  <p:childTnLst>
                                    <p:set>
                                      <p:cBhvr>
                                        <p:cTn id="133" dur="1" fill="hold">
                                          <p:stCondLst>
                                            <p:cond delay="499"/>
                                          </p:stCondLst>
                                        </p:cTn>
                                        <p:tgtEl>
                                          <p:spTgt spid="92234"/>
                                        </p:tgtEl>
                                        <p:attrNameLst>
                                          <p:attrName>style.visibility</p:attrName>
                                        </p:attrNameLst>
                                      </p:cBhvr>
                                      <p:to>
                                        <p:strVal val="visible"/>
                                      </p:to>
                                    </p:set>
                                  </p:childTnLst>
                                </p:cTn>
                              </p:par>
                            </p:childTnLst>
                          </p:cTn>
                        </p:par>
                        <p:par>
                          <p:cTn id="134" fill="hold" nodeType="afterGroup">
                            <p:stCondLst>
                              <p:cond delay="7500"/>
                            </p:stCondLst>
                            <p:childTnLst>
                              <p:par>
                                <p:cTn id="135" presetID="1" presetClass="entr" presetSubtype="0" fill="hold" grpId="0" nodeType="afterEffect">
                                  <p:stCondLst>
                                    <p:cond delay="0"/>
                                  </p:stCondLst>
                                  <p:childTnLst>
                                    <p:set>
                                      <p:cBhvr>
                                        <p:cTn id="136" dur="1" fill="hold">
                                          <p:stCondLst>
                                            <p:cond delay="499"/>
                                          </p:stCondLst>
                                        </p:cTn>
                                        <p:tgtEl>
                                          <p:spTgt spid="92235"/>
                                        </p:tgtEl>
                                        <p:attrNameLst>
                                          <p:attrName>style.visibility</p:attrName>
                                        </p:attrNameLst>
                                      </p:cBhvr>
                                      <p:to>
                                        <p:strVal val="visible"/>
                                      </p:to>
                                    </p:set>
                                  </p:childTnLst>
                                </p:cTn>
                              </p:par>
                            </p:childTnLst>
                          </p:cTn>
                        </p:par>
                        <p:par>
                          <p:cTn id="137" fill="hold" nodeType="afterGroup">
                            <p:stCondLst>
                              <p:cond delay="8000"/>
                            </p:stCondLst>
                            <p:childTnLst>
                              <p:par>
                                <p:cTn id="138" presetID="2" presetClass="entr" presetSubtype="1" fill="hold" nodeType="afterEffect">
                                  <p:stCondLst>
                                    <p:cond delay="0"/>
                                  </p:stCondLst>
                                  <p:childTnLst>
                                    <p:set>
                                      <p:cBhvr>
                                        <p:cTn id="139" dur="1" fill="hold">
                                          <p:stCondLst>
                                            <p:cond delay="0"/>
                                          </p:stCondLst>
                                        </p:cTn>
                                        <p:tgtEl>
                                          <p:spTgt spid="14"/>
                                        </p:tgtEl>
                                        <p:attrNameLst>
                                          <p:attrName>style.visibility</p:attrName>
                                        </p:attrNameLst>
                                      </p:cBhvr>
                                      <p:to>
                                        <p:strVal val="visible"/>
                                      </p:to>
                                    </p:set>
                                    <p:anim calcmode="lin" valueType="num">
                                      <p:cBhvr additive="base">
                                        <p:cTn id="140" dur="500" fill="hold"/>
                                        <p:tgtEl>
                                          <p:spTgt spid="14"/>
                                        </p:tgtEl>
                                        <p:attrNameLst>
                                          <p:attrName>ppt_x</p:attrName>
                                        </p:attrNameLst>
                                      </p:cBhvr>
                                      <p:tavLst>
                                        <p:tav tm="0">
                                          <p:val>
                                            <p:strVal val="#ppt_x"/>
                                          </p:val>
                                        </p:tav>
                                        <p:tav tm="100000">
                                          <p:val>
                                            <p:strVal val="#ppt_x"/>
                                          </p:val>
                                        </p:tav>
                                      </p:tavLst>
                                    </p:anim>
                                    <p:anim calcmode="lin" valueType="num">
                                      <p:cBhvr additive="base">
                                        <p:cTn id="141" dur="500" fill="hold"/>
                                        <p:tgtEl>
                                          <p:spTgt spid="14"/>
                                        </p:tgtEl>
                                        <p:attrNameLst>
                                          <p:attrName>ppt_y</p:attrName>
                                        </p:attrNameLst>
                                      </p:cBhvr>
                                      <p:tavLst>
                                        <p:tav tm="0">
                                          <p:val>
                                            <p:strVal val="0-#ppt_h/2"/>
                                          </p:val>
                                        </p:tav>
                                        <p:tav tm="100000">
                                          <p:val>
                                            <p:strVal val="#ppt_y"/>
                                          </p:val>
                                        </p:tav>
                                      </p:tavLst>
                                    </p:anim>
                                  </p:childTnLst>
                                </p:cTn>
                              </p:par>
                            </p:childTnLst>
                          </p:cTn>
                        </p:par>
                        <p:par>
                          <p:cTn id="142" fill="hold" nodeType="afterGroup">
                            <p:stCondLst>
                              <p:cond delay="8500"/>
                            </p:stCondLst>
                            <p:childTnLst>
                              <p:par>
                                <p:cTn id="143" presetID="1" presetClass="entr" presetSubtype="0" fill="hold" grpId="0" nodeType="afterEffect">
                                  <p:stCondLst>
                                    <p:cond delay="0"/>
                                  </p:stCondLst>
                                  <p:childTnLst>
                                    <p:set>
                                      <p:cBhvr>
                                        <p:cTn id="144" dur="1" fill="hold">
                                          <p:stCondLst>
                                            <p:cond delay="499"/>
                                          </p:stCondLst>
                                        </p:cTn>
                                        <p:tgtEl>
                                          <p:spTgt spid="92236"/>
                                        </p:tgtEl>
                                        <p:attrNameLst>
                                          <p:attrName>style.visibility</p:attrName>
                                        </p:attrNameLst>
                                      </p:cBhvr>
                                      <p:to>
                                        <p:strVal val="visible"/>
                                      </p:to>
                                    </p:set>
                                  </p:childTnLst>
                                </p:cTn>
                              </p:par>
                            </p:childTnLst>
                          </p:cTn>
                        </p:par>
                        <p:par>
                          <p:cTn id="145" fill="hold" nodeType="afterGroup">
                            <p:stCondLst>
                              <p:cond delay="9000"/>
                            </p:stCondLst>
                            <p:childTnLst>
                              <p:par>
                                <p:cTn id="146" presetID="1" presetClass="entr" presetSubtype="0" fill="hold" grpId="0" nodeType="afterEffect">
                                  <p:stCondLst>
                                    <p:cond delay="0"/>
                                  </p:stCondLst>
                                  <p:childTnLst>
                                    <p:set>
                                      <p:cBhvr>
                                        <p:cTn id="147" dur="1" fill="hold">
                                          <p:stCondLst>
                                            <p:cond delay="499"/>
                                          </p:stCondLst>
                                        </p:cTn>
                                        <p:tgtEl>
                                          <p:spTgt spid="92237"/>
                                        </p:tgtEl>
                                        <p:attrNameLst>
                                          <p:attrName>style.visibility</p:attrName>
                                        </p:attrNameLst>
                                      </p:cBhvr>
                                      <p:to>
                                        <p:strVal val="visible"/>
                                      </p:to>
                                    </p:set>
                                  </p:childTnLst>
                                </p:cTn>
                              </p:par>
                            </p:childTnLst>
                          </p:cTn>
                        </p:par>
                        <p:par>
                          <p:cTn id="148" fill="hold" nodeType="afterGroup">
                            <p:stCondLst>
                              <p:cond delay="9500"/>
                            </p:stCondLst>
                            <p:childTnLst>
                              <p:par>
                                <p:cTn id="149" presetID="1" presetClass="entr" presetSubtype="0" fill="hold" grpId="0" nodeType="afterEffect">
                                  <p:stCondLst>
                                    <p:cond delay="0"/>
                                  </p:stCondLst>
                                  <p:childTnLst>
                                    <p:set>
                                      <p:cBhvr>
                                        <p:cTn id="150" dur="1" fill="hold">
                                          <p:stCondLst>
                                            <p:cond delay="499"/>
                                          </p:stCondLst>
                                        </p:cTn>
                                        <p:tgtEl>
                                          <p:spTgt spid="92238"/>
                                        </p:tgtEl>
                                        <p:attrNameLst>
                                          <p:attrName>style.visibility</p:attrName>
                                        </p:attrNameLst>
                                      </p:cBhvr>
                                      <p:to>
                                        <p:strVal val="visible"/>
                                      </p:to>
                                    </p:se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1" presetClass="entr" presetSubtype="0" fill="hold" grpId="0" nodeType="clickEffect">
                                  <p:stCondLst>
                                    <p:cond delay="0"/>
                                  </p:stCondLst>
                                  <p:childTnLst>
                                    <p:set>
                                      <p:cBhvr>
                                        <p:cTn id="154" dur="1" fill="hold">
                                          <p:stCondLst>
                                            <p:cond delay="499"/>
                                          </p:stCondLst>
                                        </p:cTn>
                                        <p:tgtEl>
                                          <p:spTgt spid="92239"/>
                                        </p:tgtEl>
                                        <p:attrNameLst>
                                          <p:attrName>style.visibility</p:attrName>
                                        </p:attrNameLst>
                                      </p:cBhvr>
                                      <p:to>
                                        <p:strVal val="visible"/>
                                      </p:to>
                                    </p:set>
                                  </p:childTnLst>
                                </p:cTn>
                              </p:par>
                            </p:childTnLst>
                          </p:cTn>
                        </p:par>
                        <p:par>
                          <p:cTn id="155" fill="hold" nodeType="afterGroup">
                            <p:stCondLst>
                              <p:cond delay="500"/>
                            </p:stCondLst>
                            <p:childTnLst>
                              <p:par>
                                <p:cTn id="156" presetID="1" presetClass="entr" presetSubtype="0" fill="hold" grpId="0" nodeType="afterEffect">
                                  <p:stCondLst>
                                    <p:cond delay="0"/>
                                  </p:stCondLst>
                                  <p:childTnLst>
                                    <p:set>
                                      <p:cBhvr>
                                        <p:cTn id="157" dur="1" fill="hold">
                                          <p:stCondLst>
                                            <p:cond delay="499"/>
                                          </p:stCondLst>
                                        </p:cTn>
                                        <p:tgtEl>
                                          <p:spTgt spid="92203"/>
                                        </p:tgtEl>
                                        <p:attrNameLst>
                                          <p:attrName>style.visibility</p:attrName>
                                        </p:attrNameLst>
                                      </p:cBhvr>
                                      <p:to>
                                        <p:strVal val="visible"/>
                                      </p:to>
                                    </p:set>
                                  </p:childTnLst>
                                </p:cTn>
                              </p:par>
                            </p:childTnLst>
                          </p:cTn>
                        </p:par>
                        <p:par>
                          <p:cTn id="158" fill="hold" nodeType="afterGroup">
                            <p:stCondLst>
                              <p:cond delay="1000"/>
                            </p:stCondLst>
                            <p:childTnLst>
                              <p:par>
                                <p:cTn id="159" presetID="1" presetClass="entr" presetSubtype="0" fill="hold" grpId="0" nodeType="afterEffect">
                                  <p:stCondLst>
                                    <p:cond delay="0"/>
                                  </p:stCondLst>
                                  <p:childTnLst>
                                    <p:set>
                                      <p:cBhvr>
                                        <p:cTn id="160" dur="1" fill="hold">
                                          <p:stCondLst>
                                            <p:cond delay="499"/>
                                          </p:stCondLst>
                                        </p:cTn>
                                        <p:tgtEl>
                                          <p:spTgt spid="92240"/>
                                        </p:tgtEl>
                                        <p:attrNameLst>
                                          <p:attrName>style.visibility</p:attrName>
                                        </p:attrNameLst>
                                      </p:cBhvr>
                                      <p:to>
                                        <p:strVal val="visible"/>
                                      </p:to>
                                    </p:set>
                                  </p:childTnLst>
                                </p:cTn>
                              </p:par>
                            </p:childTnLst>
                          </p:cTn>
                        </p:par>
                        <p:par>
                          <p:cTn id="161" fill="hold" nodeType="afterGroup">
                            <p:stCondLst>
                              <p:cond delay="1500"/>
                            </p:stCondLst>
                            <p:childTnLst>
                              <p:par>
                                <p:cTn id="162" presetID="1" presetClass="entr" presetSubtype="0" fill="hold" grpId="0" nodeType="afterEffect">
                                  <p:stCondLst>
                                    <p:cond delay="0"/>
                                  </p:stCondLst>
                                  <p:childTnLst>
                                    <p:set>
                                      <p:cBhvr>
                                        <p:cTn id="163" dur="1" fill="hold">
                                          <p:stCondLst>
                                            <p:cond delay="499"/>
                                          </p:stCondLst>
                                        </p:cTn>
                                        <p:tgtEl>
                                          <p:spTgt spid="92204"/>
                                        </p:tgtEl>
                                        <p:attrNameLst>
                                          <p:attrName>style.visibility</p:attrName>
                                        </p:attrNameLst>
                                      </p:cBhvr>
                                      <p:to>
                                        <p:strVal val="visible"/>
                                      </p:to>
                                    </p:set>
                                  </p:childTnLst>
                                </p:cTn>
                              </p:par>
                            </p:childTnLst>
                          </p:cTn>
                        </p:par>
                        <p:par>
                          <p:cTn id="164" fill="hold" nodeType="afterGroup">
                            <p:stCondLst>
                              <p:cond delay="2000"/>
                            </p:stCondLst>
                            <p:childTnLst>
                              <p:par>
                                <p:cTn id="165" presetID="1" presetClass="entr" presetSubtype="0" fill="hold" nodeType="afterEffect">
                                  <p:stCondLst>
                                    <p:cond delay="0"/>
                                  </p:stCondLst>
                                  <p:childTnLst>
                                    <p:set>
                                      <p:cBhvr>
                                        <p:cTn id="166" dur="1" fill="hold">
                                          <p:stCondLst>
                                            <p:cond delay="499"/>
                                          </p:stCondLst>
                                        </p:cTn>
                                        <p:tgtEl>
                                          <p:spTgt spid="2"/>
                                        </p:tgtEl>
                                        <p:attrNameLst>
                                          <p:attrName>style.visibility</p:attrName>
                                        </p:attrNameLst>
                                      </p:cBhvr>
                                      <p:to>
                                        <p:strVal val="visible"/>
                                      </p:to>
                                    </p:set>
                                  </p:childTnLst>
                                </p:cTn>
                              </p:par>
                            </p:childTnLst>
                          </p:cTn>
                        </p:par>
                        <p:par>
                          <p:cTn id="167" fill="hold" nodeType="afterGroup">
                            <p:stCondLst>
                              <p:cond delay="2500"/>
                            </p:stCondLst>
                            <p:childTnLst>
                              <p:par>
                                <p:cTn id="168" presetID="1" presetClass="entr" presetSubtype="0" fill="hold" grpId="0" nodeType="afterEffect">
                                  <p:stCondLst>
                                    <p:cond delay="0"/>
                                  </p:stCondLst>
                                  <p:childTnLst>
                                    <p:set>
                                      <p:cBhvr>
                                        <p:cTn id="169" dur="1" fill="hold">
                                          <p:stCondLst>
                                            <p:cond delay="499"/>
                                          </p:stCondLst>
                                        </p:cTn>
                                        <p:tgtEl>
                                          <p:spTgt spid="92241"/>
                                        </p:tgtEl>
                                        <p:attrNameLst>
                                          <p:attrName>style.visibility</p:attrName>
                                        </p:attrNameLst>
                                      </p:cBhvr>
                                      <p:to>
                                        <p:strVal val="visible"/>
                                      </p:to>
                                    </p:set>
                                  </p:childTnLst>
                                </p:cTn>
                              </p:par>
                            </p:childTnLst>
                          </p:cTn>
                        </p:par>
                      </p:childTnLst>
                    </p:cTn>
                  </p:par>
                  <p:par>
                    <p:cTn id="170" fill="hold" nodeType="clickPar">
                      <p:stCondLst>
                        <p:cond delay="indefinite"/>
                      </p:stCondLst>
                      <p:childTnLst>
                        <p:par>
                          <p:cTn id="171" fill="hold" nodeType="withGroup">
                            <p:stCondLst>
                              <p:cond delay="0"/>
                            </p:stCondLst>
                            <p:childTnLst>
                              <p:par>
                                <p:cTn id="172" presetID="1" presetClass="entr" presetSubtype="0" fill="hold" grpId="0" nodeType="clickEffect">
                                  <p:stCondLst>
                                    <p:cond delay="0"/>
                                  </p:stCondLst>
                                  <p:childTnLst>
                                    <p:set>
                                      <p:cBhvr>
                                        <p:cTn id="173" dur="1" fill="hold">
                                          <p:stCondLst>
                                            <p:cond delay="499"/>
                                          </p:stCondLst>
                                        </p:cTn>
                                        <p:tgtEl>
                                          <p:spTgt spid="92242"/>
                                        </p:tgtEl>
                                        <p:attrNameLst>
                                          <p:attrName>style.visibility</p:attrName>
                                        </p:attrNameLst>
                                      </p:cBhvr>
                                      <p:to>
                                        <p:strVal val="visible"/>
                                      </p:to>
                                    </p:set>
                                  </p:childTnLst>
                                </p:cTn>
                              </p:par>
                            </p:childTnLst>
                          </p:cTn>
                        </p:par>
                        <p:par>
                          <p:cTn id="174" fill="hold" nodeType="afterGroup">
                            <p:stCondLst>
                              <p:cond delay="500"/>
                            </p:stCondLst>
                            <p:childTnLst>
                              <p:par>
                                <p:cTn id="175" presetID="1" presetClass="entr" presetSubtype="0" fill="hold" grpId="0" nodeType="afterEffect">
                                  <p:stCondLst>
                                    <p:cond delay="0"/>
                                  </p:stCondLst>
                                  <p:childTnLst>
                                    <p:set>
                                      <p:cBhvr>
                                        <p:cTn id="176" dur="1" fill="hold">
                                          <p:stCondLst>
                                            <p:cond delay="499"/>
                                          </p:stCondLst>
                                        </p:cTn>
                                        <p:tgtEl>
                                          <p:spTgt spid="92206"/>
                                        </p:tgtEl>
                                        <p:attrNameLst>
                                          <p:attrName>style.visibility</p:attrName>
                                        </p:attrNameLst>
                                      </p:cBhvr>
                                      <p:to>
                                        <p:strVal val="visible"/>
                                      </p:to>
                                    </p:set>
                                  </p:childTnLst>
                                </p:cTn>
                              </p:par>
                            </p:childTnLst>
                          </p:cTn>
                        </p:par>
                        <p:par>
                          <p:cTn id="177" fill="hold" nodeType="afterGroup">
                            <p:stCondLst>
                              <p:cond delay="1000"/>
                            </p:stCondLst>
                            <p:childTnLst>
                              <p:par>
                                <p:cTn id="178" presetID="1" presetClass="entr" presetSubtype="0" fill="hold" grpId="0" nodeType="afterEffect">
                                  <p:stCondLst>
                                    <p:cond delay="0"/>
                                  </p:stCondLst>
                                  <p:childTnLst>
                                    <p:set>
                                      <p:cBhvr>
                                        <p:cTn id="179" dur="1" fill="hold">
                                          <p:stCondLst>
                                            <p:cond delay="499"/>
                                          </p:stCondLst>
                                        </p:cTn>
                                        <p:tgtEl>
                                          <p:spTgt spid="92243"/>
                                        </p:tgtEl>
                                        <p:attrNameLst>
                                          <p:attrName>style.visibility</p:attrName>
                                        </p:attrNameLst>
                                      </p:cBhvr>
                                      <p:to>
                                        <p:strVal val="visible"/>
                                      </p:to>
                                    </p:set>
                                  </p:childTnLst>
                                </p:cTn>
                              </p:par>
                            </p:childTnLst>
                          </p:cTn>
                        </p:par>
                        <p:par>
                          <p:cTn id="180" fill="hold" nodeType="afterGroup">
                            <p:stCondLst>
                              <p:cond delay="1500"/>
                            </p:stCondLst>
                            <p:childTnLst>
                              <p:par>
                                <p:cTn id="181" presetID="1" presetClass="entr" presetSubtype="0" fill="hold" grpId="0" nodeType="afterEffect">
                                  <p:stCondLst>
                                    <p:cond delay="0"/>
                                  </p:stCondLst>
                                  <p:childTnLst>
                                    <p:set>
                                      <p:cBhvr>
                                        <p:cTn id="182" dur="1" fill="hold">
                                          <p:stCondLst>
                                            <p:cond delay="499"/>
                                          </p:stCondLst>
                                        </p:cTn>
                                        <p:tgtEl>
                                          <p:spTgt spid="92207"/>
                                        </p:tgtEl>
                                        <p:attrNameLst>
                                          <p:attrName>style.visibility</p:attrName>
                                        </p:attrNameLst>
                                      </p:cBhvr>
                                      <p:to>
                                        <p:strVal val="visible"/>
                                      </p:to>
                                    </p:set>
                                  </p:childTnLst>
                                </p:cTn>
                              </p:par>
                            </p:childTnLst>
                          </p:cTn>
                        </p:par>
                        <p:par>
                          <p:cTn id="183" fill="hold" nodeType="afterGroup">
                            <p:stCondLst>
                              <p:cond delay="2000"/>
                            </p:stCondLst>
                            <p:childTnLst>
                              <p:par>
                                <p:cTn id="184" presetID="1" presetClass="entr" presetSubtype="0" fill="hold" nodeType="afterEffect">
                                  <p:stCondLst>
                                    <p:cond delay="0"/>
                                  </p:stCondLst>
                                  <p:childTnLst>
                                    <p:set>
                                      <p:cBhvr>
                                        <p:cTn id="185" dur="1" fill="hold">
                                          <p:stCondLst>
                                            <p:cond delay="499"/>
                                          </p:stCondLst>
                                        </p:cTn>
                                        <p:tgtEl>
                                          <p:spTgt spid="17"/>
                                        </p:tgtEl>
                                        <p:attrNameLst>
                                          <p:attrName>style.visibility</p:attrName>
                                        </p:attrNameLst>
                                      </p:cBhvr>
                                      <p:to>
                                        <p:strVal val="visible"/>
                                      </p:to>
                                    </p:set>
                                  </p:childTnLst>
                                </p:cTn>
                              </p:par>
                            </p:childTnLst>
                          </p:cTn>
                        </p:par>
                      </p:childTnLst>
                    </p:cTn>
                  </p:par>
                  <p:par>
                    <p:cTn id="186" fill="hold" nodeType="clickPar">
                      <p:stCondLst>
                        <p:cond delay="indefinite"/>
                      </p:stCondLst>
                      <p:childTnLst>
                        <p:par>
                          <p:cTn id="187" fill="hold" nodeType="withGroup">
                            <p:stCondLst>
                              <p:cond delay="0"/>
                            </p:stCondLst>
                            <p:childTnLst>
                              <p:par>
                                <p:cTn id="188" presetID="1" presetClass="entr" presetSubtype="0" fill="hold" grpId="0" nodeType="clickEffect">
                                  <p:stCondLst>
                                    <p:cond delay="0"/>
                                  </p:stCondLst>
                                  <p:childTnLst>
                                    <p:set>
                                      <p:cBhvr>
                                        <p:cTn id="189" dur="1" fill="hold">
                                          <p:stCondLst>
                                            <p:cond delay="499"/>
                                          </p:stCondLst>
                                        </p:cTn>
                                        <p:tgtEl>
                                          <p:spTgt spid="92259"/>
                                        </p:tgtEl>
                                        <p:attrNameLst>
                                          <p:attrName>style.visibility</p:attrName>
                                        </p:attrNameLst>
                                      </p:cBhvr>
                                      <p:to>
                                        <p:strVal val="visible"/>
                                      </p:to>
                                    </p:set>
                                  </p:childTnLst>
                                </p:cTn>
                              </p:par>
                            </p:childTnLst>
                          </p:cTn>
                        </p:par>
                        <p:par>
                          <p:cTn id="190" fill="hold" nodeType="afterGroup">
                            <p:stCondLst>
                              <p:cond delay="500"/>
                            </p:stCondLst>
                            <p:childTnLst>
                              <p:par>
                                <p:cTn id="191" presetID="1" presetClass="entr" presetSubtype="0" fill="hold" grpId="0" nodeType="afterEffect">
                                  <p:stCondLst>
                                    <p:cond delay="0"/>
                                  </p:stCondLst>
                                  <p:childTnLst>
                                    <p:set>
                                      <p:cBhvr>
                                        <p:cTn id="192" dur="1" fill="hold">
                                          <p:stCondLst>
                                            <p:cond delay="499"/>
                                          </p:stCondLst>
                                        </p:cTn>
                                        <p:tgtEl>
                                          <p:spTgt spid="92261"/>
                                        </p:tgtEl>
                                        <p:attrNameLst>
                                          <p:attrName>style.visibility</p:attrName>
                                        </p:attrNameLst>
                                      </p:cBhvr>
                                      <p:to>
                                        <p:strVal val="visible"/>
                                      </p:to>
                                    </p:set>
                                  </p:childTnLst>
                                </p:cTn>
                              </p:par>
                            </p:childTnLst>
                          </p:cTn>
                        </p:par>
                        <p:par>
                          <p:cTn id="193" fill="hold" nodeType="afterGroup">
                            <p:stCondLst>
                              <p:cond delay="1000"/>
                            </p:stCondLst>
                            <p:childTnLst>
                              <p:par>
                                <p:cTn id="194" presetID="1" presetClass="entr" presetSubtype="0" fill="hold" grpId="0" nodeType="afterEffect">
                                  <p:stCondLst>
                                    <p:cond delay="0"/>
                                  </p:stCondLst>
                                  <p:childTnLst>
                                    <p:set>
                                      <p:cBhvr>
                                        <p:cTn id="195" dur="1" fill="hold">
                                          <p:stCondLst>
                                            <p:cond delay="499"/>
                                          </p:stCondLst>
                                        </p:cTn>
                                        <p:tgtEl>
                                          <p:spTgt spid="92260"/>
                                        </p:tgtEl>
                                        <p:attrNameLst>
                                          <p:attrName>style.visibility</p:attrName>
                                        </p:attrNameLst>
                                      </p:cBhvr>
                                      <p:to>
                                        <p:strVal val="visible"/>
                                      </p:to>
                                    </p:set>
                                  </p:childTnLst>
                                </p:cTn>
                              </p:par>
                            </p:childTnLst>
                          </p:cTn>
                        </p:par>
                        <p:par>
                          <p:cTn id="196" fill="hold" nodeType="afterGroup">
                            <p:stCondLst>
                              <p:cond delay="1500"/>
                            </p:stCondLst>
                            <p:childTnLst>
                              <p:par>
                                <p:cTn id="197" presetID="1" presetClass="entr" presetSubtype="0" fill="hold" grpId="0" nodeType="afterEffect">
                                  <p:stCondLst>
                                    <p:cond delay="0"/>
                                  </p:stCondLst>
                                  <p:childTnLst>
                                    <p:set>
                                      <p:cBhvr>
                                        <p:cTn id="198" dur="1" fill="hold">
                                          <p:stCondLst>
                                            <p:cond delay="499"/>
                                          </p:stCondLst>
                                        </p:cTn>
                                        <p:tgtEl>
                                          <p:spTgt spid="922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2" grpId="0" animBg="1"/>
      <p:bldP spid="92184" grpId="0" animBg="1"/>
      <p:bldP spid="92203" grpId="0" animBg="1"/>
      <p:bldP spid="92204" grpId="0" animBg="1"/>
      <p:bldP spid="92205" grpId="0" animBg="1"/>
      <p:bldP spid="92206" grpId="0" animBg="1"/>
      <p:bldP spid="92207" grpId="0" animBg="1"/>
      <p:bldP spid="92208" grpId="0" animBg="1"/>
      <p:bldP spid="92213" grpId="0" animBg="1"/>
      <p:bldP spid="92215" grpId="0" autoUpdateAnimBg="0"/>
      <p:bldP spid="92216" grpId="0" autoUpdateAnimBg="0"/>
      <p:bldP spid="92217" grpId="0" autoUpdateAnimBg="0"/>
      <p:bldP spid="92218" grpId="0" animBg="1"/>
      <p:bldP spid="92219" grpId="0" animBg="1"/>
      <p:bldP spid="92220" grpId="0" animBg="1"/>
      <p:bldP spid="92221" grpId="0" animBg="1"/>
      <p:bldP spid="92222" grpId="0" animBg="1"/>
      <p:bldP spid="92223" grpId="0" animBg="1"/>
      <p:bldP spid="92224" grpId="0" animBg="1"/>
      <p:bldP spid="92225" grpId="0" animBg="1"/>
      <p:bldP spid="92226" grpId="0" animBg="1"/>
      <p:bldP spid="92227" grpId="0" autoUpdateAnimBg="0"/>
      <p:bldP spid="92228" grpId="0" autoUpdateAnimBg="0"/>
      <p:bldP spid="92229" grpId="0" animBg="1"/>
      <p:bldP spid="92230" grpId="0" animBg="1"/>
      <p:bldP spid="92231" grpId="0" autoUpdateAnimBg="0"/>
      <p:bldP spid="92232" grpId="0" animBg="1"/>
      <p:bldP spid="92233" grpId="0" animBg="1"/>
      <p:bldP spid="92234" grpId="0" autoUpdateAnimBg="0"/>
      <p:bldP spid="92235" grpId="0" animBg="1"/>
      <p:bldP spid="92236" grpId="0" animBg="1"/>
      <p:bldP spid="92237" grpId="0" autoUpdateAnimBg="0"/>
      <p:bldP spid="92238" grpId="0" animBg="1"/>
      <p:bldP spid="92239" grpId="0" animBg="1"/>
      <p:bldP spid="92240" grpId="0" autoUpdateAnimBg="0"/>
      <p:bldP spid="92241" grpId="0" animBg="1"/>
      <p:bldP spid="92242" grpId="0" animBg="1"/>
      <p:bldP spid="92243" grpId="0" autoUpdateAnimBg="0"/>
      <p:bldP spid="92251" grpId="0" animBg="1"/>
      <p:bldP spid="92252" grpId="0" animBg="1"/>
      <p:bldP spid="92259" grpId="0" animBg="1"/>
      <p:bldP spid="92260" grpId="0" autoUpdateAnimBg="0"/>
      <p:bldP spid="92261"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Google Shape;305;p14">
            <a:extLst>
              <a:ext uri="{FF2B5EF4-FFF2-40B4-BE49-F238E27FC236}">
                <a16:creationId xmlns:a16="http://schemas.microsoft.com/office/drawing/2014/main" id="{9389E64C-6D40-423B-A3C3-1D641F828C55}"/>
              </a:ext>
            </a:extLst>
          </p:cNvPr>
          <p:cNvSpPr txBox="1">
            <a:spLocks/>
          </p:cNvSpPr>
          <p:nvPr/>
        </p:nvSpPr>
        <p:spPr bwMode="auto">
          <a:xfrm>
            <a:off x="5794409" y="522244"/>
            <a:ext cx="6179418" cy="6224810"/>
          </a:xfrm>
          <a:prstGeom prst="rect">
            <a:avLst/>
          </a:prstGeom>
          <a:solidFill>
            <a:srgbClr val="FCEEE4"/>
          </a:solidFill>
          <a:ln w="9525" cap="flat" cmpd="sng">
            <a:solidFill>
              <a:srgbClr val="FF0000"/>
            </a:solidFill>
            <a:prstDash val="solid"/>
            <a:round/>
            <a:headEnd type="none" w="sm" len="sm"/>
            <a:tailEnd type="none" w="sm" len="sm"/>
          </a:ln>
        </p:spPr>
        <p:txBody>
          <a:bodyPr spcFirstLastPara="1" vert="horz" wrap="square" lIns="91425" tIns="45700" rIns="91425" bIns="45700" numCol="1" anchor="t" anchorCtr="0" compatLnSpc="1">
            <a:prstTxWarp prst="textNoShape">
              <a:avLst/>
            </a:prstTxWarp>
            <a:noAutofit/>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2400">
                <a:solidFill>
                  <a:schemeClr val="tx1"/>
                </a:solidFill>
                <a:latin typeface="+mn-lt"/>
                <a:ea typeface="+mn-ea"/>
                <a:cs typeface="Tahoma" pitchFamily="34" charset="0"/>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000">
                <a:solidFill>
                  <a:schemeClr val="tx1"/>
                </a:solidFill>
                <a:latin typeface="+mn-lt"/>
                <a:cs typeface="Tahoma" pitchFamily="34" charset="0"/>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000">
                <a:solidFill>
                  <a:schemeClr val="tx1"/>
                </a:solidFill>
                <a:latin typeface="+mn-lt"/>
                <a:cs typeface="Tahoma" pitchFamily="34" charset="0"/>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cs typeface="Tahoma" pitchFamily="34" charset="0"/>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cs typeface="Tahoma" pitchFamily="34" charset="0"/>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spcBef>
                <a:spcPts val="0"/>
              </a:spcBef>
              <a:spcAft>
                <a:spcPts val="0"/>
              </a:spcAft>
              <a:buClr>
                <a:schemeClr val="dk1"/>
              </a:buClr>
              <a:buSzPts val="2000"/>
              <a:buNone/>
            </a:pPr>
            <a:r>
              <a:rPr lang="vi-VN" sz="2000" kern="0">
                <a:latin typeface="Arial"/>
                <a:ea typeface="Arial"/>
                <a:cs typeface="Arial"/>
                <a:sym typeface="Arial"/>
              </a:rPr>
              <a:t>S = {}</a:t>
            </a:r>
            <a:endParaRPr lang="vi-VN" kern="0"/>
          </a:p>
          <a:p>
            <a:pPr marL="0" indent="0">
              <a:spcBef>
                <a:spcPts val="0"/>
              </a:spcBef>
              <a:spcAft>
                <a:spcPts val="0"/>
              </a:spcAft>
              <a:buClr>
                <a:schemeClr val="dk1"/>
              </a:buClr>
              <a:buSzPts val="2000"/>
              <a:buNone/>
            </a:pPr>
            <a:r>
              <a:rPr lang="vi-VN" sz="2000" kern="0">
                <a:latin typeface="Arial"/>
                <a:ea typeface="Arial"/>
                <a:cs typeface="Arial"/>
                <a:sym typeface="Arial"/>
              </a:rPr>
              <a:t>- </a:t>
            </a:r>
            <a:r>
              <a:rPr lang="vi-VN" sz="2000" b="1" kern="0">
                <a:latin typeface="Arial"/>
                <a:ea typeface="Arial"/>
                <a:cs typeface="Arial"/>
                <a:sym typeface="Arial"/>
              </a:rPr>
              <a:t>push</a:t>
            </a:r>
            <a:r>
              <a:rPr lang="vi-VN" sz="2000" kern="0">
                <a:latin typeface="Arial"/>
                <a:ea typeface="Arial"/>
                <a:cs typeface="Arial"/>
                <a:sym typeface="Arial"/>
              </a:rPr>
              <a:t>(S, ‘</a:t>
            </a:r>
            <a:r>
              <a:rPr lang="vi-VN" sz="2000" b="1" kern="0">
                <a:solidFill>
                  <a:srgbClr val="FF0000"/>
                </a:solidFill>
                <a:latin typeface="Arial"/>
                <a:ea typeface="Arial"/>
                <a:cs typeface="Arial"/>
                <a:sym typeface="Arial"/>
              </a:rPr>
              <a:t>(</a:t>
            </a:r>
            <a:r>
              <a:rPr lang="vi-VN" sz="2000" kern="0">
                <a:latin typeface="Arial"/>
                <a:ea typeface="Arial"/>
                <a:cs typeface="Arial"/>
                <a:sym typeface="Arial"/>
              </a:rPr>
              <a:t>‘);</a:t>
            </a:r>
            <a:endParaRPr lang="vi-VN" kern="0"/>
          </a:p>
          <a:p>
            <a:pPr marL="0" indent="0">
              <a:spcBef>
                <a:spcPts val="0"/>
              </a:spcBef>
              <a:spcAft>
                <a:spcPts val="0"/>
              </a:spcAft>
              <a:buClr>
                <a:schemeClr val="dk1"/>
              </a:buClr>
              <a:buSzPts val="2000"/>
              <a:buNone/>
            </a:pPr>
            <a:r>
              <a:rPr lang="vi-VN" sz="2000" kern="0">
                <a:latin typeface="Arial"/>
                <a:ea typeface="Arial"/>
                <a:cs typeface="Arial"/>
                <a:sym typeface="Arial"/>
              </a:rPr>
              <a:t>- Thêm ‘</a:t>
            </a:r>
            <a:r>
              <a:rPr lang="vi-VN" sz="2000" b="1" kern="0">
                <a:latin typeface="Arial"/>
                <a:ea typeface="Arial"/>
                <a:cs typeface="Arial"/>
                <a:sym typeface="Arial"/>
              </a:rPr>
              <a:t>)</a:t>
            </a:r>
            <a:r>
              <a:rPr lang="vi-VN" sz="2000" kern="0">
                <a:latin typeface="Arial"/>
                <a:ea typeface="Arial"/>
                <a:cs typeface="Arial"/>
                <a:sym typeface="Arial"/>
              </a:rPr>
              <a:t>’ vào P</a:t>
            </a:r>
            <a:endParaRPr lang="vi-VN" kern="0"/>
          </a:p>
          <a:p>
            <a:pPr marL="0" indent="0">
              <a:spcBef>
                <a:spcPts val="0"/>
              </a:spcBef>
              <a:spcAft>
                <a:spcPts val="0"/>
              </a:spcAft>
              <a:buClr>
                <a:schemeClr val="dk1"/>
              </a:buClr>
              <a:buSzPts val="2000"/>
              <a:buNone/>
            </a:pPr>
            <a:r>
              <a:rPr lang="vi-VN" sz="2000" b="1" kern="0">
                <a:latin typeface="Arial"/>
                <a:ea typeface="Arial"/>
                <a:cs typeface="Arial"/>
                <a:sym typeface="Arial"/>
              </a:rPr>
              <a:t>while</a:t>
            </a:r>
            <a:r>
              <a:rPr lang="vi-VN" sz="2000" kern="0">
                <a:latin typeface="Arial"/>
                <a:ea typeface="Arial"/>
                <a:cs typeface="Arial"/>
                <a:sym typeface="Arial"/>
              </a:rPr>
              <a:t> (chưa đi hết biểu thức P)</a:t>
            </a:r>
            <a:r>
              <a:rPr lang="en-US" sz="2000" kern="0">
                <a:latin typeface="Arial"/>
                <a:ea typeface="Arial"/>
                <a:cs typeface="Arial"/>
                <a:sym typeface="Arial"/>
              </a:rPr>
              <a:t> </a:t>
            </a:r>
            <a:r>
              <a:rPr lang="vi-VN" sz="2000" kern="0">
                <a:latin typeface="Arial"/>
                <a:ea typeface="Arial"/>
                <a:cs typeface="Arial"/>
                <a:sym typeface="Arial"/>
              </a:rPr>
              <a:t>{</a:t>
            </a:r>
            <a:endParaRPr lang="vi-VN" kern="0"/>
          </a:p>
          <a:p>
            <a:pPr marL="0" indent="0">
              <a:spcBef>
                <a:spcPts val="0"/>
              </a:spcBef>
              <a:spcAft>
                <a:spcPts val="0"/>
              </a:spcAft>
              <a:buClr>
                <a:schemeClr val="dk1"/>
              </a:buClr>
              <a:buSzPts val="2000"/>
              <a:buNone/>
            </a:pPr>
            <a:r>
              <a:rPr lang="vi-VN" sz="2000" kern="0">
                <a:latin typeface="Arial"/>
                <a:ea typeface="Arial"/>
                <a:cs typeface="Arial"/>
                <a:sym typeface="Arial"/>
              </a:rPr>
              <a:t>      1. đọc 1 kí tự </a:t>
            </a:r>
            <a:r>
              <a:rPr lang="vi-VN" sz="2000" b="1" kern="0">
                <a:latin typeface="Arial"/>
                <a:ea typeface="Arial"/>
                <a:cs typeface="Arial"/>
                <a:sym typeface="Arial"/>
              </a:rPr>
              <a:t>x</a:t>
            </a:r>
            <a:r>
              <a:rPr lang="vi-VN" sz="2000" kern="0">
                <a:latin typeface="Arial"/>
                <a:ea typeface="Arial"/>
                <a:cs typeface="Arial"/>
                <a:sym typeface="Arial"/>
              </a:rPr>
              <a:t> trong P (trái sang phải)</a:t>
            </a:r>
          </a:p>
          <a:p>
            <a:pPr marL="0" indent="0">
              <a:spcBef>
                <a:spcPts val="0"/>
              </a:spcBef>
              <a:spcAft>
                <a:spcPts val="0"/>
              </a:spcAft>
              <a:buClr>
                <a:schemeClr val="dk1"/>
              </a:buClr>
              <a:buSzPts val="2000"/>
              <a:buNone/>
            </a:pPr>
            <a:r>
              <a:rPr lang="vi-VN" sz="2000" kern="0">
                <a:latin typeface="Arial"/>
                <a:ea typeface="Arial"/>
                <a:cs typeface="Arial"/>
                <a:sym typeface="Arial"/>
              </a:rPr>
              <a:t>      2. </a:t>
            </a:r>
            <a:r>
              <a:rPr lang="vi-VN" sz="2000" b="1" kern="0">
                <a:latin typeface="Arial"/>
                <a:ea typeface="Arial"/>
                <a:cs typeface="Arial"/>
                <a:sym typeface="Arial"/>
              </a:rPr>
              <a:t>if</a:t>
            </a:r>
            <a:r>
              <a:rPr lang="vi-VN" sz="2000" kern="0">
                <a:latin typeface="Arial"/>
                <a:ea typeface="Arial"/>
                <a:cs typeface="Arial"/>
                <a:sym typeface="Arial"/>
              </a:rPr>
              <a:t> (</a:t>
            </a:r>
            <a:r>
              <a:rPr lang="vi-VN" sz="2000" b="1" kern="0">
                <a:latin typeface="Arial"/>
                <a:ea typeface="Arial"/>
                <a:cs typeface="Arial"/>
                <a:sym typeface="Arial"/>
              </a:rPr>
              <a:t>x</a:t>
            </a:r>
            <a:r>
              <a:rPr lang="vi-VN" sz="2000" kern="0">
                <a:latin typeface="Arial"/>
                <a:ea typeface="Arial"/>
                <a:cs typeface="Arial"/>
                <a:sym typeface="Arial"/>
              </a:rPr>
              <a:t> là toán hạng)</a:t>
            </a:r>
            <a:endParaRPr lang="vi-VN" kern="0"/>
          </a:p>
          <a:p>
            <a:pPr marL="0" indent="0">
              <a:spcBef>
                <a:spcPts val="0"/>
              </a:spcBef>
              <a:spcAft>
                <a:spcPts val="0"/>
              </a:spcAft>
              <a:buClr>
                <a:schemeClr val="dk1"/>
              </a:buClr>
              <a:buSzPts val="2000"/>
              <a:buNone/>
            </a:pPr>
            <a:r>
              <a:rPr lang="vi-VN" sz="2000" kern="0">
                <a:latin typeface="Arial"/>
                <a:ea typeface="Arial"/>
                <a:cs typeface="Arial"/>
                <a:sym typeface="Arial"/>
              </a:rPr>
              <a:t>	Thêm </a:t>
            </a:r>
            <a:r>
              <a:rPr lang="vi-VN" sz="2000" b="1" kern="0">
                <a:latin typeface="Arial"/>
                <a:ea typeface="Arial"/>
                <a:cs typeface="Arial"/>
                <a:sym typeface="Arial"/>
              </a:rPr>
              <a:t>x</a:t>
            </a:r>
            <a:r>
              <a:rPr lang="vi-VN" sz="2000" kern="0">
                <a:latin typeface="Arial"/>
                <a:ea typeface="Arial"/>
                <a:cs typeface="Arial"/>
                <a:sym typeface="Arial"/>
              </a:rPr>
              <a:t> vào Q</a:t>
            </a:r>
            <a:endParaRPr lang="vi-VN" kern="0"/>
          </a:p>
          <a:p>
            <a:pPr marL="0" indent="0">
              <a:spcBef>
                <a:spcPts val="0"/>
              </a:spcBef>
              <a:spcAft>
                <a:spcPts val="0"/>
              </a:spcAft>
              <a:buClr>
                <a:schemeClr val="dk1"/>
              </a:buClr>
              <a:buSzPts val="2000"/>
              <a:buNone/>
            </a:pPr>
            <a:r>
              <a:rPr lang="vi-VN" sz="2000" kern="0">
                <a:latin typeface="Arial"/>
                <a:ea typeface="Arial"/>
                <a:cs typeface="Arial"/>
                <a:sym typeface="Arial"/>
              </a:rPr>
              <a:t>      3. </a:t>
            </a:r>
            <a:r>
              <a:rPr lang="vi-VN" sz="2000" b="1" kern="0">
                <a:latin typeface="Arial"/>
                <a:ea typeface="Arial"/>
                <a:cs typeface="Arial"/>
                <a:sym typeface="Arial"/>
              </a:rPr>
              <a:t>if</a:t>
            </a:r>
            <a:r>
              <a:rPr lang="vi-VN" sz="2000" kern="0">
                <a:latin typeface="Arial"/>
                <a:ea typeface="Arial"/>
                <a:cs typeface="Arial"/>
                <a:sym typeface="Arial"/>
              </a:rPr>
              <a:t> (</a:t>
            </a:r>
            <a:r>
              <a:rPr lang="vi-VN" sz="2000" b="1" kern="0">
                <a:latin typeface="Arial"/>
                <a:ea typeface="Arial"/>
                <a:cs typeface="Arial"/>
                <a:sym typeface="Arial"/>
              </a:rPr>
              <a:t>x</a:t>
            </a:r>
            <a:r>
              <a:rPr lang="vi-VN" sz="2000" kern="0">
                <a:latin typeface="Arial"/>
                <a:ea typeface="Arial"/>
                <a:cs typeface="Arial"/>
                <a:sym typeface="Arial"/>
              </a:rPr>
              <a:t> là dấu ngoặc mở)</a:t>
            </a:r>
            <a:endParaRPr lang="vi-VN" kern="0"/>
          </a:p>
          <a:p>
            <a:pPr marL="0" indent="0">
              <a:spcBef>
                <a:spcPts val="0"/>
              </a:spcBef>
              <a:spcAft>
                <a:spcPts val="0"/>
              </a:spcAft>
              <a:buClr>
                <a:schemeClr val="dk1"/>
              </a:buClr>
              <a:buSzPts val="2000"/>
              <a:buNone/>
            </a:pPr>
            <a:r>
              <a:rPr lang="vi-VN" sz="2000" kern="0">
                <a:latin typeface="Arial"/>
                <a:ea typeface="Arial"/>
                <a:cs typeface="Arial"/>
                <a:sym typeface="Arial"/>
              </a:rPr>
              <a:t>	</a:t>
            </a:r>
            <a:r>
              <a:rPr lang="vi-VN" sz="2000" b="1" kern="0">
                <a:latin typeface="Arial"/>
                <a:ea typeface="Arial"/>
                <a:cs typeface="Arial"/>
                <a:sym typeface="Arial"/>
              </a:rPr>
              <a:t>push</a:t>
            </a:r>
            <a:r>
              <a:rPr lang="vi-VN" sz="2000" kern="0">
                <a:latin typeface="Arial"/>
                <a:ea typeface="Arial"/>
                <a:cs typeface="Arial"/>
                <a:sym typeface="Arial"/>
              </a:rPr>
              <a:t>(S, </a:t>
            </a:r>
            <a:r>
              <a:rPr lang="vi-VN" sz="2000" b="1" kern="0">
                <a:latin typeface="Arial"/>
                <a:ea typeface="Arial"/>
                <a:cs typeface="Arial"/>
                <a:sym typeface="Arial"/>
              </a:rPr>
              <a:t>x</a:t>
            </a:r>
            <a:r>
              <a:rPr lang="vi-VN" sz="2000" kern="0">
                <a:latin typeface="Arial"/>
                <a:ea typeface="Arial"/>
                <a:cs typeface="Arial"/>
                <a:sym typeface="Arial"/>
              </a:rPr>
              <a:t>)</a:t>
            </a:r>
          </a:p>
          <a:p>
            <a:pPr marL="0" indent="0">
              <a:spcBef>
                <a:spcPts val="0"/>
              </a:spcBef>
              <a:spcAft>
                <a:spcPts val="0"/>
              </a:spcAft>
              <a:buClr>
                <a:schemeClr val="dk1"/>
              </a:buClr>
              <a:buSzPts val="2000"/>
              <a:buNone/>
            </a:pPr>
            <a:r>
              <a:rPr lang="vi-VN" sz="2000" kern="0">
                <a:latin typeface="Arial"/>
                <a:ea typeface="Arial"/>
                <a:cs typeface="Arial"/>
                <a:sym typeface="Arial"/>
              </a:rPr>
              <a:t>      4. </a:t>
            </a:r>
            <a:r>
              <a:rPr lang="vi-VN" sz="2000" b="1" kern="0">
                <a:latin typeface="Arial"/>
                <a:ea typeface="Arial"/>
                <a:cs typeface="Arial"/>
                <a:sym typeface="Arial"/>
              </a:rPr>
              <a:t>if</a:t>
            </a:r>
            <a:r>
              <a:rPr lang="vi-VN" sz="2000" kern="0">
                <a:latin typeface="Arial"/>
                <a:ea typeface="Arial"/>
                <a:cs typeface="Arial"/>
                <a:sym typeface="Arial"/>
              </a:rPr>
              <a:t> (x là toán tử)</a:t>
            </a:r>
            <a:endParaRPr lang="vi-VN" kern="0"/>
          </a:p>
          <a:p>
            <a:pPr marL="0" indent="0">
              <a:spcBef>
                <a:spcPts val="0"/>
              </a:spcBef>
              <a:spcAft>
                <a:spcPts val="0"/>
              </a:spcAft>
              <a:buClr>
                <a:schemeClr val="dk1"/>
              </a:buClr>
              <a:buSzPts val="2000"/>
              <a:buNone/>
            </a:pPr>
            <a:r>
              <a:rPr lang="vi-VN" sz="2000" kern="0">
                <a:latin typeface="Arial"/>
                <a:ea typeface="Arial"/>
                <a:cs typeface="Arial"/>
                <a:sym typeface="Arial"/>
              </a:rPr>
              <a:t>          4.1. </a:t>
            </a:r>
            <a:r>
              <a:rPr lang="vi-VN" sz="2000" b="1" kern="0">
                <a:latin typeface="Arial"/>
                <a:ea typeface="Arial"/>
                <a:cs typeface="Arial"/>
                <a:sym typeface="Arial"/>
              </a:rPr>
              <a:t>while</a:t>
            </a:r>
            <a:r>
              <a:rPr lang="vi-VN" sz="2000" kern="0">
                <a:latin typeface="Arial"/>
                <a:ea typeface="Arial"/>
                <a:cs typeface="Arial"/>
                <a:sym typeface="Arial"/>
              </a:rPr>
              <a:t>(</a:t>
            </a:r>
            <a:r>
              <a:rPr lang="vi-VN" sz="1800" kern="0">
                <a:solidFill>
                  <a:srgbClr val="FF0000"/>
                </a:solidFill>
                <a:latin typeface="Arial"/>
                <a:ea typeface="Arial"/>
                <a:cs typeface="Arial"/>
                <a:sym typeface="Arial"/>
              </a:rPr>
              <a:t>độ ưu tiên (top) &gt;= độ ưu tiên(x)</a:t>
            </a:r>
            <a:r>
              <a:rPr lang="vi-VN" sz="2000" kern="0">
                <a:latin typeface="Arial"/>
                <a:ea typeface="Arial"/>
                <a:cs typeface="Arial"/>
                <a:sym typeface="Arial"/>
              </a:rPr>
              <a:t>)</a:t>
            </a:r>
            <a:endParaRPr lang="vi-VN" kern="0"/>
          </a:p>
          <a:p>
            <a:pPr marL="0" indent="0">
              <a:spcBef>
                <a:spcPts val="0"/>
              </a:spcBef>
              <a:spcAft>
                <a:spcPts val="0"/>
              </a:spcAft>
              <a:buClr>
                <a:schemeClr val="dk1"/>
              </a:buClr>
              <a:buSzPts val="2000"/>
              <a:buNone/>
            </a:pPr>
            <a:r>
              <a:rPr lang="vi-VN" sz="2000" kern="0">
                <a:latin typeface="Arial"/>
                <a:ea typeface="Arial"/>
                <a:cs typeface="Arial"/>
                <a:sym typeface="Arial"/>
              </a:rPr>
              <a:t>		4.1.1. w = </a:t>
            </a:r>
            <a:r>
              <a:rPr lang="vi-VN" sz="2000" b="1" kern="0">
                <a:latin typeface="Arial"/>
                <a:ea typeface="Arial"/>
                <a:cs typeface="Arial"/>
                <a:sym typeface="Arial"/>
              </a:rPr>
              <a:t>pop</a:t>
            </a:r>
            <a:r>
              <a:rPr lang="vi-VN" sz="2000" kern="0">
                <a:latin typeface="Arial"/>
                <a:ea typeface="Arial"/>
                <a:cs typeface="Arial"/>
                <a:sym typeface="Arial"/>
              </a:rPr>
              <a:t>(S)</a:t>
            </a:r>
            <a:endParaRPr lang="vi-VN" kern="0"/>
          </a:p>
          <a:p>
            <a:pPr marL="0" indent="0">
              <a:spcBef>
                <a:spcPts val="0"/>
              </a:spcBef>
              <a:spcAft>
                <a:spcPts val="0"/>
              </a:spcAft>
              <a:buClr>
                <a:schemeClr val="dk1"/>
              </a:buClr>
              <a:buSzPts val="2000"/>
              <a:buNone/>
            </a:pPr>
            <a:r>
              <a:rPr lang="vi-VN" sz="2000" kern="0">
                <a:latin typeface="Arial"/>
                <a:ea typeface="Arial"/>
                <a:cs typeface="Arial"/>
                <a:sym typeface="Arial"/>
              </a:rPr>
              <a:t>		4.1.2. Thêm w vào Q</a:t>
            </a:r>
            <a:endParaRPr lang="vi-VN" kern="0"/>
          </a:p>
          <a:p>
            <a:pPr marL="0" indent="0">
              <a:spcBef>
                <a:spcPts val="0"/>
              </a:spcBef>
              <a:spcAft>
                <a:spcPts val="0"/>
              </a:spcAft>
              <a:buClr>
                <a:schemeClr val="dk1"/>
              </a:buClr>
              <a:buSzPts val="2000"/>
              <a:buNone/>
            </a:pPr>
            <a:r>
              <a:rPr lang="vi-VN" sz="2000" kern="0">
                <a:latin typeface="Arial"/>
                <a:ea typeface="Arial"/>
                <a:cs typeface="Arial"/>
                <a:sym typeface="Arial"/>
              </a:rPr>
              <a:t>          4.2 push(x)</a:t>
            </a:r>
            <a:endParaRPr lang="vi-VN" kern="0"/>
          </a:p>
          <a:p>
            <a:pPr marL="0" indent="0">
              <a:spcBef>
                <a:spcPts val="0"/>
              </a:spcBef>
              <a:spcAft>
                <a:spcPts val="0"/>
              </a:spcAft>
              <a:buClr>
                <a:schemeClr val="dk1"/>
              </a:buClr>
              <a:buSzPts val="2000"/>
              <a:buNone/>
            </a:pPr>
            <a:r>
              <a:rPr lang="vi-VN" sz="2000" kern="0">
                <a:latin typeface="Arial"/>
                <a:ea typeface="Arial"/>
                <a:cs typeface="Arial"/>
                <a:sym typeface="Arial"/>
              </a:rPr>
              <a:t>      5. </a:t>
            </a:r>
            <a:r>
              <a:rPr lang="vi-VN" sz="2000" b="1" kern="0">
                <a:latin typeface="Arial"/>
                <a:ea typeface="Arial"/>
                <a:cs typeface="Arial"/>
                <a:sym typeface="Arial"/>
              </a:rPr>
              <a:t>if</a:t>
            </a:r>
            <a:r>
              <a:rPr lang="vi-VN" sz="2000" kern="0">
                <a:latin typeface="Arial"/>
                <a:ea typeface="Arial"/>
                <a:cs typeface="Arial"/>
                <a:sym typeface="Arial"/>
              </a:rPr>
              <a:t> (</a:t>
            </a:r>
            <a:r>
              <a:rPr lang="vi-VN" sz="2000" b="1" kern="0">
                <a:latin typeface="Arial"/>
                <a:ea typeface="Arial"/>
                <a:cs typeface="Arial"/>
                <a:sym typeface="Arial"/>
              </a:rPr>
              <a:t>x </a:t>
            </a:r>
            <a:r>
              <a:rPr lang="vi-VN" sz="2000" kern="0">
                <a:latin typeface="Arial"/>
                <a:ea typeface="Arial"/>
                <a:cs typeface="Arial"/>
                <a:sym typeface="Arial"/>
              </a:rPr>
              <a:t>là dấu ngoặc đóng)</a:t>
            </a:r>
            <a:endParaRPr lang="vi-VN" kern="0"/>
          </a:p>
          <a:p>
            <a:pPr marL="0" indent="0">
              <a:spcBef>
                <a:spcPts val="0"/>
              </a:spcBef>
              <a:spcAft>
                <a:spcPts val="0"/>
              </a:spcAft>
              <a:buClr>
                <a:schemeClr val="dk1"/>
              </a:buClr>
              <a:buSzPts val="2000"/>
              <a:buNone/>
            </a:pPr>
            <a:r>
              <a:rPr lang="vi-VN" sz="2000" kern="0">
                <a:latin typeface="Arial"/>
                <a:ea typeface="Arial"/>
                <a:cs typeface="Arial"/>
                <a:sym typeface="Arial"/>
              </a:rPr>
              <a:t>          5.1. </a:t>
            </a:r>
            <a:r>
              <a:rPr lang="vi-VN" sz="2000" b="1" kern="0">
                <a:latin typeface="Arial"/>
                <a:ea typeface="Arial"/>
                <a:cs typeface="Arial"/>
                <a:sym typeface="Arial"/>
              </a:rPr>
              <a:t>while</a:t>
            </a:r>
            <a:r>
              <a:rPr lang="vi-VN" sz="2000" kern="0">
                <a:latin typeface="Arial"/>
                <a:ea typeface="Arial"/>
                <a:cs typeface="Arial"/>
                <a:sym typeface="Arial"/>
              </a:rPr>
              <a:t>( chưa gặp ngoặc mở)</a:t>
            </a:r>
            <a:endParaRPr lang="vi-VN" kern="0"/>
          </a:p>
          <a:p>
            <a:pPr marL="0" lvl="1" indent="0">
              <a:spcBef>
                <a:spcPts val="0"/>
              </a:spcBef>
              <a:spcAft>
                <a:spcPts val="0"/>
              </a:spcAft>
              <a:buClr>
                <a:schemeClr val="dk1"/>
              </a:buClr>
              <a:buSzPts val="2000"/>
              <a:buNone/>
            </a:pPr>
            <a:r>
              <a:rPr lang="vi-VN" kern="0">
                <a:latin typeface="Arial"/>
                <a:ea typeface="Arial"/>
                <a:cs typeface="Arial"/>
                <a:sym typeface="Arial"/>
              </a:rPr>
              <a:t>	5.1.1. w = </a:t>
            </a:r>
            <a:r>
              <a:rPr lang="vi-VN" b="1" kern="0">
                <a:latin typeface="Arial"/>
                <a:ea typeface="Arial"/>
                <a:cs typeface="Arial"/>
                <a:sym typeface="Arial"/>
              </a:rPr>
              <a:t>pop</a:t>
            </a:r>
            <a:r>
              <a:rPr lang="vi-VN" kern="0">
                <a:latin typeface="Arial"/>
                <a:ea typeface="Arial"/>
                <a:cs typeface="Arial"/>
                <a:sym typeface="Arial"/>
              </a:rPr>
              <a:t>(S)</a:t>
            </a:r>
            <a:endParaRPr lang="vi-VN" kern="0"/>
          </a:p>
          <a:p>
            <a:pPr marL="0" lvl="1" indent="0">
              <a:spcBef>
                <a:spcPts val="0"/>
              </a:spcBef>
              <a:spcAft>
                <a:spcPts val="0"/>
              </a:spcAft>
              <a:buClr>
                <a:schemeClr val="dk1"/>
              </a:buClr>
              <a:buSzPts val="2000"/>
              <a:buNone/>
            </a:pPr>
            <a:r>
              <a:rPr lang="vi-VN" kern="0">
                <a:latin typeface="Arial"/>
                <a:ea typeface="Arial"/>
                <a:cs typeface="Arial"/>
                <a:sym typeface="Arial"/>
              </a:rPr>
              <a:t>	5.1.2. Thêm w vào Q</a:t>
            </a:r>
            <a:endParaRPr lang="vi-VN" kern="0"/>
          </a:p>
          <a:p>
            <a:pPr marL="0" indent="0">
              <a:spcBef>
                <a:spcPts val="0"/>
              </a:spcBef>
              <a:spcAft>
                <a:spcPts val="0"/>
              </a:spcAft>
              <a:buClr>
                <a:schemeClr val="dk1"/>
              </a:buClr>
              <a:buSzPts val="2000"/>
              <a:buNone/>
            </a:pPr>
            <a:r>
              <a:rPr lang="vi-VN" sz="2000" kern="0">
                <a:latin typeface="Arial"/>
                <a:ea typeface="Arial"/>
                <a:cs typeface="Arial"/>
                <a:sym typeface="Arial"/>
              </a:rPr>
              <a:t>          5.2. </a:t>
            </a:r>
            <a:r>
              <a:rPr lang="vi-VN" sz="2000" b="1" kern="0">
                <a:latin typeface="Arial"/>
                <a:ea typeface="Arial"/>
                <a:cs typeface="Arial"/>
                <a:sym typeface="Arial"/>
              </a:rPr>
              <a:t>pop</a:t>
            </a:r>
            <a:r>
              <a:rPr lang="vi-VN" sz="2000" kern="0">
                <a:latin typeface="Arial"/>
                <a:ea typeface="Arial"/>
                <a:cs typeface="Arial"/>
                <a:sym typeface="Arial"/>
              </a:rPr>
              <a:t>()    </a:t>
            </a:r>
            <a:r>
              <a:rPr lang="vi-VN" sz="2000" kern="0">
                <a:solidFill>
                  <a:srgbClr val="7F7F7F"/>
                </a:solidFill>
                <a:latin typeface="Calibri"/>
                <a:ea typeface="Calibri"/>
                <a:cs typeface="Calibri"/>
                <a:sym typeface="Calibri"/>
              </a:rPr>
              <a:t>// loại ‘(‘ ra khỏi stack</a:t>
            </a:r>
            <a:endParaRPr lang="vi-VN" kern="0"/>
          </a:p>
          <a:p>
            <a:pPr marL="0" indent="0">
              <a:spcBef>
                <a:spcPts val="0"/>
              </a:spcBef>
              <a:spcAft>
                <a:spcPts val="0"/>
              </a:spcAft>
              <a:buClr>
                <a:schemeClr val="dk1"/>
              </a:buClr>
              <a:buSzPts val="2000"/>
              <a:buNone/>
            </a:pPr>
            <a:r>
              <a:rPr lang="vi-VN" sz="2000" kern="0">
                <a:latin typeface="Arial"/>
                <a:ea typeface="Arial"/>
                <a:cs typeface="Arial"/>
                <a:sym typeface="Arial"/>
              </a:rPr>
              <a:t>}</a:t>
            </a:r>
          </a:p>
        </p:txBody>
      </p:sp>
      <p:sp>
        <p:nvSpPr>
          <p:cNvPr id="5" name="Google Shape;304;p14">
            <a:extLst>
              <a:ext uri="{FF2B5EF4-FFF2-40B4-BE49-F238E27FC236}">
                <a16:creationId xmlns:a16="http://schemas.microsoft.com/office/drawing/2014/main" id="{DCC55C50-C26F-4E8D-85B4-7B352D5FC396}"/>
              </a:ext>
            </a:extLst>
          </p:cNvPr>
          <p:cNvSpPr txBox="1">
            <a:spLocks noGrp="1"/>
          </p:cNvSpPr>
          <p:nvPr>
            <p:ph type="title" idx="4294967295"/>
          </p:nvPr>
        </p:nvSpPr>
        <p:spPr>
          <a:xfrm>
            <a:off x="254834" y="726592"/>
            <a:ext cx="4631403" cy="2057400"/>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dirty="0" err="1" smtClean="0">
                <a:solidFill>
                  <a:srgbClr val="0070C0"/>
                </a:solidFill>
              </a:rPr>
              <a:t>Giải</a:t>
            </a:r>
            <a:r>
              <a:rPr lang="en-US" dirty="0" smtClean="0">
                <a:solidFill>
                  <a:srgbClr val="0070C0"/>
                </a:solidFill>
              </a:rPr>
              <a:t> </a:t>
            </a:r>
            <a:r>
              <a:rPr lang="en-US" dirty="0" err="1" smtClean="0">
                <a:solidFill>
                  <a:srgbClr val="0070C0"/>
                </a:solidFill>
              </a:rPr>
              <a:t>thuật</a:t>
            </a:r>
            <a:r>
              <a:rPr lang="en-US" dirty="0" smtClean="0">
                <a:solidFill>
                  <a:srgbClr val="0070C0"/>
                </a:solidFill>
              </a:rPr>
              <a:t> </a:t>
            </a:r>
            <a:r>
              <a:rPr lang="en-US" dirty="0" err="1" smtClean="0">
                <a:solidFill>
                  <a:srgbClr val="0070C0"/>
                </a:solidFill>
              </a:rPr>
              <a:t>chuyển</a:t>
            </a:r>
            <a:r>
              <a:rPr lang="en-US" dirty="0" smtClean="0">
                <a:solidFill>
                  <a:srgbClr val="0070C0"/>
                </a:solidFill>
              </a:rPr>
              <a:t> </a:t>
            </a:r>
            <a:r>
              <a:rPr lang="en-US" dirty="0" err="1" smtClean="0">
                <a:solidFill>
                  <a:srgbClr val="0070C0"/>
                </a:solidFill>
              </a:rPr>
              <a:t>biểu</a:t>
            </a:r>
            <a:r>
              <a:rPr lang="en-US" dirty="0" smtClean="0">
                <a:solidFill>
                  <a:srgbClr val="0070C0"/>
                </a:solidFill>
              </a:rPr>
              <a:t> </a:t>
            </a:r>
            <a:r>
              <a:rPr lang="en-US" dirty="0" err="1" smtClean="0">
                <a:solidFill>
                  <a:srgbClr val="0070C0"/>
                </a:solidFill>
              </a:rPr>
              <a:t>thức</a:t>
            </a:r>
            <a:r>
              <a:rPr lang="en-US" dirty="0" smtClean="0">
                <a:solidFill>
                  <a:srgbClr val="0070C0"/>
                </a:solidFill>
              </a:rPr>
              <a:t> </a:t>
            </a:r>
            <a:r>
              <a:rPr lang="en-US" dirty="0" err="1" smtClean="0">
                <a:solidFill>
                  <a:srgbClr val="0070C0"/>
                </a:solidFill>
              </a:rPr>
              <a:t>trung</a:t>
            </a:r>
            <a:r>
              <a:rPr lang="en-US" dirty="0" smtClean="0">
                <a:solidFill>
                  <a:srgbClr val="0070C0"/>
                </a:solidFill>
              </a:rPr>
              <a:t> </a:t>
            </a:r>
            <a:r>
              <a:rPr lang="en-US" dirty="0" err="1" smtClean="0">
                <a:solidFill>
                  <a:srgbClr val="0070C0"/>
                </a:solidFill>
              </a:rPr>
              <a:t>tố</a:t>
            </a:r>
            <a:r>
              <a:rPr lang="en-US" dirty="0" smtClean="0">
                <a:solidFill>
                  <a:srgbClr val="0070C0"/>
                </a:solidFill>
              </a:rPr>
              <a:t> sang </a:t>
            </a:r>
            <a:r>
              <a:rPr lang="en-US" err="1" smtClean="0">
                <a:solidFill>
                  <a:srgbClr val="0070C0"/>
                </a:solidFill>
              </a:rPr>
              <a:t>hậu</a:t>
            </a:r>
            <a:r>
              <a:rPr lang="en-US" smtClean="0">
                <a:solidFill>
                  <a:srgbClr val="0070C0"/>
                </a:solidFill>
              </a:rPr>
              <a:t> tố.</a:t>
            </a:r>
            <a:endParaRPr dirty="0">
              <a:solidFill>
                <a:srgbClr val="0070C0"/>
              </a:solidFill>
            </a:endParaRPr>
          </a:p>
        </p:txBody>
      </p:sp>
      <p:sp>
        <p:nvSpPr>
          <p:cNvPr id="7" name="Google Shape;307;p14">
            <a:extLst>
              <a:ext uri="{FF2B5EF4-FFF2-40B4-BE49-F238E27FC236}">
                <a16:creationId xmlns:a16="http://schemas.microsoft.com/office/drawing/2014/main" id="{9F7328B0-A189-4AD0-940B-CB218A64A5A0}"/>
              </a:ext>
            </a:extLst>
          </p:cNvPr>
          <p:cNvSpPr txBox="1"/>
          <p:nvPr/>
        </p:nvSpPr>
        <p:spPr>
          <a:xfrm>
            <a:off x="254834" y="3394024"/>
            <a:ext cx="5426438" cy="1015622"/>
          </a:xfrm>
          <a:prstGeom prst="rect">
            <a:avLst/>
          </a:prstGeom>
          <a:noFill/>
          <a:ln>
            <a:noFill/>
          </a:ln>
        </p:spPr>
        <p:txBody>
          <a:bodyPr spcFirstLastPara="1" wrap="square" lIns="91425" tIns="45700" rIns="91425" bIns="45700" anchor="t" anchorCtr="0">
            <a:spAutoFit/>
          </a:bodyPr>
          <a:lstStyle/>
          <a:p>
            <a:r>
              <a:rPr lang="en-US" sz="2000" b="1" dirty="0">
                <a:solidFill>
                  <a:schemeClr val="accent5">
                    <a:lumMod val="75000"/>
                  </a:schemeClr>
                </a:solidFill>
                <a:latin typeface="Arial"/>
                <a:ea typeface="Arial"/>
                <a:cs typeface="Arial"/>
                <a:sym typeface="Arial"/>
              </a:rPr>
              <a:t>Input: P </a:t>
            </a:r>
            <a:r>
              <a:rPr lang="en-US" sz="2000" b="1" dirty="0" err="1">
                <a:solidFill>
                  <a:schemeClr val="accent5">
                    <a:lumMod val="75000"/>
                  </a:schemeClr>
                </a:solidFill>
                <a:latin typeface="Arial"/>
                <a:ea typeface="Arial"/>
                <a:cs typeface="Arial"/>
                <a:sym typeface="Arial"/>
              </a:rPr>
              <a:t>là</a:t>
            </a:r>
            <a:r>
              <a:rPr lang="en-US" sz="2000" b="1" dirty="0">
                <a:solidFill>
                  <a:schemeClr val="accent5">
                    <a:lumMod val="75000"/>
                  </a:schemeClr>
                </a:solidFill>
                <a:latin typeface="Arial"/>
                <a:ea typeface="Arial"/>
                <a:cs typeface="Arial"/>
                <a:sym typeface="Arial"/>
              </a:rPr>
              <a:t> </a:t>
            </a:r>
            <a:r>
              <a:rPr lang="en-US" sz="2000" b="1" dirty="0" err="1">
                <a:solidFill>
                  <a:schemeClr val="accent5">
                    <a:lumMod val="75000"/>
                  </a:schemeClr>
                </a:solidFill>
                <a:latin typeface="Arial"/>
                <a:ea typeface="Arial"/>
                <a:cs typeface="Arial"/>
                <a:sym typeface="Arial"/>
              </a:rPr>
              <a:t>biểu</a:t>
            </a:r>
            <a:r>
              <a:rPr lang="en-US" sz="2000" b="1" dirty="0">
                <a:solidFill>
                  <a:schemeClr val="accent5">
                    <a:lumMod val="75000"/>
                  </a:schemeClr>
                </a:solidFill>
                <a:latin typeface="Arial"/>
                <a:ea typeface="Arial"/>
                <a:cs typeface="Arial"/>
                <a:sym typeface="Arial"/>
              </a:rPr>
              <a:t> </a:t>
            </a:r>
            <a:r>
              <a:rPr lang="en-US" sz="2000" b="1" dirty="0" err="1">
                <a:solidFill>
                  <a:schemeClr val="accent5">
                    <a:lumMod val="75000"/>
                  </a:schemeClr>
                </a:solidFill>
                <a:latin typeface="Arial"/>
                <a:ea typeface="Arial"/>
                <a:cs typeface="Arial"/>
                <a:sym typeface="Arial"/>
              </a:rPr>
              <a:t>thức</a:t>
            </a:r>
            <a:r>
              <a:rPr lang="en-US" sz="2000" b="1" dirty="0">
                <a:solidFill>
                  <a:schemeClr val="accent5">
                    <a:lumMod val="75000"/>
                  </a:schemeClr>
                </a:solidFill>
                <a:latin typeface="Arial"/>
                <a:ea typeface="Arial"/>
                <a:cs typeface="Arial"/>
                <a:sym typeface="Arial"/>
              </a:rPr>
              <a:t> </a:t>
            </a:r>
            <a:r>
              <a:rPr lang="en-US" sz="2000" b="1" dirty="0" err="1">
                <a:solidFill>
                  <a:schemeClr val="accent5">
                    <a:lumMod val="75000"/>
                  </a:schemeClr>
                </a:solidFill>
                <a:latin typeface="Arial"/>
                <a:ea typeface="Arial"/>
                <a:cs typeface="Arial"/>
                <a:sym typeface="Arial"/>
              </a:rPr>
              <a:t>trung</a:t>
            </a:r>
            <a:r>
              <a:rPr lang="en-US" sz="2000" b="1" dirty="0">
                <a:solidFill>
                  <a:schemeClr val="accent5">
                    <a:lumMod val="75000"/>
                  </a:schemeClr>
                </a:solidFill>
                <a:latin typeface="Arial"/>
                <a:ea typeface="Arial"/>
                <a:cs typeface="Arial"/>
                <a:sym typeface="Arial"/>
              </a:rPr>
              <a:t> </a:t>
            </a:r>
            <a:r>
              <a:rPr lang="en-US" sz="2000" b="1" dirty="0" err="1">
                <a:solidFill>
                  <a:schemeClr val="accent5">
                    <a:lumMod val="75000"/>
                  </a:schemeClr>
                </a:solidFill>
                <a:latin typeface="Arial"/>
                <a:ea typeface="Arial"/>
                <a:cs typeface="Arial"/>
                <a:sym typeface="Arial"/>
              </a:rPr>
              <a:t>tố</a:t>
            </a:r>
            <a:r>
              <a:rPr lang="en-US" sz="2000" b="1" dirty="0">
                <a:solidFill>
                  <a:schemeClr val="accent5">
                    <a:lumMod val="75000"/>
                  </a:schemeClr>
                </a:solidFill>
                <a:latin typeface="Arial"/>
                <a:ea typeface="Arial"/>
                <a:cs typeface="Arial"/>
                <a:sym typeface="Arial"/>
              </a:rPr>
              <a:t> ban </a:t>
            </a:r>
            <a:r>
              <a:rPr lang="en-US" sz="2000" b="1" dirty="0" err="1">
                <a:solidFill>
                  <a:schemeClr val="accent5">
                    <a:lumMod val="75000"/>
                  </a:schemeClr>
                </a:solidFill>
                <a:latin typeface="Arial"/>
                <a:ea typeface="Arial"/>
                <a:cs typeface="Arial"/>
                <a:sym typeface="Arial"/>
              </a:rPr>
              <a:t>đầu</a:t>
            </a:r>
            <a:r>
              <a:rPr lang="en-US" sz="2000" b="1" dirty="0">
                <a:solidFill>
                  <a:schemeClr val="accent5">
                    <a:lumMod val="75000"/>
                  </a:schemeClr>
                </a:solidFill>
                <a:latin typeface="Arial"/>
                <a:ea typeface="Arial"/>
                <a:cs typeface="Arial"/>
                <a:sym typeface="Arial"/>
              </a:rPr>
              <a:t>. </a:t>
            </a:r>
            <a:endParaRPr sz="2000" b="1" dirty="0">
              <a:solidFill>
                <a:schemeClr val="accent5">
                  <a:lumMod val="75000"/>
                </a:schemeClr>
              </a:solidFill>
            </a:endParaRPr>
          </a:p>
          <a:p>
            <a:endParaRPr sz="2000" b="1" dirty="0">
              <a:solidFill>
                <a:schemeClr val="accent5">
                  <a:lumMod val="75000"/>
                </a:schemeClr>
              </a:solidFill>
              <a:latin typeface="Arial"/>
              <a:ea typeface="Arial"/>
              <a:cs typeface="Arial"/>
              <a:sym typeface="Arial"/>
            </a:endParaRPr>
          </a:p>
          <a:p>
            <a:r>
              <a:rPr lang="en-US" sz="2000" b="1" dirty="0">
                <a:solidFill>
                  <a:schemeClr val="accent5">
                    <a:lumMod val="75000"/>
                  </a:schemeClr>
                </a:solidFill>
                <a:latin typeface="Arial"/>
                <a:ea typeface="Arial"/>
                <a:cs typeface="Arial"/>
                <a:sym typeface="Arial"/>
              </a:rPr>
              <a:t>Output: Q </a:t>
            </a:r>
            <a:r>
              <a:rPr lang="en-US" sz="2000" b="1" dirty="0" err="1">
                <a:solidFill>
                  <a:schemeClr val="accent5">
                    <a:lumMod val="75000"/>
                  </a:schemeClr>
                </a:solidFill>
                <a:latin typeface="Arial"/>
                <a:ea typeface="Arial"/>
                <a:cs typeface="Arial"/>
                <a:sym typeface="Arial"/>
              </a:rPr>
              <a:t>là</a:t>
            </a:r>
            <a:r>
              <a:rPr lang="en-US" sz="2000" b="1" dirty="0">
                <a:solidFill>
                  <a:schemeClr val="accent5">
                    <a:lumMod val="75000"/>
                  </a:schemeClr>
                </a:solidFill>
                <a:latin typeface="Arial"/>
                <a:ea typeface="Arial"/>
                <a:cs typeface="Arial"/>
                <a:sym typeface="Arial"/>
              </a:rPr>
              <a:t> </a:t>
            </a:r>
            <a:r>
              <a:rPr lang="en-US" sz="2000" b="1" dirty="0" err="1">
                <a:solidFill>
                  <a:schemeClr val="accent5">
                    <a:lumMod val="75000"/>
                  </a:schemeClr>
                </a:solidFill>
                <a:latin typeface="Arial"/>
                <a:ea typeface="Arial"/>
                <a:cs typeface="Arial"/>
                <a:sym typeface="Arial"/>
              </a:rPr>
              <a:t>biểu</a:t>
            </a:r>
            <a:r>
              <a:rPr lang="en-US" sz="2000" b="1" dirty="0">
                <a:solidFill>
                  <a:schemeClr val="accent5">
                    <a:lumMod val="75000"/>
                  </a:schemeClr>
                </a:solidFill>
                <a:latin typeface="Arial"/>
                <a:ea typeface="Arial"/>
                <a:cs typeface="Arial"/>
                <a:sym typeface="Arial"/>
              </a:rPr>
              <a:t> </a:t>
            </a:r>
            <a:r>
              <a:rPr lang="en-US" sz="2000" b="1" dirty="0" err="1">
                <a:solidFill>
                  <a:schemeClr val="accent5">
                    <a:lumMod val="75000"/>
                  </a:schemeClr>
                </a:solidFill>
                <a:latin typeface="Arial"/>
                <a:ea typeface="Arial"/>
                <a:cs typeface="Arial"/>
                <a:sym typeface="Arial"/>
              </a:rPr>
              <a:t>thức</a:t>
            </a:r>
            <a:r>
              <a:rPr lang="en-US" sz="2000" b="1" dirty="0">
                <a:solidFill>
                  <a:schemeClr val="accent5">
                    <a:lumMod val="75000"/>
                  </a:schemeClr>
                </a:solidFill>
                <a:latin typeface="Arial"/>
                <a:ea typeface="Arial"/>
                <a:cs typeface="Arial"/>
                <a:sym typeface="Arial"/>
              </a:rPr>
              <a:t> </a:t>
            </a:r>
            <a:r>
              <a:rPr lang="en-US" sz="2000" b="1" dirty="0" err="1">
                <a:solidFill>
                  <a:schemeClr val="accent5">
                    <a:lumMod val="75000"/>
                  </a:schemeClr>
                </a:solidFill>
                <a:latin typeface="Arial"/>
                <a:ea typeface="Arial"/>
                <a:cs typeface="Arial"/>
                <a:sym typeface="Arial"/>
              </a:rPr>
              <a:t>kết</a:t>
            </a:r>
            <a:r>
              <a:rPr lang="en-US" sz="2000" b="1" dirty="0">
                <a:solidFill>
                  <a:schemeClr val="accent5">
                    <a:lumMod val="75000"/>
                  </a:schemeClr>
                </a:solidFill>
                <a:latin typeface="Arial"/>
                <a:ea typeface="Arial"/>
                <a:cs typeface="Arial"/>
                <a:sym typeface="Arial"/>
              </a:rPr>
              <a:t> </a:t>
            </a:r>
            <a:r>
              <a:rPr lang="en-US" sz="2000" b="1" dirty="0" err="1">
                <a:solidFill>
                  <a:schemeClr val="accent5">
                    <a:lumMod val="75000"/>
                  </a:schemeClr>
                </a:solidFill>
                <a:latin typeface="Arial"/>
                <a:ea typeface="Arial"/>
                <a:cs typeface="Arial"/>
                <a:sym typeface="Arial"/>
              </a:rPr>
              <a:t>quả</a:t>
            </a:r>
            <a:r>
              <a:rPr lang="en-US" sz="2000" b="1" dirty="0">
                <a:solidFill>
                  <a:schemeClr val="accent5">
                    <a:lumMod val="75000"/>
                  </a:schemeClr>
                </a:solidFill>
                <a:latin typeface="Arial"/>
                <a:ea typeface="Arial"/>
                <a:cs typeface="Arial"/>
                <a:sym typeface="Arial"/>
              </a:rPr>
              <a:t> </a:t>
            </a:r>
            <a:r>
              <a:rPr lang="en-US" sz="2000" b="1" dirty="0" err="1">
                <a:solidFill>
                  <a:schemeClr val="accent5">
                    <a:lumMod val="75000"/>
                  </a:schemeClr>
                </a:solidFill>
                <a:latin typeface="Arial"/>
                <a:ea typeface="Arial"/>
                <a:cs typeface="Arial"/>
                <a:sym typeface="Arial"/>
              </a:rPr>
              <a:t>dạng</a:t>
            </a:r>
            <a:r>
              <a:rPr lang="en-US" sz="2000" b="1" dirty="0">
                <a:solidFill>
                  <a:schemeClr val="accent5">
                    <a:lumMod val="75000"/>
                  </a:schemeClr>
                </a:solidFill>
                <a:latin typeface="Arial"/>
                <a:ea typeface="Arial"/>
                <a:cs typeface="Arial"/>
                <a:sym typeface="Arial"/>
              </a:rPr>
              <a:t> </a:t>
            </a:r>
            <a:r>
              <a:rPr lang="en-US" sz="2000" b="1" dirty="0" err="1">
                <a:solidFill>
                  <a:schemeClr val="accent5">
                    <a:lumMod val="75000"/>
                  </a:schemeClr>
                </a:solidFill>
                <a:latin typeface="Arial"/>
                <a:ea typeface="Arial"/>
                <a:cs typeface="Arial"/>
                <a:sym typeface="Arial"/>
              </a:rPr>
              <a:t>hậu</a:t>
            </a:r>
            <a:r>
              <a:rPr lang="en-US" sz="2000" b="1" dirty="0">
                <a:solidFill>
                  <a:schemeClr val="accent5">
                    <a:lumMod val="75000"/>
                  </a:schemeClr>
                </a:solidFill>
                <a:latin typeface="Arial"/>
                <a:ea typeface="Arial"/>
                <a:cs typeface="Arial"/>
                <a:sym typeface="Arial"/>
              </a:rPr>
              <a:t> </a:t>
            </a:r>
            <a:r>
              <a:rPr lang="en-US" sz="2000" b="1" dirty="0" err="1">
                <a:solidFill>
                  <a:schemeClr val="accent5">
                    <a:lumMod val="75000"/>
                  </a:schemeClr>
                </a:solidFill>
                <a:latin typeface="Arial"/>
                <a:ea typeface="Arial"/>
                <a:cs typeface="Arial"/>
                <a:sym typeface="Arial"/>
              </a:rPr>
              <a:t>tố</a:t>
            </a:r>
            <a:r>
              <a:rPr lang="en-US" sz="2000" b="1" dirty="0">
                <a:solidFill>
                  <a:schemeClr val="accent5">
                    <a:lumMod val="75000"/>
                  </a:schemeClr>
                </a:solidFill>
                <a:latin typeface="Arial"/>
                <a:ea typeface="Arial"/>
                <a:cs typeface="Arial"/>
                <a:sym typeface="Arial"/>
              </a:rPr>
              <a:t> </a:t>
            </a:r>
            <a:endParaRPr sz="2000" b="1" dirty="0">
              <a:solidFill>
                <a:schemeClr val="accent5">
                  <a:lumMod val="75000"/>
                </a:schemeClr>
              </a:solidFill>
            </a:endParaRPr>
          </a:p>
        </p:txBody>
      </p:sp>
    </p:spTree>
    <p:extLst>
      <p:ext uri="{BB962C8B-B14F-4D97-AF65-F5344CB8AC3E}">
        <p14:creationId xmlns:p14="http://schemas.microsoft.com/office/powerpoint/2010/main" val="9093523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557058" name="Group 2"/>
          <p:cNvGraphicFramePr>
            <a:graphicFrameLocks noGrp="1"/>
          </p:cNvGraphicFramePr>
          <p:nvPr>
            <p:ph idx="4294967295"/>
            <p:extLst>
              <p:ext uri="{D42A27DB-BD31-4B8C-83A1-F6EECF244321}">
                <p14:modId xmlns:p14="http://schemas.microsoft.com/office/powerpoint/2010/main" val="3583211257"/>
              </p:ext>
            </p:extLst>
          </p:nvPr>
        </p:nvGraphicFramePr>
        <p:xfrm>
          <a:off x="1532744" y="1225474"/>
          <a:ext cx="8686800" cy="5090160"/>
        </p:xfrm>
        <a:graphic>
          <a:graphicData uri="http://schemas.openxmlformats.org/drawingml/2006/table">
            <a:tbl>
              <a:tblPr/>
              <a:tblGrid>
                <a:gridCol w="723900">
                  <a:extLst>
                    <a:ext uri="{9D8B030D-6E8A-4147-A177-3AD203B41FA5}">
                      <a16:colId xmlns:a16="http://schemas.microsoft.com/office/drawing/2014/main" val="20000"/>
                    </a:ext>
                  </a:extLst>
                </a:gridCol>
                <a:gridCol w="49149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tblGrid>
              <a:tr h="247650">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dirty="0" err="1"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Đọc</a:t>
                      </a:r>
                      <a:endParaRPr kumimoji="0" lang="en-US" sz="2000" b="1"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Xử lý</a:t>
                      </a:r>
                      <a:endParaRPr kumimoji="0" lang="en-US" sz="2000" b="1"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Stack</a:t>
                      </a:r>
                      <a:endPar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postfix</a:t>
                      </a:r>
                      <a:endParaRPr kumimoji="0" lang="en-US" sz="2000" b="1"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0"/>
                  </a:ext>
                </a:extLst>
              </a:tr>
              <a:tr h="260350">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a:t>
                      </a:r>
                      <a:endPar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dirty="0" err="1"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Đẩy</a:t>
                      </a:r>
                      <a:r>
                        <a:rPr kumimoji="0" lang="en-US" sz="2000" b="1" i="0" u="none" strike="noStrike" cap="none" normalizeH="0" baseline="0" dirty="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 </a:t>
                      </a:r>
                      <a:r>
                        <a:rPr kumimoji="0" lang="en-US" sz="2000" b="1" i="0" u="none" strike="noStrike" cap="none" normalizeH="0" baseline="0" dirty="0" err="1"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vào</a:t>
                      </a:r>
                      <a:r>
                        <a:rPr kumimoji="0" lang="en-US" sz="2000" b="1" i="0" u="none" strike="noStrike" cap="none" normalizeH="0" baseline="0" dirty="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 Stack</a:t>
                      </a:r>
                      <a:endParaRPr kumimoji="0" lang="en-US" sz="2000" b="1" i="0" u="none" strike="noStrike" cap="none" normalizeH="0" baseline="0" dirty="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dirty="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a:t>
                      </a:r>
                      <a:endParaRPr kumimoji="0" lang="en-US" sz="2000" b="1" i="0" u="none" strike="noStrike" cap="none" normalizeH="0" baseline="0" dirty="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000" b="1" i="0" u="none" strike="noStrike" cap="none" normalizeH="0" baseline="0" dirty="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7013">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2</a:t>
                      </a:r>
                      <a:endPar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Bỏ vào postfix</a:t>
                      </a:r>
                      <a:endPar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342900" marR="0" lvl="0" indent="-34290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a:t>
                      </a:r>
                      <a:endPar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342900" marR="0" lvl="0" indent="-34290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2</a:t>
                      </a:r>
                      <a:endPar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2"/>
                  </a:ext>
                </a:extLst>
              </a:tr>
              <a:tr h="233363">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a:t>
                      </a:r>
                      <a:endPar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defRPr/>
                      </a:pPr>
                      <a:r>
                        <a:rPr kumimoji="0" lang="en-US" sz="2000" b="1" i="0" u="none" strike="noStrike" cap="none" normalizeH="0" baseline="0" dirty="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Do ở đỉnh Stack chứa ‘(’ nên bỏ dấu ‘*’ vào Stack.</a:t>
                      </a:r>
                      <a:endParaRPr kumimoji="0" lang="en-US" sz="2000" b="1" i="0" u="none" strike="noStrike" cap="none" normalizeH="0" baseline="0" dirty="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 * </a:t>
                      </a:r>
                      <a:endPar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2</a:t>
                      </a:r>
                      <a:endPar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27013">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3</a:t>
                      </a:r>
                      <a:endPar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dirty="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Bỏ vào postfix</a:t>
                      </a:r>
                      <a:endParaRPr kumimoji="0" lang="en-US" sz="2000" b="1" i="0" u="none" strike="noStrike" cap="none" normalizeH="0" baseline="0" dirty="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342900" marR="0" lvl="0" indent="-34290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  *</a:t>
                      </a:r>
                      <a:endPar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342900" marR="0" lvl="0" indent="-34290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2 3</a:t>
                      </a:r>
                      <a:endPar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4"/>
                  </a:ext>
                </a:extLst>
              </a:tr>
              <a:tr h="363538">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a:t>
                      </a:r>
                      <a:endPar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dirty="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Do ‘+’ có độ ưu tiên thấp hơn ‘*’ ở đỉnh Stack nên ta lấy ‘*’ ra và bỏ vào postfix.</a:t>
                      </a:r>
                    </a:p>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defRPr/>
                      </a:pPr>
                      <a:r>
                        <a:rPr kumimoji="0" lang="en-US" sz="2000" b="1" i="0" u="none" strike="noStrike" cap="none" normalizeH="0" baseline="0" dirty="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Do ở đỉnh Stack chứa ‘(’ nên bỏ dấu ‘+’ vào Stack.</a:t>
                      </a:r>
                      <a:endParaRPr kumimoji="0" lang="en-US" sz="2000" b="1" i="0" u="none" strike="noStrike" cap="none" normalizeH="0" baseline="0" dirty="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  +</a:t>
                      </a:r>
                      <a:endPar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2 3 *</a:t>
                      </a:r>
                      <a:endPar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27013">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8</a:t>
                      </a:r>
                      <a:endPar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dirty="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Bỏ vào postfix</a:t>
                      </a:r>
                      <a:endParaRPr kumimoji="0" lang="en-US" sz="2000" b="1" i="0" u="none" strike="noStrike" cap="none" normalizeH="0" baseline="0" dirty="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342900" marR="0" lvl="0" indent="-34290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 + </a:t>
                      </a:r>
                      <a:endPar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342900" marR="0" lvl="0" indent="-34290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2 3 * 8</a:t>
                      </a:r>
                      <a:endPar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6"/>
                  </a:ext>
                </a:extLst>
              </a:tr>
              <a:tr h="700088">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a:t>
                      </a:r>
                      <a:endPar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dirty="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Do ‘/’ có độ ưu tiên cao hơn ‘+’ ở đỉnh Stack nên đưa ‘/’ vào Stack.</a:t>
                      </a:r>
                      <a:endParaRPr kumimoji="0" lang="en-US" sz="2000" b="1" i="0" u="none" strike="noStrike" cap="none" normalizeH="0" baseline="0" dirty="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 + /</a:t>
                      </a:r>
                      <a:endPar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2 3 * 8</a:t>
                      </a:r>
                      <a:endPar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42900">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2</a:t>
                      </a:r>
                      <a:endPar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Bỏ vào postfix</a:t>
                      </a:r>
                      <a:endPar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342900" marR="0" lvl="0" indent="-34290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 + /</a:t>
                      </a:r>
                      <a:endParaRPr kumimoji="0" lang="en-US" sz="2000" b="1" i="0" u="none" strike="noStrike" cap="none" normalizeH="0" baseline="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342900" marR="0" lvl="0" indent="-34290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dirty="0" smtClean="0">
                          <a:ln>
                            <a:noFill/>
                          </a:ln>
                          <a:solidFill>
                            <a:srgbClr val="000066"/>
                          </a:solidFill>
                          <a:effectLst/>
                          <a:latin typeface="Cambria" panose="02040503050406030204" pitchFamily="18" charset="0"/>
                          <a:ea typeface="Cambria" panose="02040503050406030204" pitchFamily="18" charset="0"/>
                          <a:cs typeface="Times New Roman" pitchFamily="18" charset="0"/>
                        </a:rPr>
                        <a:t>2 3 * 8 2</a:t>
                      </a:r>
                      <a:endParaRPr kumimoji="0" lang="en-US" sz="2000" b="1" i="0" u="none" strike="noStrike" cap="none" normalizeH="0" baseline="0" dirty="0" smtClean="0">
                        <a:ln>
                          <a:noFill/>
                        </a:ln>
                        <a:solidFill>
                          <a:srgbClr val="000066"/>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8"/>
                  </a:ext>
                </a:extLst>
              </a:tr>
            </a:tbl>
          </a:graphicData>
        </a:graphic>
      </p:graphicFrame>
      <p:sp>
        <p:nvSpPr>
          <p:cNvPr id="110646" name="Rectangle 462"/>
          <p:cNvSpPr>
            <a:spLocks noChangeArrowheads="1"/>
          </p:cNvSpPr>
          <p:nvPr/>
        </p:nvSpPr>
        <p:spPr bwMode="auto">
          <a:xfrm>
            <a:off x="0" y="496441"/>
            <a:ext cx="12118206" cy="523220"/>
          </a:xfrm>
          <a:prstGeom prst="rect">
            <a:avLst/>
          </a:prstGeom>
          <a:noFill/>
          <a:ln w="9525">
            <a:noFill/>
            <a:miter lim="800000"/>
            <a:headEnd/>
            <a:tailEnd/>
          </a:ln>
        </p:spPr>
        <p:txBody>
          <a:bodyPr wrap="square" anchor="ctr">
            <a:spAutoFit/>
          </a:bodyPr>
          <a:lstStyle/>
          <a:p>
            <a:pPr algn="ctr"/>
            <a:r>
              <a:rPr lang="en-US" sz="2800" b="1" dirty="0" err="1" smtClean="0">
                <a:solidFill>
                  <a:srgbClr val="CC0000"/>
                </a:solidFill>
                <a:latin typeface="+mj-lt"/>
                <a:cs typeface="Times New Roman" pitchFamily="18" charset="0"/>
              </a:rPr>
              <a:t>Chuyển</a:t>
            </a:r>
            <a:r>
              <a:rPr lang="en-US" sz="2800" b="1" dirty="0" smtClean="0">
                <a:solidFill>
                  <a:srgbClr val="CC0000"/>
                </a:solidFill>
                <a:latin typeface="+mj-lt"/>
                <a:cs typeface="Times New Roman" pitchFamily="18" charset="0"/>
              </a:rPr>
              <a:t> </a:t>
            </a:r>
            <a:r>
              <a:rPr lang="en-US" sz="2800" b="1" dirty="0" err="1" smtClean="0">
                <a:solidFill>
                  <a:srgbClr val="CC0000"/>
                </a:solidFill>
                <a:latin typeface="+mj-lt"/>
                <a:cs typeface="Times New Roman" pitchFamily="18" charset="0"/>
              </a:rPr>
              <a:t>biểu</a:t>
            </a:r>
            <a:r>
              <a:rPr lang="en-US" sz="2800" b="1" dirty="0" smtClean="0">
                <a:solidFill>
                  <a:srgbClr val="CC0000"/>
                </a:solidFill>
                <a:latin typeface="+mj-lt"/>
                <a:cs typeface="Times New Roman" pitchFamily="18" charset="0"/>
              </a:rPr>
              <a:t> </a:t>
            </a:r>
            <a:r>
              <a:rPr lang="en-US" sz="2800" b="1" dirty="0" err="1" smtClean="0">
                <a:solidFill>
                  <a:srgbClr val="CC0000"/>
                </a:solidFill>
                <a:latin typeface="+mj-lt"/>
                <a:cs typeface="Times New Roman" pitchFamily="18" charset="0"/>
              </a:rPr>
              <a:t>thức</a:t>
            </a:r>
            <a:r>
              <a:rPr lang="en-US" sz="2800" b="1" dirty="0" smtClean="0">
                <a:solidFill>
                  <a:srgbClr val="CC0000"/>
                </a:solidFill>
                <a:latin typeface="+mj-lt"/>
                <a:cs typeface="Times New Roman" pitchFamily="18" charset="0"/>
              </a:rPr>
              <a:t> </a:t>
            </a:r>
            <a:r>
              <a:rPr lang="en-US" sz="2800" b="1" dirty="0" err="1" smtClean="0">
                <a:solidFill>
                  <a:srgbClr val="CC0000"/>
                </a:solidFill>
                <a:latin typeface="+mj-lt"/>
                <a:cs typeface="Times New Roman" pitchFamily="18" charset="0"/>
              </a:rPr>
              <a:t>trung</a:t>
            </a:r>
            <a:r>
              <a:rPr lang="en-US" sz="2800" b="1" dirty="0" smtClean="0">
                <a:solidFill>
                  <a:srgbClr val="CC0000"/>
                </a:solidFill>
                <a:latin typeface="+mj-lt"/>
                <a:cs typeface="Times New Roman" pitchFamily="18" charset="0"/>
              </a:rPr>
              <a:t> </a:t>
            </a:r>
            <a:r>
              <a:rPr lang="en-US" sz="2800" b="1" dirty="0" err="1" smtClean="0">
                <a:solidFill>
                  <a:srgbClr val="CC0000"/>
                </a:solidFill>
                <a:latin typeface="+mj-lt"/>
                <a:cs typeface="Times New Roman" pitchFamily="18" charset="0"/>
              </a:rPr>
              <a:t>tố</a:t>
            </a:r>
            <a:r>
              <a:rPr lang="en-US" sz="2800" b="1" dirty="0" smtClean="0">
                <a:solidFill>
                  <a:srgbClr val="CC0000"/>
                </a:solidFill>
                <a:latin typeface="+mj-lt"/>
                <a:cs typeface="Times New Roman" pitchFamily="18" charset="0"/>
              </a:rPr>
              <a:t> sang </a:t>
            </a:r>
            <a:r>
              <a:rPr lang="en-US" sz="2800" b="1" err="1" smtClean="0">
                <a:solidFill>
                  <a:srgbClr val="CC0000"/>
                </a:solidFill>
                <a:latin typeface="+mj-lt"/>
                <a:cs typeface="Times New Roman" pitchFamily="18" charset="0"/>
              </a:rPr>
              <a:t>hậu</a:t>
            </a:r>
            <a:r>
              <a:rPr lang="en-US" sz="2800" b="1" smtClean="0">
                <a:solidFill>
                  <a:srgbClr val="CC0000"/>
                </a:solidFill>
                <a:latin typeface="+mj-lt"/>
                <a:cs typeface="Times New Roman" pitchFamily="18" charset="0"/>
              </a:rPr>
              <a:t> tố  </a:t>
            </a:r>
            <a:r>
              <a:rPr lang="en-US" sz="2800" b="1" dirty="0" smtClean="0">
                <a:solidFill>
                  <a:srgbClr val="CC0000"/>
                </a:solidFill>
                <a:latin typeface="+mj-lt"/>
                <a:cs typeface="Times New Roman" pitchFamily="18" charset="0"/>
              </a:rPr>
              <a:t>(2 </a:t>
            </a:r>
            <a:r>
              <a:rPr lang="en-US" sz="2800" b="1" dirty="0">
                <a:solidFill>
                  <a:srgbClr val="CC0000"/>
                </a:solidFill>
                <a:latin typeface="+mj-lt"/>
                <a:cs typeface="Times New Roman" pitchFamily="18" charset="0"/>
              </a:rPr>
              <a:t>* 3 +  8 / 2) * (5 – 1)</a:t>
            </a:r>
            <a:r>
              <a:rPr lang="en-US" sz="2800" b="1" dirty="0">
                <a:solidFill>
                  <a:srgbClr val="CC0000"/>
                </a:solidFill>
                <a:latin typeface="+mj-lt"/>
                <a:cs typeface="Arial" charset="0"/>
              </a:rPr>
              <a:t> </a:t>
            </a:r>
          </a:p>
        </p:txBody>
      </p:sp>
    </p:spTree>
    <p:extLst>
      <p:ext uri="{BB962C8B-B14F-4D97-AF65-F5344CB8AC3E}">
        <p14:creationId xmlns:p14="http://schemas.microsoft.com/office/powerpoint/2010/main" val="397054293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558082" name="Group 2"/>
          <p:cNvGraphicFramePr>
            <a:graphicFrameLocks noGrp="1"/>
          </p:cNvGraphicFramePr>
          <p:nvPr>
            <p:ph idx="4294967295"/>
            <p:extLst>
              <p:ext uri="{D42A27DB-BD31-4B8C-83A1-F6EECF244321}">
                <p14:modId xmlns:p14="http://schemas.microsoft.com/office/powerpoint/2010/main" val="2657014273"/>
              </p:ext>
            </p:extLst>
          </p:nvPr>
        </p:nvGraphicFramePr>
        <p:xfrm>
          <a:off x="1199211" y="1092700"/>
          <a:ext cx="9039070" cy="5432109"/>
        </p:xfrm>
        <a:graphic>
          <a:graphicData uri="http://schemas.openxmlformats.org/drawingml/2006/table">
            <a:tbl>
              <a:tblPr/>
              <a:tblGrid>
                <a:gridCol w="665707">
                  <a:extLst>
                    <a:ext uri="{9D8B030D-6E8A-4147-A177-3AD203B41FA5}">
                      <a16:colId xmlns:a16="http://schemas.microsoft.com/office/drawing/2014/main" val="20000"/>
                    </a:ext>
                  </a:extLst>
                </a:gridCol>
                <a:gridCol w="4691330">
                  <a:extLst>
                    <a:ext uri="{9D8B030D-6E8A-4147-A177-3AD203B41FA5}">
                      <a16:colId xmlns:a16="http://schemas.microsoft.com/office/drawing/2014/main" val="20001"/>
                    </a:ext>
                  </a:extLst>
                </a:gridCol>
                <a:gridCol w="986170">
                  <a:extLst>
                    <a:ext uri="{9D8B030D-6E8A-4147-A177-3AD203B41FA5}">
                      <a16:colId xmlns:a16="http://schemas.microsoft.com/office/drawing/2014/main" val="20002"/>
                    </a:ext>
                  </a:extLst>
                </a:gridCol>
                <a:gridCol w="2695863">
                  <a:extLst>
                    <a:ext uri="{9D8B030D-6E8A-4147-A177-3AD203B41FA5}">
                      <a16:colId xmlns:a16="http://schemas.microsoft.com/office/drawing/2014/main" val="20003"/>
                    </a:ext>
                  </a:extLst>
                </a:gridCol>
              </a:tblGrid>
              <a:tr h="4572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000" b="1" i="0" u="none" strike="noStrike" cap="none" normalizeH="0" baseline="0" dirty="0" err="1"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Đọc</a:t>
                      </a:r>
                      <a:endParaRPr kumimoji="0" lang="en-US" sz="2000" b="1"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Xử lý</a:t>
                      </a:r>
                      <a:endPar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Stack</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postfix</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0"/>
                  </a:ext>
                </a:extLst>
              </a:tr>
              <a:tr h="923925">
                <a:tc>
                  <a:txBody>
                    <a:bodyPr/>
                    <a:lstStyle/>
                    <a:p>
                      <a:pPr marL="0" marR="0" lvl="0" indent="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a:t>
                      </a:r>
                      <a:endPar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Lấy trong Stack ra cho đến khi gặp ngoặc ‘(’</a:t>
                      </a:r>
                      <a:endParaRPr kumimoji="0" lang="en-US" sz="2000" b="1"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2 3 * 8 2 / +</a:t>
                      </a:r>
                      <a:endPar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7363">
                <a:tc>
                  <a:txBody>
                    <a:bodyPr/>
                    <a:lstStyle/>
                    <a:p>
                      <a:pPr marL="0" marR="0" lvl="0" indent="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a:t>
                      </a:r>
                      <a:endPar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dirty="0" err="1"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Đưa</a:t>
                      </a:r>
                      <a:r>
                        <a:rPr kumimoji="0" lang="en-US" sz="2000" b="1"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 </a:t>
                      </a:r>
                      <a:r>
                        <a:rPr kumimoji="0" lang="en-US" sz="2000" b="1" i="0" u="none" strike="noStrike" cap="none" normalizeH="0" baseline="0" dirty="0" err="1"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vào</a:t>
                      </a:r>
                      <a:r>
                        <a:rPr kumimoji="0" lang="en-US" sz="2000" b="1"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 Stack</a:t>
                      </a:r>
                      <a:endParaRPr kumimoji="0" lang="en-US" sz="2000" b="1"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a:t>
                      </a:r>
                      <a:endPar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2 3 * 8 2 / +</a:t>
                      </a:r>
                      <a:endPar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2"/>
                  </a:ext>
                </a:extLst>
              </a:tr>
              <a:tr h="487363">
                <a:tc>
                  <a:txBody>
                    <a:bodyPr/>
                    <a:lstStyle/>
                    <a:p>
                      <a:pPr marL="0" marR="0" lvl="0" indent="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a:t>
                      </a:r>
                      <a:endPar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dirty="0" err="1"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Đưa</a:t>
                      </a:r>
                      <a:r>
                        <a:rPr kumimoji="0" lang="en-US" sz="2000" b="1"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 </a:t>
                      </a:r>
                      <a:r>
                        <a:rPr kumimoji="0" lang="en-US" sz="2000" b="1" i="0" u="none" strike="noStrike" cap="none" normalizeH="0" baseline="0" dirty="0" err="1"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vào</a:t>
                      </a:r>
                      <a:r>
                        <a:rPr kumimoji="0" lang="en-US" sz="2000" b="1"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 Stack</a:t>
                      </a:r>
                      <a:endParaRPr kumimoji="0" lang="en-US" sz="2000" b="1"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 ( </a:t>
                      </a:r>
                      <a:endPar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2 3 * 8 2 / +</a:t>
                      </a:r>
                      <a:endPar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5775">
                <a:tc>
                  <a:txBody>
                    <a:bodyPr/>
                    <a:lstStyle/>
                    <a:p>
                      <a:pPr marL="0" marR="0" lvl="0" indent="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5</a:t>
                      </a:r>
                      <a:endPar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342900" marR="0" lvl="0" indent="-34290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Bỏ vào postfix</a:t>
                      </a:r>
                      <a:endParaRPr kumimoji="0" lang="en-US" sz="2000" b="1"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 (</a:t>
                      </a:r>
                      <a:endPar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2 3 * 8 2 / + 5</a:t>
                      </a:r>
                      <a:endPar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4"/>
                  </a:ext>
                </a:extLst>
              </a:tr>
              <a:tr h="700088">
                <a:tc>
                  <a:txBody>
                    <a:bodyPr/>
                    <a:lstStyle/>
                    <a:p>
                      <a:pPr marL="0" marR="0" lvl="0" indent="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a:t>
                      </a:r>
                      <a:endPar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Do trên đỉnh Stack chứa ‘(’ nên bỏ dấu ‘–’ vào Stack.</a:t>
                      </a:r>
                      <a:endParaRPr kumimoji="0" lang="en-US" sz="2000" b="1"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 ( -</a:t>
                      </a:r>
                      <a:endPar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2 3 * 8 2 / + 5</a:t>
                      </a:r>
                      <a:endPar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87363">
                <a:tc>
                  <a:txBody>
                    <a:bodyPr/>
                    <a:lstStyle/>
                    <a:p>
                      <a:pPr marL="0" marR="0" lvl="0" indent="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1</a:t>
                      </a:r>
                      <a:endPar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342900" marR="0" lvl="0" indent="-34290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Bỏ vào postfix</a:t>
                      </a:r>
                      <a:endParaRPr kumimoji="0" lang="en-US" sz="2000" b="1"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 ( -</a:t>
                      </a:r>
                      <a:endPar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2 3 * 8 2 / + 5 1</a:t>
                      </a:r>
                      <a:endPar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6"/>
                  </a:ext>
                </a:extLst>
              </a:tr>
              <a:tr h="700088">
                <a:tc>
                  <a:txBody>
                    <a:bodyPr/>
                    <a:lstStyle/>
                    <a:p>
                      <a:pPr marL="0" marR="0" lvl="0" indent="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a:t>
                      </a:r>
                      <a:endPar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Lấy trong Stack ra cho đến khi gặp ngoặc mở ‘(’</a:t>
                      </a:r>
                      <a:endParaRPr kumimoji="0" lang="en-US" sz="2000" b="1"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a:t>
                      </a:r>
                      <a:endPar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2 3 * 8 2 / + 5 1 -</a:t>
                      </a:r>
                      <a:endPar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700088">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000" b="1"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Lấy những phần tử còn lại trong Stack và bỏ vào Stack.</a:t>
                      </a:r>
                      <a:endParaRPr kumimoji="0" lang="en-US" sz="2000" b="1"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2 3 * 8 2 / + 5 1 - *</a:t>
                      </a:r>
                      <a:endParaRPr kumimoji="0" lang="en-US" sz="2000" b="1"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8"/>
                  </a:ext>
                </a:extLst>
              </a:tr>
            </a:tbl>
          </a:graphicData>
        </a:graphic>
      </p:graphicFrame>
      <p:sp>
        <p:nvSpPr>
          <p:cNvPr id="4" name="Rectangle 462"/>
          <p:cNvSpPr>
            <a:spLocks noChangeArrowheads="1"/>
          </p:cNvSpPr>
          <p:nvPr/>
        </p:nvSpPr>
        <p:spPr bwMode="auto">
          <a:xfrm>
            <a:off x="1" y="496509"/>
            <a:ext cx="12192000" cy="584775"/>
          </a:xfrm>
          <a:prstGeom prst="rect">
            <a:avLst/>
          </a:prstGeom>
          <a:noFill/>
          <a:ln w="9525">
            <a:noFill/>
            <a:miter lim="800000"/>
            <a:headEnd/>
            <a:tailEnd/>
          </a:ln>
        </p:spPr>
        <p:txBody>
          <a:bodyPr wrap="square" anchor="ctr">
            <a:spAutoFit/>
          </a:bodyPr>
          <a:lstStyle/>
          <a:p>
            <a:pPr algn="ctr"/>
            <a:r>
              <a:rPr lang="en-US" sz="3200" b="1" dirty="0" err="1" smtClean="0">
                <a:solidFill>
                  <a:srgbClr val="CC0000"/>
                </a:solidFill>
                <a:latin typeface="+mj-lt"/>
                <a:cs typeface="Times New Roman" pitchFamily="18" charset="0"/>
              </a:rPr>
              <a:t>Chuyển</a:t>
            </a:r>
            <a:r>
              <a:rPr lang="en-US" sz="3200" b="1" dirty="0" smtClean="0">
                <a:solidFill>
                  <a:srgbClr val="CC0000"/>
                </a:solidFill>
                <a:latin typeface="+mj-lt"/>
                <a:cs typeface="Times New Roman" pitchFamily="18" charset="0"/>
              </a:rPr>
              <a:t> </a:t>
            </a:r>
            <a:r>
              <a:rPr lang="en-US" sz="3200" b="1" dirty="0" err="1" smtClean="0">
                <a:solidFill>
                  <a:srgbClr val="CC0000"/>
                </a:solidFill>
                <a:latin typeface="+mj-lt"/>
                <a:cs typeface="Times New Roman" pitchFamily="18" charset="0"/>
              </a:rPr>
              <a:t>biểu</a:t>
            </a:r>
            <a:r>
              <a:rPr lang="en-US" sz="3200" b="1" dirty="0" smtClean="0">
                <a:solidFill>
                  <a:srgbClr val="CC0000"/>
                </a:solidFill>
                <a:latin typeface="+mj-lt"/>
                <a:cs typeface="Times New Roman" pitchFamily="18" charset="0"/>
              </a:rPr>
              <a:t> </a:t>
            </a:r>
            <a:r>
              <a:rPr lang="en-US" sz="3200" b="1" dirty="0" err="1" smtClean="0">
                <a:solidFill>
                  <a:srgbClr val="CC0000"/>
                </a:solidFill>
                <a:latin typeface="+mj-lt"/>
                <a:cs typeface="Times New Roman" pitchFamily="18" charset="0"/>
              </a:rPr>
              <a:t>thức</a:t>
            </a:r>
            <a:r>
              <a:rPr lang="en-US" sz="3200" b="1" dirty="0" smtClean="0">
                <a:solidFill>
                  <a:srgbClr val="CC0000"/>
                </a:solidFill>
                <a:latin typeface="+mj-lt"/>
                <a:cs typeface="Times New Roman" pitchFamily="18" charset="0"/>
              </a:rPr>
              <a:t> </a:t>
            </a:r>
            <a:r>
              <a:rPr lang="en-US" sz="3200" b="1" dirty="0" err="1" smtClean="0">
                <a:solidFill>
                  <a:srgbClr val="CC0000"/>
                </a:solidFill>
                <a:latin typeface="+mj-lt"/>
                <a:cs typeface="Times New Roman" pitchFamily="18" charset="0"/>
              </a:rPr>
              <a:t>trung</a:t>
            </a:r>
            <a:r>
              <a:rPr lang="en-US" sz="3200" b="1" dirty="0" smtClean="0">
                <a:solidFill>
                  <a:srgbClr val="CC0000"/>
                </a:solidFill>
                <a:latin typeface="+mj-lt"/>
                <a:cs typeface="Times New Roman" pitchFamily="18" charset="0"/>
              </a:rPr>
              <a:t> </a:t>
            </a:r>
            <a:r>
              <a:rPr lang="en-US" sz="3200" b="1" dirty="0" err="1" smtClean="0">
                <a:solidFill>
                  <a:srgbClr val="CC0000"/>
                </a:solidFill>
                <a:latin typeface="+mj-lt"/>
                <a:cs typeface="Times New Roman" pitchFamily="18" charset="0"/>
              </a:rPr>
              <a:t>tố</a:t>
            </a:r>
            <a:r>
              <a:rPr lang="en-US" sz="3200" b="1" dirty="0" smtClean="0">
                <a:solidFill>
                  <a:srgbClr val="CC0000"/>
                </a:solidFill>
                <a:latin typeface="+mj-lt"/>
                <a:cs typeface="Times New Roman" pitchFamily="18" charset="0"/>
              </a:rPr>
              <a:t> sang </a:t>
            </a:r>
            <a:r>
              <a:rPr lang="en-US" sz="3200" b="1" dirty="0" err="1" smtClean="0">
                <a:solidFill>
                  <a:srgbClr val="CC0000"/>
                </a:solidFill>
                <a:latin typeface="+mj-lt"/>
                <a:cs typeface="Times New Roman" pitchFamily="18" charset="0"/>
              </a:rPr>
              <a:t>hậu</a:t>
            </a:r>
            <a:r>
              <a:rPr lang="en-US" sz="3200" b="1" dirty="0" smtClean="0">
                <a:solidFill>
                  <a:srgbClr val="CC0000"/>
                </a:solidFill>
                <a:latin typeface="+mj-lt"/>
                <a:cs typeface="Times New Roman" pitchFamily="18" charset="0"/>
              </a:rPr>
              <a:t> </a:t>
            </a:r>
            <a:r>
              <a:rPr lang="en-US" sz="3200" b="1" dirty="0" err="1" smtClean="0">
                <a:solidFill>
                  <a:srgbClr val="CC0000"/>
                </a:solidFill>
                <a:latin typeface="+mj-lt"/>
                <a:cs typeface="Times New Roman" pitchFamily="18" charset="0"/>
              </a:rPr>
              <a:t>tố</a:t>
            </a:r>
            <a:r>
              <a:rPr lang="en-US" sz="3200" b="1" dirty="0" smtClean="0">
                <a:solidFill>
                  <a:srgbClr val="CC0000"/>
                </a:solidFill>
                <a:latin typeface="+mj-lt"/>
                <a:cs typeface="Times New Roman" pitchFamily="18" charset="0"/>
              </a:rPr>
              <a:t> (</a:t>
            </a:r>
            <a:r>
              <a:rPr lang="en-US" sz="3200" b="1" err="1" smtClean="0">
                <a:solidFill>
                  <a:srgbClr val="CC0000"/>
                </a:solidFill>
                <a:latin typeface="+mj-lt"/>
                <a:cs typeface="Times New Roman" pitchFamily="18" charset="0"/>
              </a:rPr>
              <a:t>tt</a:t>
            </a:r>
            <a:r>
              <a:rPr lang="en-US" sz="3200" b="1" smtClean="0">
                <a:solidFill>
                  <a:srgbClr val="CC0000"/>
                </a:solidFill>
                <a:latin typeface="+mj-lt"/>
                <a:cs typeface="Times New Roman" pitchFamily="18" charset="0"/>
              </a:rPr>
              <a:t>)  </a:t>
            </a:r>
            <a:r>
              <a:rPr lang="en-US" sz="3200" b="1" dirty="0" smtClean="0">
                <a:solidFill>
                  <a:srgbClr val="CC0000"/>
                </a:solidFill>
                <a:latin typeface="+mj-lt"/>
                <a:cs typeface="Times New Roman" pitchFamily="18" charset="0"/>
              </a:rPr>
              <a:t>(2 </a:t>
            </a:r>
            <a:r>
              <a:rPr lang="en-US" sz="3200" b="1" dirty="0">
                <a:solidFill>
                  <a:srgbClr val="CC0000"/>
                </a:solidFill>
                <a:latin typeface="+mj-lt"/>
                <a:cs typeface="Times New Roman" pitchFamily="18" charset="0"/>
              </a:rPr>
              <a:t>* 3 +  8 / 2) * (5 – 1)</a:t>
            </a:r>
            <a:r>
              <a:rPr lang="en-US" sz="3200" b="1" dirty="0">
                <a:solidFill>
                  <a:srgbClr val="CC0000"/>
                </a:solidFill>
                <a:latin typeface="+mj-lt"/>
                <a:cs typeface="Arial" charset="0"/>
              </a:rPr>
              <a:t> </a:t>
            </a:r>
          </a:p>
        </p:txBody>
      </p:sp>
    </p:spTree>
    <p:extLst>
      <p:ext uri="{BB962C8B-B14F-4D97-AF65-F5344CB8AC3E}">
        <p14:creationId xmlns:p14="http://schemas.microsoft.com/office/powerpoint/2010/main" val="118577403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a:xfrm>
            <a:off x="1097280" y="402104"/>
            <a:ext cx="10058400" cy="759871"/>
          </a:xfrm>
        </p:spPr>
        <p:txBody>
          <a:bodyPr/>
          <a:lstStyle/>
          <a:p>
            <a:r>
              <a:rPr lang="en-US" dirty="0" err="1" smtClean="0">
                <a:solidFill>
                  <a:srgbClr val="0070C0"/>
                </a:solidFill>
              </a:rPr>
              <a:t>Bài</a:t>
            </a:r>
            <a:r>
              <a:rPr lang="en-US" dirty="0" smtClean="0">
                <a:solidFill>
                  <a:srgbClr val="0070C0"/>
                </a:solidFill>
              </a:rPr>
              <a:t> </a:t>
            </a:r>
            <a:r>
              <a:rPr lang="en-US" dirty="0" err="1" smtClean="0">
                <a:solidFill>
                  <a:srgbClr val="0070C0"/>
                </a:solidFill>
              </a:rPr>
              <a:t>tập</a:t>
            </a:r>
            <a:r>
              <a:rPr lang="en-US" dirty="0" smtClean="0">
                <a:solidFill>
                  <a:srgbClr val="0070C0"/>
                </a:solidFill>
              </a:rPr>
              <a:t> </a:t>
            </a:r>
            <a:endParaRPr lang="en-US" dirty="0">
              <a:solidFill>
                <a:srgbClr val="0070C0"/>
              </a:solidFill>
            </a:endParaRPr>
          </a:p>
        </p:txBody>
      </p:sp>
      <p:sp>
        <p:nvSpPr>
          <p:cNvPr id="5" name="Content Placeholder 4"/>
          <p:cNvSpPr>
            <a:spLocks noGrp="1"/>
          </p:cNvSpPr>
          <p:nvPr>
            <p:ph idx="1"/>
          </p:nvPr>
        </p:nvSpPr>
        <p:spPr/>
        <p:txBody>
          <a:bodyPr>
            <a:normAutofit/>
          </a:bodyPr>
          <a:lstStyle/>
          <a:p>
            <a:pPr marL="0" indent="0">
              <a:lnSpc>
                <a:spcPct val="150000"/>
              </a:lnSpc>
              <a:buNone/>
            </a:pPr>
            <a:r>
              <a:rPr lang="fr-FR" sz="2500" dirty="0" err="1">
                <a:solidFill>
                  <a:schemeClr val="tx1"/>
                </a:solidFill>
              </a:rPr>
              <a:t>Chuyển</a:t>
            </a:r>
            <a:r>
              <a:rPr lang="fr-FR" sz="2500" dirty="0">
                <a:solidFill>
                  <a:schemeClr val="tx1"/>
                </a:solidFill>
              </a:rPr>
              <a:t> </a:t>
            </a:r>
            <a:r>
              <a:rPr lang="fr-FR" sz="2500" dirty="0" err="1">
                <a:solidFill>
                  <a:schemeClr val="tx1"/>
                </a:solidFill>
              </a:rPr>
              <a:t>biểu</a:t>
            </a:r>
            <a:r>
              <a:rPr lang="fr-FR" sz="2500" dirty="0">
                <a:solidFill>
                  <a:schemeClr val="tx1"/>
                </a:solidFill>
              </a:rPr>
              <a:t> </a:t>
            </a:r>
            <a:r>
              <a:rPr lang="fr-FR" sz="2500" dirty="0" err="1">
                <a:solidFill>
                  <a:schemeClr val="tx1"/>
                </a:solidFill>
              </a:rPr>
              <a:t>thức</a:t>
            </a:r>
            <a:r>
              <a:rPr lang="fr-FR" sz="2500" dirty="0">
                <a:solidFill>
                  <a:schemeClr val="tx1"/>
                </a:solidFill>
              </a:rPr>
              <a:t> P sang </a:t>
            </a:r>
            <a:r>
              <a:rPr lang="fr-FR" sz="2500" dirty="0" err="1">
                <a:solidFill>
                  <a:schemeClr val="tx1"/>
                </a:solidFill>
              </a:rPr>
              <a:t>hậu</a:t>
            </a:r>
            <a:r>
              <a:rPr lang="fr-FR" sz="2500" dirty="0">
                <a:solidFill>
                  <a:schemeClr val="tx1"/>
                </a:solidFill>
              </a:rPr>
              <a:t> </a:t>
            </a:r>
            <a:r>
              <a:rPr lang="fr-FR" sz="2500" dirty="0" err="1">
                <a:solidFill>
                  <a:schemeClr val="tx1"/>
                </a:solidFill>
              </a:rPr>
              <a:t>tố</a:t>
            </a:r>
            <a:r>
              <a:rPr lang="fr-FR" sz="2500" dirty="0">
                <a:solidFill>
                  <a:schemeClr val="tx1"/>
                </a:solidFill>
              </a:rPr>
              <a:t> Q.</a:t>
            </a:r>
          </a:p>
          <a:p>
            <a:pPr marL="0" indent="0">
              <a:lnSpc>
                <a:spcPct val="150000"/>
              </a:lnSpc>
              <a:buNone/>
            </a:pPr>
            <a:r>
              <a:rPr lang="fr-FR" sz="2500" dirty="0" err="1">
                <a:solidFill>
                  <a:schemeClr val="tx1"/>
                </a:solidFill>
              </a:rPr>
              <a:t>Sau</a:t>
            </a:r>
            <a:r>
              <a:rPr lang="fr-FR" sz="2500" dirty="0">
                <a:solidFill>
                  <a:schemeClr val="tx1"/>
                </a:solidFill>
              </a:rPr>
              <a:t> </a:t>
            </a:r>
            <a:r>
              <a:rPr lang="fr-FR" sz="2500" dirty="0" err="1">
                <a:solidFill>
                  <a:schemeClr val="tx1"/>
                </a:solidFill>
              </a:rPr>
              <a:t>đó</a:t>
            </a:r>
            <a:r>
              <a:rPr lang="fr-FR" sz="2500" dirty="0">
                <a:solidFill>
                  <a:schemeClr val="tx1"/>
                </a:solidFill>
              </a:rPr>
              <a:t> </a:t>
            </a:r>
            <a:r>
              <a:rPr lang="fr-FR" sz="2500" dirty="0" err="1">
                <a:solidFill>
                  <a:schemeClr val="tx1"/>
                </a:solidFill>
              </a:rPr>
              <a:t>tính</a:t>
            </a:r>
            <a:r>
              <a:rPr lang="fr-FR" sz="2500" dirty="0">
                <a:solidFill>
                  <a:schemeClr val="tx1"/>
                </a:solidFill>
              </a:rPr>
              <a:t> </a:t>
            </a:r>
            <a:r>
              <a:rPr lang="fr-FR" sz="2500" dirty="0" err="1">
                <a:solidFill>
                  <a:schemeClr val="tx1"/>
                </a:solidFill>
              </a:rPr>
              <a:t>giá</a:t>
            </a:r>
            <a:r>
              <a:rPr lang="fr-FR" sz="2500" dirty="0">
                <a:solidFill>
                  <a:schemeClr val="tx1"/>
                </a:solidFill>
              </a:rPr>
              <a:t> </a:t>
            </a:r>
            <a:r>
              <a:rPr lang="fr-FR" sz="2500" dirty="0" err="1">
                <a:solidFill>
                  <a:schemeClr val="tx1"/>
                </a:solidFill>
              </a:rPr>
              <a:t>trị</a:t>
            </a:r>
            <a:r>
              <a:rPr lang="fr-FR" sz="2500" dirty="0">
                <a:solidFill>
                  <a:schemeClr val="tx1"/>
                </a:solidFill>
              </a:rPr>
              <a:t> Q.</a:t>
            </a:r>
          </a:p>
          <a:p>
            <a:pPr>
              <a:lnSpc>
                <a:spcPct val="150000"/>
              </a:lnSpc>
            </a:pPr>
            <a:r>
              <a:rPr lang="fr-FR" sz="2500" b="1" dirty="0">
                <a:solidFill>
                  <a:srgbClr val="FF0000"/>
                </a:solidFill>
              </a:rPr>
              <a:t>P = (4 * 5 – (1 + 9) / </a:t>
            </a:r>
            <a:r>
              <a:rPr lang="fr-FR" sz="2500" b="1" dirty="0" smtClean="0">
                <a:solidFill>
                  <a:srgbClr val="FF0000"/>
                </a:solidFill>
              </a:rPr>
              <a:t>2</a:t>
            </a:r>
            <a:r>
              <a:rPr lang="fr-FR" sz="2500" b="1" smtClean="0">
                <a:solidFill>
                  <a:srgbClr val="FF0000"/>
                </a:solidFill>
              </a:rPr>
              <a:t>)  </a:t>
            </a:r>
            <a:r>
              <a:rPr lang="fr-FR" sz="2500" b="1" smtClean="0">
                <a:solidFill>
                  <a:srgbClr val="FF0000"/>
                </a:solidFill>
                <a:sym typeface="Wingdings" panose="05000000000000000000" pitchFamily="2" charset="2"/>
              </a:rPr>
              <a:t> </a:t>
            </a:r>
            <a:r>
              <a:rPr lang="fr-FR" sz="2500" b="1" smtClean="0">
                <a:solidFill>
                  <a:srgbClr val="FF0000"/>
                </a:solidFill>
              </a:rPr>
              <a:t>Q ? (Về nhà)</a:t>
            </a:r>
            <a:endParaRPr lang="fr-FR" sz="2500" b="1" dirty="0" smtClean="0">
              <a:solidFill>
                <a:srgbClr val="FF0000"/>
              </a:solidFill>
            </a:endParaRPr>
          </a:p>
          <a:p>
            <a:r>
              <a:rPr lang="en-US" sz="2500" dirty="0">
                <a:solidFill>
                  <a:schemeClr val="tx1"/>
                </a:solidFill>
                <a:latin typeface="Arial"/>
                <a:ea typeface="Arial"/>
                <a:cs typeface="Arial"/>
                <a:sym typeface="Arial"/>
              </a:rPr>
              <a:t>P = ( A + B ) * ( C - ( D + A </a:t>
            </a:r>
            <a:r>
              <a:rPr lang="en-US" sz="2500" dirty="0" smtClean="0">
                <a:solidFill>
                  <a:schemeClr val="tx1"/>
                </a:solidFill>
                <a:latin typeface="Arial"/>
                <a:ea typeface="Arial"/>
                <a:cs typeface="Arial"/>
                <a:sym typeface="Arial"/>
              </a:rPr>
              <a:t>)) </a:t>
            </a:r>
            <a:r>
              <a:rPr lang="en-US" sz="2500" dirty="0" smtClean="0">
                <a:solidFill>
                  <a:schemeClr val="tx1"/>
                </a:solidFill>
                <a:latin typeface="Arial"/>
                <a:ea typeface="Arial"/>
                <a:cs typeface="Arial"/>
                <a:sym typeface="Wingdings" panose="05000000000000000000" pitchFamily="2" charset="2"/>
              </a:rPr>
              <a:t> Q?</a:t>
            </a:r>
            <a:endParaRPr lang="en-US" sz="2500" dirty="0">
              <a:solidFill>
                <a:schemeClr val="tx1"/>
              </a:solidFill>
              <a:latin typeface="Arial"/>
              <a:ea typeface="Arial"/>
              <a:cs typeface="Arial"/>
              <a:sym typeface="Arial"/>
            </a:endParaRPr>
          </a:p>
          <a:p>
            <a:r>
              <a:rPr lang="en-US" sz="2500" dirty="0">
                <a:solidFill>
                  <a:schemeClr val="tx1"/>
                </a:solidFill>
                <a:latin typeface="Arial"/>
                <a:ea typeface="Arial"/>
                <a:cs typeface="Arial"/>
                <a:sym typeface="Arial"/>
              </a:rPr>
              <a:t>P = A + (B * C – D / E ^ F * G) * </a:t>
            </a:r>
            <a:r>
              <a:rPr lang="en-US" sz="2500" dirty="0" smtClean="0">
                <a:solidFill>
                  <a:schemeClr val="tx1"/>
                </a:solidFill>
                <a:latin typeface="Arial"/>
                <a:ea typeface="Arial"/>
                <a:cs typeface="Arial"/>
                <a:sym typeface="Arial"/>
              </a:rPr>
              <a:t>H </a:t>
            </a:r>
            <a:r>
              <a:rPr lang="en-US" sz="2500" dirty="0" smtClean="0">
                <a:solidFill>
                  <a:schemeClr val="tx1"/>
                </a:solidFill>
                <a:latin typeface="Arial"/>
                <a:ea typeface="Arial"/>
                <a:cs typeface="Arial"/>
                <a:sym typeface="Wingdings" panose="05000000000000000000" pitchFamily="2" charset="2"/>
              </a:rPr>
              <a:t> Q?</a:t>
            </a:r>
            <a:endParaRPr lang="en-US" sz="2500" dirty="0">
              <a:solidFill>
                <a:schemeClr val="tx1"/>
              </a:solidFill>
              <a:latin typeface="Arial"/>
              <a:ea typeface="Arial"/>
              <a:cs typeface="Arial"/>
              <a:sym typeface="Arial"/>
            </a:endParaRPr>
          </a:p>
          <a:p>
            <a:pPr>
              <a:lnSpc>
                <a:spcPct val="150000"/>
              </a:lnSpc>
            </a:pPr>
            <a:endParaRPr lang="fr-FR" sz="2500" dirty="0" smtClean="0">
              <a:solidFill>
                <a:schemeClr val="tx1"/>
              </a:solidFill>
            </a:endParaRPr>
          </a:p>
          <a:p>
            <a:pPr>
              <a:lnSpc>
                <a:spcPct val="150000"/>
              </a:lnSpc>
              <a:buFont typeface="Symbol" panose="05050102010706020507" pitchFamily="18" charset="2"/>
              <a:buChar char="Þ"/>
            </a:pPr>
            <a:endParaRPr lang="fr-FR" sz="2500" dirty="0">
              <a:solidFill>
                <a:schemeClr val="tx1"/>
              </a:solidFill>
            </a:endParaRPr>
          </a:p>
          <a:p>
            <a:pPr>
              <a:lnSpc>
                <a:spcPct val="150000"/>
              </a:lnSpc>
            </a:pPr>
            <a:endParaRPr lang="en-US" sz="2500" dirty="0">
              <a:solidFill>
                <a:schemeClr val="tx1"/>
              </a:solidFill>
            </a:endParaRPr>
          </a:p>
        </p:txBody>
      </p:sp>
      <p:sp>
        <p:nvSpPr>
          <p:cNvPr id="3" name="Slide Number Placeholder 2"/>
          <p:cNvSpPr>
            <a:spLocks noGrp="1"/>
          </p:cNvSpPr>
          <p:nvPr>
            <p:ph type="sldNum" sz="quarter" idx="12"/>
          </p:nvPr>
        </p:nvSpPr>
        <p:spPr/>
        <p:txBody>
          <a:bodyPr/>
          <a:lstStyle/>
          <a:p>
            <a:fld id="{B24627E5-2E3F-4AE1-995E-77E2B7EB78DF}" type="slidenum">
              <a:rPr lang="en-US" smtClean="0"/>
              <a:t>22</a:t>
            </a:fld>
            <a:endParaRPr lang="en-US"/>
          </a:p>
        </p:txBody>
      </p:sp>
    </p:spTree>
    <p:extLst>
      <p:ext uri="{BB962C8B-B14F-4D97-AF65-F5344CB8AC3E}">
        <p14:creationId xmlns:p14="http://schemas.microsoft.com/office/powerpoint/2010/main" val="17591152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392479"/>
            <a:ext cx="10058400" cy="759871"/>
          </a:xfrm>
        </p:spPr>
        <p:txBody>
          <a:bodyPr/>
          <a:lstStyle/>
          <a:p>
            <a:r>
              <a:rPr lang="en-US" err="1">
                <a:solidFill>
                  <a:srgbClr val="0070C0"/>
                </a:solidFill>
              </a:rPr>
              <a:t>Bài</a:t>
            </a:r>
            <a:r>
              <a:rPr lang="en-US">
                <a:solidFill>
                  <a:srgbClr val="0070C0"/>
                </a:solidFill>
              </a:rPr>
              <a:t> </a:t>
            </a:r>
            <a:r>
              <a:rPr lang="en-US" dirty="0">
                <a:solidFill>
                  <a:srgbClr val="0070C0"/>
                </a:solidFill>
              </a:rPr>
              <a:t>4</a:t>
            </a:r>
            <a:r>
              <a:rPr lang="en-US" smtClean="0">
                <a:solidFill>
                  <a:srgbClr val="0070C0"/>
                </a:solidFill>
              </a:rPr>
              <a:t>.2.Tính </a:t>
            </a:r>
            <a:r>
              <a:rPr lang="en-US" dirty="0" err="1">
                <a:solidFill>
                  <a:srgbClr val="0070C0"/>
                </a:solidFill>
              </a:rPr>
              <a:t>giá</a:t>
            </a:r>
            <a:r>
              <a:rPr lang="en-US" dirty="0">
                <a:solidFill>
                  <a:srgbClr val="0070C0"/>
                </a:solidFill>
              </a:rPr>
              <a:t> </a:t>
            </a:r>
            <a:r>
              <a:rPr lang="en-US" dirty="0" err="1">
                <a:solidFill>
                  <a:srgbClr val="0070C0"/>
                </a:solidFill>
              </a:rPr>
              <a:t>trị</a:t>
            </a:r>
            <a:r>
              <a:rPr lang="en-US" dirty="0">
                <a:solidFill>
                  <a:srgbClr val="0070C0"/>
                </a:solidFill>
              </a:rPr>
              <a:t> </a:t>
            </a:r>
            <a:r>
              <a:rPr lang="en-US" dirty="0" err="1">
                <a:solidFill>
                  <a:srgbClr val="0070C0"/>
                </a:solidFill>
              </a:rPr>
              <a:t>biểu</a:t>
            </a:r>
            <a:r>
              <a:rPr lang="en-US" dirty="0">
                <a:solidFill>
                  <a:srgbClr val="0070C0"/>
                </a:solidFill>
              </a:rPr>
              <a:t> </a:t>
            </a:r>
            <a:r>
              <a:rPr lang="en-US" dirty="0" err="1">
                <a:solidFill>
                  <a:srgbClr val="0070C0"/>
                </a:solidFill>
              </a:rPr>
              <a:t>thức</a:t>
            </a:r>
            <a:r>
              <a:rPr lang="en-US" dirty="0">
                <a:solidFill>
                  <a:srgbClr val="0070C0"/>
                </a:solidFill>
              </a:rPr>
              <a:t> </a:t>
            </a:r>
            <a:r>
              <a:rPr lang="en-US" dirty="0" err="1">
                <a:solidFill>
                  <a:srgbClr val="0070C0"/>
                </a:solidFill>
              </a:rPr>
              <a:t>hậu</a:t>
            </a:r>
            <a:r>
              <a:rPr lang="en-US" dirty="0">
                <a:solidFill>
                  <a:srgbClr val="0070C0"/>
                </a:solidFill>
              </a:rPr>
              <a:t> </a:t>
            </a:r>
            <a:r>
              <a:rPr lang="en-US" dirty="0" err="1">
                <a:solidFill>
                  <a:srgbClr val="0070C0"/>
                </a:solidFill>
              </a:rPr>
              <a:t>tố</a:t>
            </a:r>
            <a:endParaRPr lang="en-US" dirty="0">
              <a:solidFill>
                <a:srgbClr val="0070C0"/>
              </a:solidFill>
            </a:endParaRPr>
          </a:p>
        </p:txBody>
      </p:sp>
      <p:sp>
        <p:nvSpPr>
          <p:cNvPr id="5" name="Slide Number Placeholder 4"/>
          <p:cNvSpPr>
            <a:spLocks noGrp="1"/>
          </p:cNvSpPr>
          <p:nvPr>
            <p:ph type="sldNum" sz="quarter" idx="12"/>
          </p:nvPr>
        </p:nvSpPr>
        <p:spPr/>
        <p:txBody>
          <a:bodyPr/>
          <a:lstStyle/>
          <a:p>
            <a:fld id="{B24627E5-2E3F-4AE1-995E-77E2B7EB78DF}" type="slidenum">
              <a:rPr lang="en-US" smtClean="0"/>
              <a:t>23</a:t>
            </a:fld>
            <a:endParaRPr lang="en-US"/>
          </a:p>
        </p:txBody>
      </p:sp>
      <p:sp>
        <p:nvSpPr>
          <p:cNvPr id="6" name="Rectangle 3"/>
          <p:cNvSpPr>
            <a:spLocks noGrp="1" noChangeArrowheads="1"/>
          </p:cNvSpPr>
          <p:nvPr>
            <p:ph idx="1"/>
          </p:nvPr>
        </p:nvSpPr>
        <p:spPr>
          <a:xfrm>
            <a:off x="1097280" y="1371600"/>
            <a:ext cx="9320884" cy="5486400"/>
          </a:xfrm>
        </p:spPr>
        <p:txBody>
          <a:bodyPr>
            <a:noAutofit/>
          </a:bodyPr>
          <a:lstStyle/>
          <a:p>
            <a:pPr algn="just" eaLnBrk="1" hangingPunct="1">
              <a:spcBef>
                <a:spcPts val="600"/>
              </a:spcBef>
              <a:buFontTx/>
              <a:buNone/>
            </a:pPr>
            <a:r>
              <a:rPr lang="en-US" sz="2400" b="0" dirty="0" smtClean="0">
                <a:cs typeface="Arial" panose="020B0604020202020204" pitchFamily="34" charset="0"/>
              </a:rPr>
              <a:t>1. Khởi tạo Stack rỗng </a:t>
            </a:r>
            <a:r>
              <a:rPr lang="en-US" sz="2400" b="0" i="1" dirty="0" smtClean="0">
                <a:cs typeface="Arial" panose="020B0604020202020204" pitchFamily="34" charset="0"/>
              </a:rPr>
              <a:t>(chứa hằng hoặc biến).</a:t>
            </a:r>
          </a:p>
          <a:p>
            <a:pPr algn="just" eaLnBrk="1" hangingPunct="1">
              <a:spcBef>
                <a:spcPts val="600"/>
              </a:spcBef>
              <a:buFontTx/>
              <a:buNone/>
            </a:pPr>
            <a:r>
              <a:rPr lang="en-US" sz="2400" b="0" dirty="0" smtClean="0">
                <a:cs typeface="Arial" panose="020B0604020202020204" pitchFamily="34" charset="0"/>
              </a:rPr>
              <a:t>2. Lặp cho đến khi kết thúc biểu thức:</a:t>
            </a:r>
          </a:p>
          <a:p>
            <a:pPr marL="627063" algn="just" eaLnBrk="1" hangingPunct="1">
              <a:spcBef>
                <a:spcPts val="600"/>
              </a:spcBef>
              <a:buFont typeface="Wingdings" panose="05000000000000000000" pitchFamily="2" charset="2"/>
              <a:buChar char="§"/>
            </a:pPr>
            <a:r>
              <a:rPr lang="en-US" sz="2400" b="0" dirty="0" smtClean="0">
                <a:cs typeface="Arial" panose="020B0604020202020204" pitchFamily="34" charset="0"/>
              </a:rPr>
              <a:t>Đọc 01 phần tử của biếu thức </a:t>
            </a:r>
            <a:r>
              <a:rPr lang="en-US" sz="2400" b="0" i="1" dirty="0" smtClean="0">
                <a:cs typeface="Arial" panose="020B0604020202020204" pitchFamily="34" charset="0"/>
              </a:rPr>
              <a:t>(hằng, biến, phép toán)</a:t>
            </a:r>
            <a:r>
              <a:rPr lang="en-US" sz="2400" b="0" dirty="0" smtClean="0">
                <a:cs typeface="Arial" panose="020B0604020202020204" pitchFamily="34" charset="0"/>
              </a:rPr>
              <a:t>.</a:t>
            </a:r>
          </a:p>
          <a:p>
            <a:pPr marL="627063" algn="just" eaLnBrk="1" hangingPunct="1">
              <a:spcBef>
                <a:spcPts val="600"/>
              </a:spcBef>
              <a:buFont typeface="Wingdings" panose="05000000000000000000" pitchFamily="2" charset="2"/>
              <a:buChar char="§"/>
            </a:pPr>
            <a:r>
              <a:rPr lang="en-US" sz="2400" b="0" dirty="0" smtClean="0">
                <a:cs typeface="Arial" panose="020B0604020202020204" pitchFamily="34" charset="0"/>
              </a:rPr>
              <a:t>Nếu phần tử là hằng hay biến: đưa vào Stack.</a:t>
            </a:r>
          </a:p>
          <a:p>
            <a:pPr marL="627063" algn="just" eaLnBrk="1" hangingPunct="1">
              <a:spcBef>
                <a:spcPts val="600"/>
              </a:spcBef>
              <a:buFont typeface="Wingdings" panose="05000000000000000000" pitchFamily="2" charset="2"/>
              <a:buChar char="§"/>
            </a:pPr>
            <a:r>
              <a:rPr lang="en-US" sz="2400" b="0" dirty="0" smtClean="0">
                <a:cs typeface="Arial" panose="020B0604020202020204" pitchFamily="34" charset="0"/>
              </a:rPr>
              <a:t>Ngược lại:</a:t>
            </a:r>
          </a:p>
          <a:p>
            <a:pPr marL="901700" lvl="1" indent="-274638" algn="just" eaLnBrk="1" hangingPunct="1">
              <a:spcBef>
                <a:spcPts val="600"/>
              </a:spcBef>
              <a:buFont typeface="Arial" panose="020B0604020202020204" pitchFamily="34" charset="0"/>
              <a:buChar char="•"/>
            </a:pPr>
            <a:r>
              <a:rPr lang="en-US" sz="2400" b="0" dirty="0" smtClean="0">
                <a:cs typeface="Arial" panose="020B0604020202020204" pitchFamily="34" charset="0"/>
              </a:rPr>
              <a:t>Lấy ra 2 phần tử của Stack ra.</a:t>
            </a:r>
          </a:p>
          <a:p>
            <a:pPr marL="901700" lvl="1" indent="-274638" algn="just" eaLnBrk="1" hangingPunct="1">
              <a:spcBef>
                <a:spcPts val="600"/>
              </a:spcBef>
              <a:buFont typeface="Arial" panose="020B0604020202020204" pitchFamily="34" charset="0"/>
              <a:buChar char="•"/>
            </a:pPr>
            <a:r>
              <a:rPr lang="en-US" sz="2400" b="0" dirty="0" smtClean="0">
                <a:cs typeface="Arial" panose="020B0604020202020204" pitchFamily="34" charset="0"/>
              </a:rPr>
              <a:t>Áp dụng phép toán cho 2 phần tử vừa lấy ra.</a:t>
            </a:r>
          </a:p>
          <a:p>
            <a:pPr marL="901700" lvl="1" indent="-274638" algn="just" eaLnBrk="1" hangingPunct="1">
              <a:spcBef>
                <a:spcPts val="600"/>
              </a:spcBef>
              <a:buFont typeface="Arial" panose="020B0604020202020204" pitchFamily="34" charset="0"/>
              <a:buChar char="•"/>
            </a:pPr>
            <a:r>
              <a:rPr lang="en-US" sz="2400" b="0" dirty="0" smtClean="0">
                <a:cs typeface="Arial" panose="020B0604020202020204" pitchFamily="34" charset="0"/>
              </a:rPr>
              <a:t>Đưa kết quả vừa tính </a:t>
            </a:r>
            <a:r>
              <a:rPr lang="vi-VN" sz="2400" b="0" dirty="0" smtClean="0">
                <a:cs typeface="Arial" panose="020B0604020202020204" pitchFamily="34" charset="0"/>
              </a:rPr>
              <a:t>đượ</a:t>
            </a:r>
            <a:r>
              <a:rPr lang="en-US" sz="2400" b="0" dirty="0" smtClean="0">
                <a:cs typeface="Arial" panose="020B0604020202020204" pitchFamily="34" charset="0"/>
              </a:rPr>
              <a:t>c vào lại Stack.</a:t>
            </a:r>
          </a:p>
          <a:p>
            <a:pPr algn="just" eaLnBrk="1" hangingPunct="1">
              <a:spcBef>
                <a:spcPts val="600"/>
              </a:spcBef>
              <a:buFontTx/>
              <a:buNone/>
            </a:pPr>
            <a:r>
              <a:rPr lang="en-US" sz="2400" b="0" dirty="0" smtClean="0">
                <a:cs typeface="Arial" panose="020B0604020202020204" pitchFamily="34" charset="0"/>
              </a:rPr>
              <a:t>3. Giá trị của biểu thức chính là phần tử </a:t>
            </a:r>
            <a:r>
              <a:rPr lang="en-US" sz="2400" b="0" dirty="0" err="1" smtClean="0">
                <a:cs typeface="Arial" panose="020B0604020202020204" pitchFamily="34" charset="0"/>
              </a:rPr>
              <a:t>cuối</a:t>
            </a:r>
            <a:r>
              <a:rPr lang="en-US" sz="2400" b="0" dirty="0" smtClean="0">
                <a:cs typeface="Arial" panose="020B0604020202020204" pitchFamily="34" charset="0"/>
              </a:rPr>
              <a:t> </a:t>
            </a:r>
            <a:r>
              <a:rPr lang="en-US" sz="2400" b="0" dirty="0" err="1" smtClean="0">
                <a:cs typeface="Arial" panose="020B0604020202020204" pitchFamily="34" charset="0"/>
              </a:rPr>
              <a:t>cùng</a:t>
            </a:r>
            <a:r>
              <a:rPr lang="en-US" sz="2400" b="0" dirty="0" smtClean="0">
                <a:cs typeface="Arial" panose="020B0604020202020204" pitchFamily="34" charset="0"/>
              </a:rPr>
              <a:t> </a:t>
            </a:r>
            <a:r>
              <a:rPr lang="en-US" sz="2400" b="0" dirty="0" err="1" smtClean="0">
                <a:cs typeface="Arial" panose="020B0604020202020204" pitchFamily="34" charset="0"/>
              </a:rPr>
              <a:t>của</a:t>
            </a:r>
            <a:r>
              <a:rPr lang="en-US" sz="2400" b="0" dirty="0" smtClean="0">
                <a:cs typeface="Arial" panose="020B0604020202020204" pitchFamily="34" charset="0"/>
              </a:rPr>
              <a:t> Stack.</a:t>
            </a:r>
          </a:p>
        </p:txBody>
      </p:sp>
    </p:spTree>
    <p:extLst>
      <p:ext uri="{BB962C8B-B14F-4D97-AF65-F5344CB8AC3E}">
        <p14:creationId xmlns:p14="http://schemas.microsoft.com/office/powerpoint/2010/main" val="57284791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3186" name="Line 2"/>
          <p:cNvSpPr>
            <a:spLocks noChangeShapeType="1"/>
          </p:cNvSpPr>
          <p:nvPr/>
        </p:nvSpPr>
        <p:spPr bwMode="auto">
          <a:xfrm>
            <a:off x="8039100" y="6361113"/>
            <a:ext cx="533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24" name="Text Box 4"/>
          <p:cNvSpPr txBox="1">
            <a:spLocks noChangeArrowheads="1"/>
          </p:cNvSpPr>
          <p:nvPr/>
        </p:nvSpPr>
        <p:spPr bwMode="auto">
          <a:xfrm>
            <a:off x="2095500" y="646113"/>
            <a:ext cx="502920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400" i="1" dirty="0">
                <a:solidFill>
                  <a:schemeClr val="tx1"/>
                </a:solidFill>
                <a:latin typeface="Times New Roman MT Extra Bold" pitchFamily="18" charset="0"/>
              </a:rPr>
              <a:t>Ví dụ:</a:t>
            </a:r>
            <a:r>
              <a:rPr lang="en-US" sz="2400" dirty="0">
                <a:solidFill>
                  <a:schemeClr val="tx1"/>
                </a:solidFill>
                <a:latin typeface="Times New Roman MT Extra Bold" pitchFamily="18" charset="0"/>
              </a:rPr>
              <a:t>    </a:t>
            </a:r>
            <a:r>
              <a:rPr 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2  3  4  +  5  6   -   -   *</a:t>
            </a:r>
          </a:p>
          <a:p>
            <a:pPr algn="l" eaLnBrk="1" hangingPunct="1">
              <a:spcBef>
                <a:spcPct val="50000"/>
              </a:spcBef>
            </a:pPr>
            <a:r>
              <a:rPr lang="en-US" sz="2000" dirty="0">
                <a:solidFill>
                  <a:schemeClr val="tx1"/>
                </a:solidFill>
                <a:latin typeface="Times New Roman MT Extra Bold" pitchFamily="18" charset="0"/>
              </a:rPr>
              <a:t>Push</a:t>
            </a:r>
            <a:r>
              <a:rPr lang="en-US" sz="2000" dirty="0">
                <a:solidFill>
                  <a:schemeClr val="tx1"/>
                </a:solidFill>
                <a:latin typeface="Courier New" panose="02070309020205020404" pitchFamily="49" charset="0"/>
              </a:rPr>
              <a:t> 2</a:t>
            </a:r>
          </a:p>
          <a:p>
            <a:pPr algn="l" eaLnBrk="1" hangingPunct="1"/>
            <a:r>
              <a:rPr lang="en-US" sz="2000" dirty="0">
                <a:solidFill>
                  <a:schemeClr val="tx1"/>
                </a:solidFill>
                <a:latin typeface="Times New Roman MT Extra Bold" pitchFamily="18" charset="0"/>
              </a:rPr>
              <a:t>Push</a:t>
            </a:r>
            <a:r>
              <a:rPr lang="en-US" sz="2000" dirty="0">
                <a:solidFill>
                  <a:schemeClr val="tx1"/>
                </a:solidFill>
                <a:latin typeface="Courier New" panose="02070309020205020404" pitchFamily="49" charset="0"/>
              </a:rPr>
              <a:t> 3</a:t>
            </a:r>
          </a:p>
          <a:p>
            <a:pPr algn="l" eaLnBrk="1" hangingPunct="1"/>
            <a:r>
              <a:rPr lang="en-US" sz="2000" dirty="0">
                <a:solidFill>
                  <a:schemeClr val="tx1"/>
                </a:solidFill>
                <a:latin typeface="Times New Roman MT Extra Bold" pitchFamily="18" charset="0"/>
              </a:rPr>
              <a:t>Push</a:t>
            </a:r>
            <a:r>
              <a:rPr lang="en-US" sz="2000" dirty="0">
                <a:solidFill>
                  <a:schemeClr val="tx1"/>
                </a:solidFill>
                <a:latin typeface="Courier New" panose="02070309020205020404" pitchFamily="49" charset="0"/>
              </a:rPr>
              <a:t> 4</a:t>
            </a:r>
          </a:p>
          <a:p>
            <a:pPr algn="l" eaLnBrk="1" hangingPunct="1"/>
            <a:r>
              <a:rPr lang="en-US" sz="2000" dirty="0">
                <a:solidFill>
                  <a:schemeClr val="tx1"/>
                </a:solidFill>
                <a:latin typeface="Times New Roman MT Extra Bold" pitchFamily="18" charset="0"/>
              </a:rPr>
              <a:t>Read</a:t>
            </a:r>
            <a:r>
              <a:rPr lang="en-US" sz="2000" dirty="0">
                <a:solidFill>
                  <a:schemeClr val="tx1"/>
                </a:solidFill>
                <a:latin typeface="Courier New" panose="02070309020205020404" pitchFamily="49" charset="0"/>
              </a:rPr>
              <a:t> + </a:t>
            </a:r>
          </a:p>
          <a:p>
            <a:pPr algn="l" eaLnBrk="1" hangingPunct="1"/>
            <a:r>
              <a:rPr lang="en-US" sz="2000" dirty="0">
                <a:solidFill>
                  <a:schemeClr val="tx1"/>
                </a:solidFill>
                <a:latin typeface="Courier New" panose="02070309020205020404" pitchFamily="49" charset="0"/>
              </a:rPr>
              <a:t>	</a:t>
            </a:r>
            <a:r>
              <a:rPr lang="en-US" sz="2000" dirty="0">
                <a:solidFill>
                  <a:schemeClr val="tx1"/>
                </a:solidFill>
                <a:latin typeface="Times New Roman MT Extra Bold" pitchFamily="18" charset="0"/>
              </a:rPr>
              <a:t>Pop</a:t>
            </a:r>
            <a:r>
              <a:rPr lang="en-US" sz="2000" dirty="0">
                <a:solidFill>
                  <a:schemeClr val="tx1"/>
                </a:solidFill>
                <a:latin typeface="Courier New" panose="02070309020205020404" pitchFamily="49" charset="0"/>
              </a:rPr>
              <a:t> 4, </a:t>
            </a:r>
            <a:r>
              <a:rPr lang="en-US" sz="2000" dirty="0">
                <a:solidFill>
                  <a:schemeClr val="tx1"/>
                </a:solidFill>
                <a:latin typeface="Times New Roman MT Extra Bold" pitchFamily="18" charset="0"/>
              </a:rPr>
              <a:t>Pop</a:t>
            </a:r>
            <a:r>
              <a:rPr lang="en-US" sz="2000" dirty="0">
                <a:solidFill>
                  <a:schemeClr val="tx1"/>
                </a:solidFill>
                <a:latin typeface="Courier New" panose="02070309020205020404" pitchFamily="49" charset="0"/>
              </a:rPr>
              <a:t> 3, </a:t>
            </a:r>
          </a:p>
          <a:p>
            <a:pPr algn="l" eaLnBrk="1" hangingPunct="1"/>
            <a:r>
              <a:rPr lang="en-US" sz="2000" dirty="0">
                <a:solidFill>
                  <a:schemeClr val="tx1"/>
                </a:solidFill>
                <a:latin typeface="Times New Roman MT Extra Bold" pitchFamily="18" charset="0"/>
              </a:rPr>
              <a:t>Push</a:t>
            </a:r>
            <a:r>
              <a:rPr lang="en-US" sz="2000" dirty="0">
                <a:solidFill>
                  <a:schemeClr val="tx1"/>
                </a:solidFill>
                <a:latin typeface="Courier New" panose="02070309020205020404" pitchFamily="49" charset="0"/>
              </a:rPr>
              <a:t> 7</a:t>
            </a:r>
          </a:p>
          <a:p>
            <a:pPr algn="l" eaLnBrk="1" hangingPunct="1"/>
            <a:r>
              <a:rPr lang="en-US" sz="2000" dirty="0">
                <a:solidFill>
                  <a:schemeClr val="tx1"/>
                </a:solidFill>
                <a:latin typeface="Times New Roman MT Extra Bold" pitchFamily="18" charset="0"/>
              </a:rPr>
              <a:t>Push</a:t>
            </a:r>
            <a:r>
              <a:rPr lang="en-US" sz="2000" dirty="0">
                <a:solidFill>
                  <a:schemeClr val="tx1"/>
                </a:solidFill>
                <a:latin typeface="Courier New" panose="02070309020205020404" pitchFamily="49" charset="0"/>
              </a:rPr>
              <a:t> 5</a:t>
            </a:r>
          </a:p>
          <a:p>
            <a:pPr algn="l" eaLnBrk="1" hangingPunct="1"/>
            <a:r>
              <a:rPr lang="en-US" sz="2000" dirty="0">
                <a:solidFill>
                  <a:schemeClr val="tx1"/>
                </a:solidFill>
                <a:latin typeface="Times New Roman MT Extra Bold" pitchFamily="18" charset="0"/>
              </a:rPr>
              <a:t>Push</a:t>
            </a:r>
            <a:r>
              <a:rPr lang="en-US" sz="2000" dirty="0">
                <a:solidFill>
                  <a:schemeClr val="tx1"/>
                </a:solidFill>
                <a:latin typeface="Courier New" panose="02070309020205020404" pitchFamily="49" charset="0"/>
              </a:rPr>
              <a:t> 6</a:t>
            </a:r>
          </a:p>
          <a:p>
            <a:pPr algn="l" eaLnBrk="1" hangingPunct="1"/>
            <a:r>
              <a:rPr lang="en-US" sz="2000" dirty="0">
                <a:solidFill>
                  <a:schemeClr val="tx1"/>
                </a:solidFill>
                <a:latin typeface="Times New Roman MT Extra Bold" pitchFamily="18" charset="0"/>
              </a:rPr>
              <a:t>Read</a:t>
            </a:r>
            <a:r>
              <a:rPr lang="en-US" sz="2000" dirty="0">
                <a:solidFill>
                  <a:schemeClr val="tx1"/>
                </a:solidFill>
                <a:latin typeface="Courier New" panose="02070309020205020404" pitchFamily="49" charset="0"/>
              </a:rPr>
              <a:t> -</a:t>
            </a:r>
          </a:p>
          <a:p>
            <a:pPr algn="l" eaLnBrk="1" hangingPunct="1"/>
            <a:r>
              <a:rPr lang="en-US" sz="2000" dirty="0">
                <a:solidFill>
                  <a:schemeClr val="tx1"/>
                </a:solidFill>
                <a:latin typeface="Courier New" panose="02070309020205020404" pitchFamily="49" charset="0"/>
              </a:rPr>
              <a:t>	</a:t>
            </a:r>
            <a:r>
              <a:rPr lang="en-US" sz="2000" dirty="0">
                <a:solidFill>
                  <a:schemeClr val="tx1"/>
                </a:solidFill>
                <a:latin typeface="Times New Roman MT Extra Bold" pitchFamily="18" charset="0"/>
              </a:rPr>
              <a:t>Pop</a:t>
            </a:r>
            <a:r>
              <a:rPr lang="en-US" sz="2000" dirty="0">
                <a:solidFill>
                  <a:schemeClr val="tx1"/>
                </a:solidFill>
                <a:latin typeface="Courier New" panose="02070309020205020404" pitchFamily="49" charset="0"/>
              </a:rPr>
              <a:t> 6, </a:t>
            </a:r>
            <a:r>
              <a:rPr lang="en-US" sz="2000" dirty="0">
                <a:solidFill>
                  <a:schemeClr val="tx1"/>
                </a:solidFill>
                <a:latin typeface="Times New Roman MT Extra Bold" pitchFamily="18" charset="0"/>
              </a:rPr>
              <a:t>Pop</a:t>
            </a:r>
            <a:r>
              <a:rPr lang="en-US" sz="2000" dirty="0">
                <a:solidFill>
                  <a:schemeClr val="tx1"/>
                </a:solidFill>
                <a:latin typeface="Courier New" panose="02070309020205020404" pitchFamily="49" charset="0"/>
              </a:rPr>
              <a:t> 5, </a:t>
            </a:r>
          </a:p>
          <a:p>
            <a:pPr algn="l" eaLnBrk="1" hangingPunct="1"/>
            <a:r>
              <a:rPr lang="en-US" sz="2000" dirty="0">
                <a:solidFill>
                  <a:schemeClr val="tx1"/>
                </a:solidFill>
                <a:latin typeface="Times New Roman MT Extra Bold" pitchFamily="18" charset="0"/>
              </a:rPr>
              <a:t>Push</a:t>
            </a:r>
            <a:r>
              <a:rPr lang="en-US" sz="2000" dirty="0">
                <a:solidFill>
                  <a:schemeClr val="tx1"/>
                </a:solidFill>
                <a:latin typeface="Courier New" panose="02070309020205020404" pitchFamily="49" charset="0"/>
              </a:rPr>
              <a:t> -1</a:t>
            </a:r>
          </a:p>
          <a:p>
            <a:pPr algn="l" eaLnBrk="1" hangingPunct="1"/>
            <a:r>
              <a:rPr lang="en-US" sz="2000" dirty="0">
                <a:solidFill>
                  <a:schemeClr val="tx1"/>
                </a:solidFill>
                <a:latin typeface="Times New Roman MT Extra Bold" pitchFamily="18" charset="0"/>
              </a:rPr>
              <a:t>Read</a:t>
            </a:r>
            <a:r>
              <a:rPr lang="en-US" sz="2000" dirty="0">
                <a:solidFill>
                  <a:schemeClr val="tx1"/>
                </a:solidFill>
                <a:latin typeface="Courier New" panose="02070309020205020404" pitchFamily="49" charset="0"/>
              </a:rPr>
              <a:t> - </a:t>
            </a:r>
          </a:p>
          <a:p>
            <a:pPr algn="l" eaLnBrk="1" hangingPunct="1"/>
            <a:r>
              <a:rPr lang="en-US" sz="2000" dirty="0">
                <a:solidFill>
                  <a:schemeClr val="tx1"/>
                </a:solidFill>
                <a:latin typeface="Courier New" panose="02070309020205020404" pitchFamily="49" charset="0"/>
              </a:rPr>
              <a:t>	</a:t>
            </a:r>
            <a:r>
              <a:rPr lang="en-US" sz="2000" dirty="0">
                <a:solidFill>
                  <a:schemeClr val="tx1"/>
                </a:solidFill>
                <a:latin typeface="Times New Roman MT Extra Bold" pitchFamily="18" charset="0"/>
              </a:rPr>
              <a:t>Pop</a:t>
            </a:r>
            <a:r>
              <a:rPr lang="en-US" sz="2000" dirty="0">
                <a:solidFill>
                  <a:schemeClr val="tx1"/>
                </a:solidFill>
                <a:latin typeface="Courier New" panose="02070309020205020404" pitchFamily="49" charset="0"/>
              </a:rPr>
              <a:t> -1, </a:t>
            </a:r>
            <a:r>
              <a:rPr lang="en-US" sz="2000" dirty="0">
                <a:solidFill>
                  <a:schemeClr val="tx1"/>
                </a:solidFill>
                <a:latin typeface="Times New Roman MT Extra Bold" pitchFamily="18" charset="0"/>
              </a:rPr>
              <a:t>Pop</a:t>
            </a:r>
            <a:r>
              <a:rPr lang="en-US" sz="2000" dirty="0">
                <a:solidFill>
                  <a:schemeClr val="tx1"/>
                </a:solidFill>
                <a:latin typeface="Courier New" panose="02070309020205020404" pitchFamily="49" charset="0"/>
              </a:rPr>
              <a:t> 7, </a:t>
            </a:r>
          </a:p>
          <a:p>
            <a:pPr algn="l" eaLnBrk="1" hangingPunct="1"/>
            <a:r>
              <a:rPr lang="en-US" sz="2000" dirty="0">
                <a:solidFill>
                  <a:schemeClr val="tx1"/>
                </a:solidFill>
                <a:latin typeface="Times New Roman MT Extra Bold" pitchFamily="18" charset="0"/>
              </a:rPr>
              <a:t>Push</a:t>
            </a:r>
            <a:r>
              <a:rPr lang="en-US" sz="2000" dirty="0">
                <a:solidFill>
                  <a:schemeClr val="tx1"/>
                </a:solidFill>
                <a:latin typeface="Courier New" panose="02070309020205020404" pitchFamily="49" charset="0"/>
              </a:rPr>
              <a:t> 8</a:t>
            </a:r>
          </a:p>
          <a:p>
            <a:pPr algn="l" eaLnBrk="1" hangingPunct="1"/>
            <a:r>
              <a:rPr lang="en-US" sz="2000" dirty="0">
                <a:solidFill>
                  <a:schemeClr val="tx1"/>
                </a:solidFill>
                <a:latin typeface="Times New Roman MT Extra Bold" pitchFamily="18" charset="0"/>
              </a:rPr>
              <a:t>Read</a:t>
            </a:r>
            <a:r>
              <a:rPr lang="en-US" sz="2000" dirty="0">
                <a:solidFill>
                  <a:schemeClr val="tx1"/>
                </a:solidFill>
                <a:latin typeface="Courier New" panose="02070309020205020404" pitchFamily="49" charset="0"/>
              </a:rPr>
              <a:t> *</a:t>
            </a:r>
          </a:p>
          <a:p>
            <a:pPr algn="l" eaLnBrk="1" hangingPunct="1"/>
            <a:r>
              <a:rPr lang="en-US" sz="2000" dirty="0">
                <a:solidFill>
                  <a:schemeClr val="tx1"/>
                </a:solidFill>
                <a:latin typeface="Courier New" panose="02070309020205020404" pitchFamily="49" charset="0"/>
              </a:rPr>
              <a:t>	</a:t>
            </a:r>
            <a:r>
              <a:rPr lang="en-US" sz="2000" dirty="0">
                <a:solidFill>
                  <a:schemeClr val="tx1"/>
                </a:solidFill>
                <a:latin typeface="Times New Roman MT Extra Bold" pitchFamily="18" charset="0"/>
              </a:rPr>
              <a:t>Pop</a:t>
            </a:r>
            <a:r>
              <a:rPr lang="en-US" sz="2000" dirty="0">
                <a:solidFill>
                  <a:schemeClr val="tx1"/>
                </a:solidFill>
                <a:latin typeface="Courier New" panose="02070309020205020404" pitchFamily="49" charset="0"/>
              </a:rPr>
              <a:t> 8, </a:t>
            </a:r>
            <a:r>
              <a:rPr lang="en-US" sz="2000" dirty="0">
                <a:solidFill>
                  <a:schemeClr val="tx1"/>
                </a:solidFill>
                <a:latin typeface="Times New Roman MT Extra Bold" pitchFamily="18" charset="0"/>
              </a:rPr>
              <a:t>Pop</a:t>
            </a:r>
            <a:r>
              <a:rPr lang="en-US" sz="2000" dirty="0">
                <a:solidFill>
                  <a:schemeClr val="tx1"/>
                </a:solidFill>
                <a:latin typeface="Courier New" panose="02070309020205020404" pitchFamily="49" charset="0"/>
              </a:rPr>
              <a:t> 2, </a:t>
            </a:r>
          </a:p>
          <a:p>
            <a:pPr algn="l" eaLnBrk="1" hangingPunct="1"/>
            <a:r>
              <a:rPr lang="en-US" sz="2000" dirty="0">
                <a:solidFill>
                  <a:schemeClr val="tx1"/>
                </a:solidFill>
                <a:latin typeface="Times New Roman MT Extra Bold" pitchFamily="18" charset="0"/>
              </a:rPr>
              <a:t>Push</a:t>
            </a:r>
            <a:r>
              <a:rPr lang="en-US" sz="2000" dirty="0">
                <a:solidFill>
                  <a:schemeClr val="tx1"/>
                </a:solidFill>
                <a:latin typeface="Courier New" panose="02070309020205020404" pitchFamily="49" charset="0"/>
              </a:rPr>
              <a:t> 16</a:t>
            </a:r>
          </a:p>
        </p:txBody>
      </p:sp>
      <p:grpSp>
        <p:nvGrpSpPr>
          <p:cNvPr id="2" name="Group 5"/>
          <p:cNvGrpSpPr>
            <a:grpSpLocks/>
          </p:cNvGrpSpPr>
          <p:nvPr/>
        </p:nvGrpSpPr>
        <p:grpSpPr bwMode="auto">
          <a:xfrm>
            <a:off x="7962900" y="1789113"/>
            <a:ext cx="533400" cy="457200"/>
            <a:chOff x="3888" y="1344"/>
            <a:chExt cx="336" cy="288"/>
          </a:xfrm>
        </p:grpSpPr>
        <p:sp>
          <p:nvSpPr>
            <p:cNvPr id="30809" name="Rectangle 6"/>
            <p:cNvSpPr>
              <a:spLocks noChangeArrowheads="1"/>
            </p:cNvSpPr>
            <p:nvPr/>
          </p:nvSpPr>
          <p:spPr bwMode="auto">
            <a:xfrm>
              <a:off x="3888" y="1344"/>
              <a:ext cx="336" cy="240"/>
            </a:xfrm>
            <a:prstGeom prst="rect">
              <a:avLst/>
            </a:prstGeom>
            <a:solidFill>
              <a:srgbClr val="66FFCC"/>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30810" name="Text Box 7"/>
            <p:cNvSpPr txBox="1">
              <a:spLocks noChangeArrowheads="1"/>
            </p:cNvSpPr>
            <p:nvPr/>
          </p:nvSpPr>
          <p:spPr bwMode="auto">
            <a:xfrm>
              <a:off x="3936" y="134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r>
                <a:rPr lang="en-US" sz="2400">
                  <a:solidFill>
                    <a:schemeClr val="tx1"/>
                  </a:solidFill>
                  <a:latin typeface="Courier New" panose="02070309020205020404" pitchFamily="49" charset="0"/>
                </a:rPr>
                <a:t>2</a:t>
              </a:r>
            </a:p>
          </p:txBody>
        </p:sp>
      </p:grpSp>
      <p:grpSp>
        <p:nvGrpSpPr>
          <p:cNvPr id="3" name="Group 8"/>
          <p:cNvGrpSpPr>
            <a:grpSpLocks/>
          </p:cNvGrpSpPr>
          <p:nvPr/>
        </p:nvGrpSpPr>
        <p:grpSpPr bwMode="auto">
          <a:xfrm>
            <a:off x="7962900" y="1408113"/>
            <a:ext cx="533400" cy="457200"/>
            <a:chOff x="3888" y="1104"/>
            <a:chExt cx="336" cy="288"/>
          </a:xfrm>
        </p:grpSpPr>
        <p:sp>
          <p:nvSpPr>
            <p:cNvPr id="30807" name="Rectangle 9"/>
            <p:cNvSpPr>
              <a:spLocks noChangeArrowheads="1"/>
            </p:cNvSpPr>
            <p:nvPr/>
          </p:nvSpPr>
          <p:spPr bwMode="auto">
            <a:xfrm>
              <a:off x="3888" y="1104"/>
              <a:ext cx="336" cy="240"/>
            </a:xfrm>
            <a:prstGeom prst="rect">
              <a:avLst/>
            </a:prstGeom>
            <a:solidFill>
              <a:srgbClr val="66FFCC"/>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30808" name="Text Box 10"/>
            <p:cNvSpPr txBox="1">
              <a:spLocks noChangeArrowheads="1"/>
            </p:cNvSpPr>
            <p:nvPr/>
          </p:nvSpPr>
          <p:spPr bwMode="auto">
            <a:xfrm>
              <a:off x="3936" y="110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r>
                <a:rPr lang="en-US" sz="2400">
                  <a:solidFill>
                    <a:schemeClr val="tx1"/>
                  </a:solidFill>
                  <a:latin typeface="Courier New" panose="02070309020205020404" pitchFamily="49" charset="0"/>
                </a:rPr>
                <a:t>3</a:t>
              </a:r>
            </a:p>
          </p:txBody>
        </p:sp>
      </p:grpSp>
      <p:grpSp>
        <p:nvGrpSpPr>
          <p:cNvPr id="4" name="Group 11"/>
          <p:cNvGrpSpPr>
            <a:grpSpLocks/>
          </p:cNvGrpSpPr>
          <p:nvPr/>
        </p:nvGrpSpPr>
        <p:grpSpPr bwMode="auto">
          <a:xfrm>
            <a:off x="7962900" y="1027113"/>
            <a:ext cx="533400" cy="457200"/>
            <a:chOff x="3888" y="864"/>
            <a:chExt cx="336" cy="288"/>
          </a:xfrm>
        </p:grpSpPr>
        <p:sp>
          <p:nvSpPr>
            <p:cNvPr id="30805" name="Rectangle 12"/>
            <p:cNvSpPr>
              <a:spLocks noChangeArrowheads="1"/>
            </p:cNvSpPr>
            <p:nvPr/>
          </p:nvSpPr>
          <p:spPr bwMode="auto">
            <a:xfrm>
              <a:off x="3888" y="864"/>
              <a:ext cx="336" cy="240"/>
            </a:xfrm>
            <a:prstGeom prst="rect">
              <a:avLst/>
            </a:prstGeom>
            <a:solidFill>
              <a:srgbClr val="66FFCC"/>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30806" name="Text Box 13"/>
            <p:cNvSpPr txBox="1">
              <a:spLocks noChangeArrowheads="1"/>
            </p:cNvSpPr>
            <p:nvPr/>
          </p:nvSpPr>
          <p:spPr bwMode="auto">
            <a:xfrm>
              <a:off x="3936" y="86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r>
                <a:rPr lang="en-US" sz="2400">
                  <a:solidFill>
                    <a:schemeClr val="tx1"/>
                  </a:solidFill>
                  <a:latin typeface="Courier New" panose="02070309020205020404" pitchFamily="49" charset="0"/>
                </a:rPr>
                <a:t>4</a:t>
              </a:r>
            </a:p>
          </p:txBody>
        </p:sp>
      </p:grpSp>
      <p:sp>
        <p:nvSpPr>
          <p:cNvPr id="93198" name="Line 14"/>
          <p:cNvSpPr>
            <a:spLocks noChangeShapeType="1"/>
          </p:cNvSpPr>
          <p:nvPr/>
        </p:nvSpPr>
        <p:spPr bwMode="auto">
          <a:xfrm flipH="1">
            <a:off x="5905500" y="1179513"/>
            <a:ext cx="2209800" cy="12954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3199" name="Line 15"/>
          <p:cNvSpPr>
            <a:spLocks noChangeShapeType="1"/>
          </p:cNvSpPr>
          <p:nvPr/>
        </p:nvSpPr>
        <p:spPr bwMode="auto">
          <a:xfrm flipH="1">
            <a:off x="5372100" y="1560513"/>
            <a:ext cx="2667000" cy="8382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5" name="Group 16"/>
          <p:cNvGrpSpPr>
            <a:grpSpLocks/>
          </p:cNvGrpSpPr>
          <p:nvPr/>
        </p:nvGrpSpPr>
        <p:grpSpPr bwMode="auto">
          <a:xfrm>
            <a:off x="9258300" y="3313113"/>
            <a:ext cx="533400" cy="457200"/>
            <a:chOff x="3888" y="2448"/>
            <a:chExt cx="336" cy="288"/>
          </a:xfrm>
        </p:grpSpPr>
        <p:sp>
          <p:nvSpPr>
            <p:cNvPr id="30803" name="Rectangle 17"/>
            <p:cNvSpPr>
              <a:spLocks noChangeArrowheads="1"/>
            </p:cNvSpPr>
            <p:nvPr/>
          </p:nvSpPr>
          <p:spPr bwMode="auto">
            <a:xfrm>
              <a:off x="3888" y="2448"/>
              <a:ext cx="336" cy="240"/>
            </a:xfrm>
            <a:prstGeom prst="rect">
              <a:avLst/>
            </a:prstGeom>
            <a:solidFill>
              <a:srgbClr val="66FFCC"/>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30804" name="Text Box 18"/>
            <p:cNvSpPr txBox="1">
              <a:spLocks noChangeArrowheads="1"/>
            </p:cNvSpPr>
            <p:nvPr/>
          </p:nvSpPr>
          <p:spPr bwMode="auto">
            <a:xfrm>
              <a:off x="3936" y="244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r>
                <a:rPr lang="en-US" sz="2400">
                  <a:solidFill>
                    <a:schemeClr val="tx1"/>
                  </a:solidFill>
                  <a:latin typeface="Courier New" panose="02070309020205020404" pitchFamily="49" charset="0"/>
                </a:rPr>
                <a:t>2</a:t>
              </a:r>
            </a:p>
          </p:txBody>
        </p:sp>
      </p:grpSp>
      <p:grpSp>
        <p:nvGrpSpPr>
          <p:cNvPr id="6" name="Group 19"/>
          <p:cNvGrpSpPr>
            <a:grpSpLocks/>
          </p:cNvGrpSpPr>
          <p:nvPr/>
        </p:nvGrpSpPr>
        <p:grpSpPr bwMode="auto">
          <a:xfrm>
            <a:off x="9258300" y="2932113"/>
            <a:ext cx="533400" cy="457200"/>
            <a:chOff x="3888" y="2208"/>
            <a:chExt cx="336" cy="288"/>
          </a:xfrm>
        </p:grpSpPr>
        <p:sp>
          <p:nvSpPr>
            <p:cNvPr id="30801" name="Rectangle 20"/>
            <p:cNvSpPr>
              <a:spLocks noChangeArrowheads="1"/>
            </p:cNvSpPr>
            <p:nvPr/>
          </p:nvSpPr>
          <p:spPr bwMode="auto">
            <a:xfrm>
              <a:off x="3888" y="2208"/>
              <a:ext cx="336" cy="240"/>
            </a:xfrm>
            <a:prstGeom prst="rect">
              <a:avLst/>
            </a:prstGeom>
            <a:solidFill>
              <a:srgbClr val="66FFCC"/>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30802" name="Text Box 21"/>
            <p:cNvSpPr txBox="1">
              <a:spLocks noChangeArrowheads="1"/>
            </p:cNvSpPr>
            <p:nvPr/>
          </p:nvSpPr>
          <p:spPr bwMode="auto">
            <a:xfrm>
              <a:off x="3936" y="220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r>
                <a:rPr lang="en-US" sz="2400">
                  <a:solidFill>
                    <a:schemeClr val="tx1"/>
                  </a:solidFill>
                  <a:latin typeface="Courier New" panose="02070309020205020404" pitchFamily="49" charset="0"/>
                </a:rPr>
                <a:t>7</a:t>
              </a:r>
            </a:p>
          </p:txBody>
        </p:sp>
      </p:grpSp>
      <p:grpSp>
        <p:nvGrpSpPr>
          <p:cNvPr id="7" name="Group 22"/>
          <p:cNvGrpSpPr>
            <a:grpSpLocks/>
          </p:cNvGrpSpPr>
          <p:nvPr/>
        </p:nvGrpSpPr>
        <p:grpSpPr bwMode="auto">
          <a:xfrm>
            <a:off x="9258300" y="2551113"/>
            <a:ext cx="533400" cy="457200"/>
            <a:chOff x="3888" y="1968"/>
            <a:chExt cx="336" cy="288"/>
          </a:xfrm>
        </p:grpSpPr>
        <p:sp>
          <p:nvSpPr>
            <p:cNvPr id="30799" name="Rectangle 23"/>
            <p:cNvSpPr>
              <a:spLocks noChangeArrowheads="1"/>
            </p:cNvSpPr>
            <p:nvPr/>
          </p:nvSpPr>
          <p:spPr bwMode="auto">
            <a:xfrm>
              <a:off x="3888" y="1968"/>
              <a:ext cx="336" cy="240"/>
            </a:xfrm>
            <a:prstGeom prst="rect">
              <a:avLst/>
            </a:prstGeom>
            <a:solidFill>
              <a:srgbClr val="66FFCC"/>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30800" name="Text Box 24"/>
            <p:cNvSpPr txBox="1">
              <a:spLocks noChangeArrowheads="1"/>
            </p:cNvSpPr>
            <p:nvPr/>
          </p:nvSpPr>
          <p:spPr bwMode="auto">
            <a:xfrm>
              <a:off x="3936" y="196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r>
                <a:rPr lang="en-US" sz="2400">
                  <a:solidFill>
                    <a:schemeClr val="tx1"/>
                  </a:solidFill>
                  <a:latin typeface="Courier New" panose="02070309020205020404" pitchFamily="49" charset="0"/>
                </a:rPr>
                <a:t>5</a:t>
              </a:r>
            </a:p>
          </p:txBody>
        </p:sp>
      </p:grpSp>
      <p:grpSp>
        <p:nvGrpSpPr>
          <p:cNvPr id="8" name="Group 25"/>
          <p:cNvGrpSpPr>
            <a:grpSpLocks/>
          </p:cNvGrpSpPr>
          <p:nvPr/>
        </p:nvGrpSpPr>
        <p:grpSpPr bwMode="auto">
          <a:xfrm>
            <a:off x="9258300" y="2170113"/>
            <a:ext cx="533400" cy="457200"/>
            <a:chOff x="3888" y="1728"/>
            <a:chExt cx="336" cy="288"/>
          </a:xfrm>
        </p:grpSpPr>
        <p:sp>
          <p:nvSpPr>
            <p:cNvPr id="30797" name="Rectangle 26"/>
            <p:cNvSpPr>
              <a:spLocks noChangeArrowheads="1"/>
            </p:cNvSpPr>
            <p:nvPr/>
          </p:nvSpPr>
          <p:spPr bwMode="auto">
            <a:xfrm>
              <a:off x="3888" y="1728"/>
              <a:ext cx="336" cy="240"/>
            </a:xfrm>
            <a:prstGeom prst="rect">
              <a:avLst/>
            </a:prstGeom>
            <a:solidFill>
              <a:srgbClr val="66FFCC"/>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30798" name="Text Box 27"/>
            <p:cNvSpPr txBox="1">
              <a:spLocks noChangeArrowheads="1"/>
            </p:cNvSpPr>
            <p:nvPr/>
          </p:nvSpPr>
          <p:spPr bwMode="auto">
            <a:xfrm>
              <a:off x="3936" y="172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r>
                <a:rPr lang="en-US" sz="2400">
                  <a:solidFill>
                    <a:schemeClr val="tx1"/>
                  </a:solidFill>
                  <a:latin typeface="Courier New" panose="02070309020205020404" pitchFamily="49" charset="0"/>
                </a:rPr>
                <a:t>6</a:t>
              </a:r>
            </a:p>
          </p:txBody>
        </p:sp>
      </p:grpSp>
      <p:sp>
        <p:nvSpPr>
          <p:cNvPr id="93212" name="Line 28"/>
          <p:cNvSpPr>
            <a:spLocks noChangeShapeType="1"/>
          </p:cNvSpPr>
          <p:nvPr/>
        </p:nvSpPr>
        <p:spPr bwMode="auto">
          <a:xfrm flipH="1">
            <a:off x="5905500" y="2398713"/>
            <a:ext cx="3352800" cy="16002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3213" name="Line 29"/>
          <p:cNvSpPr>
            <a:spLocks noChangeShapeType="1"/>
          </p:cNvSpPr>
          <p:nvPr/>
        </p:nvSpPr>
        <p:spPr bwMode="auto">
          <a:xfrm flipH="1">
            <a:off x="5372100" y="2779713"/>
            <a:ext cx="4038600" cy="11430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9" name="Group 30"/>
          <p:cNvGrpSpPr>
            <a:grpSpLocks/>
          </p:cNvGrpSpPr>
          <p:nvPr/>
        </p:nvGrpSpPr>
        <p:grpSpPr bwMode="auto">
          <a:xfrm>
            <a:off x="8039100" y="4760913"/>
            <a:ext cx="533400" cy="457200"/>
            <a:chOff x="3888" y="1344"/>
            <a:chExt cx="336" cy="288"/>
          </a:xfrm>
        </p:grpSpPr>
        <p:sp>
          <p:nvSpPr>
            <p:cNvPr id="30795" name="Rectangle 31"/>
            <p:cNvSpPr>
              <a:spLocks noChangeArrowheads="1"/>
            </p:cNvSpPr>
            <p:nvPr/>
          </p:nvSpPr>
          <p:spPr bwMode="auto">
            <a:xfrm>
              <a:off x="3888" y="1344"/>
              <a:ext cx="336" cy="240"/>
            </a:xfrm>
            <a:prstGeom prst="rect">
              <a:avLst/>
            </a:prstGeom>
            <a:solidFill>
              <a:srgbClr val="66FFCC"/>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30796" name="Text Box 32"/>
            <p:cNvSpPr txBox="1">
              <a:spLocks noChangeArrowheads="1"/>
            </p:cNvSpPr>
            <p:nvPr/>
          </p:nvSpPr>
          <p:spPr bwMode="auto">
            <a:xfrm>
              <a:off x="3936" y="134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r>
                <a:rPr lang="en-US" sz="2400">
                  <a:solidFill>
                    <a:schemeClr val="tx1"/>
                  </a:solidFill>
                  <a:latin typeface="Courier New" panose="02070309020205020404" pitchFamily="49" charset="0"/>
                </a:rPr>
                <a:t>2</a:t>
              </a:r>
            </a:p>
          </p:txBody>
        </p:sp>
      </p:grpSp>
      <p:grpSp>
        <p:nvGrpSpPr>
          <p:cNvPr id="10" name="Group 33"/>
          <p:cNvGrpSpPr>
            <a:grpSpLocks/>
          </p:cNvGrpSpPr>
          <p:nvPr/>
        </p:nvGrpSpPr>
        <p:grpSpPr bwMode="auto">
          <a:xfrm>
            <a:off x="8039100" y="4379913"/>
            <a:ext cx="533400" cy="457200"/>
            <a:chOff x="3888" y="1104"/>
            <a:chExt cx="336" cy="288"/>
          </a:xfrm>
        </p:grpSpPr>
        <p:sp>
          <p:nvSpPr>
            <p:cNvPr id="30793" name="Rectangle 34"/>
            <p:cNvSpPr>
              <a:spLocks noChangeArrowheads="1"/>
            </p:cNvSpPr>
            <p:nvPr/>
          </p:nvSpPr>
          <p:spPr bwMode="auto">
            <a:xfrm>
              <a:off x="3888" y="1104"/>
              <a:ext cx="336" cy="240"/>
            </a:xfrm>
            <a:prstGeom prst="rect">
              <a:avLst/>
            </a:prstGeom>
            <a:solidFill>
              <a:srgbClr val="66FFCC"/>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30794" name="Text Box 35"/>
            <p:cNvSpPr txBox="1">
              <a:spLocks noChangeArrowheads="1"/>
            </p:cNvSpPr>
            <p:nvPr/>
          </p:nvSpPr>
          <p:spPr bwMode="auto">
            <a:xfrm>
              <a:off x="3936" y="110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r>
                <a:rPr lang="en-US" sz="2400">
                  <a:solidFill>
                    <a:schemeClr val="tx1"/>
                  </a:solidFill>
                  <a:latin typeface="Courier New" panose="02070309020205020404" pitchFamily="49" charset="0"/>
                </a:rPr>
                <a:t>7</a:t>
              </a:r>
            </a:p>
          </p:txBody>
        </p:sp>
      </p:grpSp>
      <p:grpSp>
        <p:nvGrpSpPr>
          <p:cNvPr id="11" name="Group 36"/>
          <p:cNvGrpSpPr>
            <a:grpSpLocks/>
          </p:cNvGrpSpPr>
          <p:nvPr/>
        </p:nvGrpSpPr>
        <p:grpSpPr bwMode="auto">
          <a:xfrm>
            <a:off x="8039100" y="3998913"/>
            <a:ext cx="838200" cy="457200"/>
            <a:chOff x="3936" y="2880"/>
            <a:chExt cx="528" cy="288"/>
          </a:xfrm>
        </p:grpSpPr>
        <p:sp>
          <p:nvSpPr>
            <p:cNvPr id="30791" name="Rectangle 37"/>
            <p:cNvSpPr>
              <a:spLocks noChangeArrowheads="1"/>
            </p:cNvSpPr>
            <p:nvPr/>
          </p:nvSpPr>
          <p:spPr bwMode="auto">
            <a:xfrm>
              <a:off x="3936" y="2880"/>
              <a:ext cx="336" cy="240"/>
            </a:xfrm>
            <a:prstGeom prst="rect">
              <a:avLst/>
            </a:prstGeom>
            <a:solidFill>
              <a:srgbClr val="66FFCC"/>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30792" name="Text Box 38"/>
            <p:cNvSpPr txBox="1">
              <a:spLocks noChangeArrowheads="1"/>
            </p:cNvSpPr>
            <p:nvPr/>
          </p:nvSpPr>
          <p:spPr bwMode="auto">
            <a:xfrm>
              <a:off x="3936" y="2880"/>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r>
                <a:rPr lang="en-US" sz="2400">
                  <a:solidFill>
                    <a:schemeClr val="tx1"/>
                  </a:solidFill>
                  <a:latin typeface="Courier New" panose="02070309020205020404" pitchFamily="49" charset="0"/>
                </a:rPr>
                <a:t>-1</a:t>
              </a:r>
            </a:p>
          </p:txBody>
        </p:sp>
      </p:grpSp>
      <p:sp>
        <p:nvSpPr>
          <p:cNvPr id="93223" name="Line 39"/>
          <p:cNvSpPr>
            <a:spLocks noChangeShapeType="1"/>
          </p:cNvSpPr>
          <p:nvPr/>
        </p:nvSpPr>
        <p:spPr bwMode="auto">
          <a:xfrm flipH="1">
            <a:off x="6210300" y="4227513"/>
            <a:ext cx="1905000" cy="6858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3224" name="Line 40"/>
          <p:cNvSpPr>
            <a:spLocks noChangeShapeType="1"/>
          </p:cNvSpPr>
          <p:nvPr/>
        </p:nvSpPr>
        <p:spPr bwMode="auto">
          <a:xfrm flipH="1">
            <a:off x="5448300" y="4608513"/>
            <a:ext cx="2743200" cy="2286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12" name="Group 41"/>
          <p:cNvGrpSpPr>
            <a:grpSpLocks/>
          </p:cNvGrpSpPr>
          <p:nvPr/>
        </p:nvGrpSpPr>
        <p:grpSpPr bwMode="auto">
          <a:xfrm>
            <a:off x="8877300" y="5522913"/>
            <a:ext cx="533400" cy="457200"/>
            <a:chOff x="3888" y="1344"/>
            <a:chExt cx="336" cy="288"/>
          </a:xfrm>
        </p:grpSpPr>
        <p:sp>
          <p:nvSpPr>
            <p:cNvPr id="30789" name="Rectangle 42"/>
            <p:cNvSpPr>
              <a:spLocks noChangeArrowheads="1"/>
            </p:cNvSpPr>
            <p:nvPr/>
          </p:nvSpPr>
          <p:spPr bwMode="auto">
            <a:xfrm>
              <a:off x="3888" y="1344"/>
              <a:ext cx="336" cy="240"/>
            </a:xfrm>
            <a:prstGeom prst="rect">
              <a:avLst/>
            </a:prstGeom>
            <a:solidFill>
              <a:srgbClr val="66FFCC"/>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30790" name="Text Box 43"/>
            <p:cNvSpPr txBox="1">
              <a:spLocks noChangeArrowheads="1"/>
            </p:cNvSpPr>
            <p:nvPr/>
          </p:nvSpPr>
          <p:spPr bwMode="auto">
            <a:xfrm>
              <a:off x="3936" y="134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r>
                <a:rPr lang="en-US" sz="2400">
                  <a:solidFill>
                    <a:schemeClr val="tx1"/>
                  </a:solidFill>
                  <a:latin typeface="Courier New" panose="02070309020205020404" pitchFamily="49" charset="0"/>
                </a:rPr>
                <a:t>2</a:t>
              </a:r>
            </a:p>
          </p:txBody>
        </p:sp>
      </p:grpSp>
      <p:grpSp>
        <p:nvGrpSpPr>
          <p:cNvPr id="13" name="Group 44"/>
          <p:cNvGrpSpPr>
            <a:grpSpLocks/>
          </p:cNvGrpSpPr>
          <p:nvPr/>
        </p:nvGrpSpPr>
        <p:grpSpPr bwMode="auto">
          <a:xfrm>
            <a:off x="8877300" y="5141913"/>
            <a:ext cx="533400" cy="457200"/>
            <a:chOff x="3888" y="1104"/>
            <a:chExt cx="336" cy="288"/>
          </a:xfrm>
        </p:grpSpPr>
        <p:sp>
          <p:nvSpPr>
            <p:cNvPr id="30787" name="Rectangle 45"/>
            <p:cNvSpPr>
              <a:spLocks noChangeArrowheads="1"/>
            </p:cNvSpPr>
            <p:nvPr/>
          </p:nvSpPr>
          <p:spPr bwMode="auto">
            <a:xfrm>
              <a:off x="3888" y="1104"/>
              <a:ext cx="336" cy="240"/>
            </a:xfrm>
            <a:prstGeom prst="rect">
              <a:avLst/>
            </a:prstGeom>
            <a:solidFill>
              <a:srgbClr val="66FFCC"/>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30788" name="Text Box 46"/>
            <p:cNvSpPr txBox="1">
              <a:spLocks noChangeArrowheads="1"/>
            </p:cNvSpPr>
            <p:nvPr/>
          </p:nvSpPr>
          <p:spPr bwMode="auto">
            <a:xfrm>
              <a:off x="3936" y="110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r>
                <a:rPr lang="en-US" sz="2400">
                  <a:solidFill>
                    <a:schemeClr val="tx1"/>
                  </a:solidFill>
                  <a:latin typeface="Courier New" panose="02070309020205020404" pitchFamily="49" charset="0"/>
                </a:rPr>
                <a:t>8</a:t>
              </a:r>
            </a:p>
          </p:txBody>
        </p:sp>
      </p:grpSp>
      <p:sp>
        <p:nvSpPr>
          <p:cNvPr id="93231" name="Line 47"/>
          <p:cNvSpPr>
            <a:spLocks noChangeShapeType="1"/>
          </p:cNvSpPr>
          <p:nvPr/>
        </p:nvSpPr>
        <p:spPr bwMode="auto">
          <a:xfrm flipH="1">
            <a:off x="5981700" y="5370513"/>
            <a:ext cx="2971800" cy="4572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14" name="Group 48"/>
          <p:cNvGrpSpPr>
            <a:grpSpLocks/>
          </p:cNvGrpSpPr>
          <p:nvPr/>
        </p:nvGrpSpPr>
        <p:grpSpPr bwMode="auto">
          <a:xfrm>
            <a:off x="5295900" y="5675313"/>
            <a:ext cx="3733800" cy="152400"/>
            <a:chOff x="2208" y="3792"/>
            <a:chExt cx="2352" cy="96"/>
          </a:xfrm>
        </p:grpSpPr>
        <p:sp>
          <p:nvSpPr>
            <p:cNvPr id="30785" name="Line 49"/>
            <p:cNvSpPr>
              <a:spLocks noChangeShapeType="1"/>
            </p:cNvSpPr>
            <p:nvPr/>
          </p:nvSpPr>
          <p:spPr bwMode="auto">
            <a:xfrm flipH="1">
              <a:off x="2304" y="3792"/>
              <a:ext cx="2256"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86" name="Line 50"/>
            <p:cNvSpPr>
              <a:spLocks noChangeShapeType="1"/>
            </p:cNvSpPr>
            <p:nvPr/>
          </p:nvSpPr>
          <p:spPr bwMode="auto">
            <a:xfrm flipH="1">
              <a:off x="2208" y="3792"/>
              <a:ext cx="96" cy="96"/>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5" name="Group 51"/>
          <p:cNvGrpSpPr>
            <a:grpSpLocks/>
          </p:cNvGrpSpPr>
          <p:nvPr/>
        </p:nvGrpSpPr>
        <p:grpSpPr bwMode="auto">
          <a:xfrm>
            <a:off x="8039100" y="5980113"/>
            <a:ext cx="838200" cy="457200"/>
            <a:chOff x="3936" y="2880"/>
            <a:chExt cx="528" cy="288"/>
          </a:xfrm>
        </p:grpSpPr>
        <p:sp>
          <p:nvSpPr>
            <p:cNvPr id="30783" name="Rectangle 52"/>
            <p:cNvSpPr>
              <a:spLocks noChangeArrowheads="1"/>
            </p:cNvSpPr>
            <p:nvPr/>
          </p:nvSpPr>
          <p:spPr bwMode="auto">
            <a:xfrm>
              <a:off x="3936" y="2880"/>
              <a:ext cx="336" cy="240"/>
            </a:xfrm>
            <a:prstGeom prst="rect">
              <a:avLst/>
            </a:prstGeom>
            <a:solidFill>
              <a:srgbClr val="66FFCC"/>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30784" name="Text Box 53"/>
            <p:cNvSpPr txBox="1">
              <a:spLocks noChangeArrowheads="1"/>
            </p:cNvSpPr>
            <p:nvPr/>
          </p:nvSpPr>
          <p:spPr bwMode="auto">
            <a:xfrm>
              <a:off x="3936" y="2880"/>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r>
                <a:rPr lang="en-US" sz="2400">
                  <a:solidFill>
                    <a:schemeClr val="tx1"/>
                  </a:solidFill>
                  <a:latin typeface="Courier New" panose="02070309020205020404" pitchFamily="49" charset="0"/>
                </a:rPr>
                <a:t>16</a:t>
              </a:r>
            </a:p>
          </p:txBody>
        </p:sp>
      </p:grpSp>
      <p:sp>
        <p:nvSpPr>
          <p:cNvPr id="30746" name="Line 54"/>
          <p:cNvSpPr>
            <a:spLocks noChangeShapeType="1"/>
          </p:cNvSpPr>
          <p:nvPr/>
        </p:nvSpPr>
        <p:spPr bwMode="auto">
          <a:xfrm>
            <a:off x="7962900" y="2170113"/>
            <a:ext cx="533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3239" name="Text Box 55"/>
          <p:cNvSpPr txBox="1">
            <a:spLocks noChangeArrowheads="1"/>
          </p:cNvSpPr>
          <p:nvPr/>
        </p:nvSpPr>
        <p:spPr bwMode="auto">
          <a:xfrm>
            <a:off x="5143500" y="2398714"/>
            <a:ext cx="1752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000">
                <a:solidFill>
                  <a:schemeClr val="tx1"/>
                </a:solidFill>
                <a:latin typeface="Courier New" panose="02070309020205020404" pitchFamily="49" charset="0"/>
              </a:rPr>
              <a:t>3 + 4 = 7</a:t>
            </a:r>
          </a:p>
        </p:txBody>
      </p:sp>
      <p:sp>
        <p:nvSpPr>
          <p:cNvPr id="93240" name="Text Box 56"/>
          <p:cNvSpPr txBox="1">
            <a:spLocks noChangeArrowheads="1"/>
          </p:cNvSpPr>
          <p:nvPr/>
        </p:nvSpPr>
        <p:spPr bwMode="auto">
          <a:xfrm>
            <a:off x="4991100" y="3922714"/>
            <a:ext cx="1752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000">
                <a:solidFill>
                  <a:schemeClr val="tx1"/>
                </a:solidFill>
                <a:latin typeface="Courier New" panose="02070309020205020404" pitchFamily="49" charset="0"/>
              </a:rPr>
              <a:t>5 - 6 = -1</a:t>
            </a:r>
          </a:p>
        </p:txBody>
      </p:sp>
      <p:sp>
        <p:nvSpPr>
          <p:cNvPr id="93241" name="Text Box 57"/>
          <p:cNvSpPr txBox="1">
            <a:spLocks noChangeArrowheads="1"/>
          </p:cNvSpPr>
          <p:nvPr/>
        </p:nvSpPr>
        <p:spPr bwMode="auto">
          <a:xfrm>
            <a:off x="5143500" y="4837114"/>
            <a:ext cx="1752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000">
                <a:solidFill>
                  <a:schemeClr val="tx1"/>
                </a:solidFill>
                <a:latin typeface="Courier New" panose="02070309020205020404" pitchFamily="49" charset="0"/>
              </a:rPr>
              <a:t>7 - -1 = 8</a:t>
            </a:r>
          </a:p>
        </p:txBody>
      </p:sp>
      <p:sp>
        <p:nvSpPr>
          <p:cNvPr id="93242" name="Text Box 58"/>
          <p:cNvSpPr txBox="1">
            <a:spLocks noChangeArrowheads="1"/>
          </p:cNvSpPr>
          <p:nvPr/>
        </p:nvSpPr>
        <p:spPr bwMode="auto">
          <a:xfrm>
            <a:off x="5067300" y="5735639"/>
            <a:ext cx="1752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spcBef>
                <a:spcPct val="50000"/>
              </a:spcBef>
            </a:pPr>
            <a:r>
              <a:rPr lang="en-US" sz="2000">
                <a:solidFill>
                  <a:schemeClr val="tx1"/>
                </a:solidFill>
                <a:latin typeface="Courier New" panose="02070309020205020404" pitchFamily="49" charset="0"/>
              </a:rPr>
              <a:t>2 * 8 = 16</a:t>
            </a:r>
          </a:p>
        </p:txBody>
      </p:sp>
      <p:sp>
        <p:nvSpPr>
          <p:cNvPr id="93243" name="Line 59"/>
          <p:cNvSpPr>
            <a:spLocks noChangeShapeType="1"/>
          </p:cNvSpPr>
          <p:nvPr/>
        </p:nvSpPr>
        <p:spPr bwMode="auto">
          <a:xfrm flipV="1">
            <a:off x="3353721" y="991254"/>
            <a:ext cx="0" cy="381000"/>
          </a:xfrm>
          <a:prstGeom prst="line">
            <a:avLst/>
          </a:prstGeom>
          <a:noFill/>
          <a:ln w="28575">
            <a:solidFill>
              <a:srgbClr val="9933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3244" name="Line 60"/>
          <p:cNvSpPr>
            <a:spLocks noChangeShapeType="1"/>
          </p:cNvSpPr>
          <p:nvPr/>
        </p:nvSpPr>
        <p:spPr bwMode="auto">
          <a:xfrm flipV="1">
            <a:off x="3658521" y="991254"/>
            <a:ext cx="0" cy="381000"/>
          </a:xfrm>
          <a:prstGeom prst="line">
            <a:avLst/>
          </a:prstGeom>
          <a:noFill/>
          <a:ln w="28575">
            <a:solidFill>
              <a:srgbClr val="9933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3245" name="Line 61"/>
          <p:cNvSpPr>
            <a:spLocks noChangeShapeType="1"/>
          </p:cNvSpPr>
          <p:nvPr/>
        </p:nvSpPr>
        <p:spPr bwMode="auto">
          <a:xfrm flipV="1">
            <a:off x="3989294" y="991254"/>
            <a:ext cx="0" cy="381000"/>
          </a:xfrm>
          <a:prstGeom prst="line">
            <a:avLst/>
          </a:prstGeom>
          <a:noFill/>
          <a:ln w="28575">
            <a:solidFill>
              <a:srgbClr val="9933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3246" name="Line 62"/>
          <p:cNvSpPr>
            <a:spLocks noChangeShapeType="1"/>
          </p:cNvSpPr>
          <p:nvPr/>
        </p:nvSpPr>
        <p:spPr bwMode="auto">
          <a:xfrm flipV="1">
            <a:off x="4307541" y="991254"/>
            <a:ext cx="0" cy="381000"/>
          </a:xfrm>
          <a:prstGeom prst="line">
            <a:avLst/>
          </a:prstGeom>
          <a:noFill/>
          <a:ln w="28575">
            <a:solidFill>
              <a:srgbClr val="9933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3247" name="Line 63"/>
          <p:cNvSpPr>
            <a:spLocks noChangeShapeType="1"/>
          </p:cNvSpPr>
          <p:nvPr/>
        </p:nvSpPr>
        <p:spPr bwMode="auto">
          <a:xfrm flipV="1">
            <a:off x="4639235" y="991254"/>
            <a:ext cx="0" cy="381000"/>
          </a:xfrm>
          <a:prstGeom prst="line">
            <a:avLst/>
          </a:prstGeom>
          <a:noFill/>
          <a:ln w="28575">
            <a:solidFill>
              <a:srgbClr val="9933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3248" name="Line 64"/>
          <p:cNvSpPr>
            <a:spLocks noChangeShapeType="1"/>
          </p:cNvSpPr>
          <p:nvPr/>
        </p:nvSpPr>
        <p:spPr bwMode="auto">
          <a:xfrm flipV="1">
            <a:off x="4961965" y="991254"/>
            <a:ext cx="0" cy="381000"/>
          </a:xfrm>
          <a:prstGeom prst="line">
            <a:avLst/>
          </a:prstGeom>
          <a:noFill/>
          <a:ln w="28575">
            <a:solidFill>
              <a:srgbClr val="9933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3249" name="Line 65"/>
          <p:cNvSpPr>
            <a:spLocks noChangeShapeType="1"/>
          </p:cNvSpPr>
          <p:nvPr/>
        </p:nvSpPr>
        <p:spPr bwMode="auto">
          <a:xfrm flipV="1">
            <a:off x="5320553" y="991254"/>
            <a:ext cx="0" cy="381000"/>
          </a:xfrm>
          <a:prstGeom prst="line">
            <a:avLst/>
          </a:prstGeom>
          <a:noFill/>
          <a:ln w="28575">
            <a:solidFill>
              <a:srgbClr val="9933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3250" name="Line 66"/>
          <p:cNvSpPr>
            <a:spLocks noChangeShapeType="1"/>
          </p:cNvSpPr>
          <p:nvPr/>
        </p:nvSpPr>
        <p:spPr bwMode="auto">
          <a:xfrm flipV="1">
            <a:off x="5647765" y="991254"/>
            <a:ext cx="0" cy="381000"/>
          </a:xfrm>
          <a:prstGeom prst="line">
            <a:avLst/>
          </a:prstGeom>
          <a:noFill/>
          <a:ln w="28575">
            <a:solidFill>
              <a:srgbClr val="9933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3251" name="Line 67"/>
          <p:cNvSpPr>
            <a:spLocks noChangeShapeType="1"/>
          </p:cNvSpPr>
          <p:nvPr/>
        </p:nvSpPr>
        <p:spPr bwMode="auto">
          <a:xfrm flipV="1">
            <a:off x="6006353" y="991254"/>
            <a:ext cx="0" cy="381000"/>
          </a:xfrm>
          <a:prstGeom prst="line">
            <a:avLst/>
          </a:prstGeom>
          <a:noFill/>
          <a:ln w="28575">
            <a:solidFill>
              <a:srgbClr val="9933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3252" name="Line 68"/>
          <p:cNvSpPr>
            <a:spLocks noChangeShapeType="1"/>
          </p:cNvSpPr>
          <p:nvPr/>
        </p:nvSpPr>
        <p:spPr bwMode="auto">
          <a:xfrm flipV="1">
            <a:off x="6320118" y="991254"/>
            <a:ext cx="0" cy="381000"/>
          </a:xfrm>
          <a:prstGeom prst="line">
            <a:avLst/>
          </a:prstGeom>
          <a:noFill/>
          <a:ln w="28575">
            <a:solidFill>
              <a:srgbClr val="9933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3253" name="AutoShape 69"/>
          <p:cNvSpPr>
            <a:spLocks noChangeArrowheads="1"/>
          </p:cNvSpPr>
          <p:nvPr/>
        </p:nvSpPr>
        <p:spPr bwMode="auto">
          <a:xfrm>
            <a:off x="1790700" y="133191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3254" name="AutoShape 70"/>
          <p:cNvSpPr>
            <a:spLocks noChangeArrowheads="1"/>
          </p:cNvSpPr>
          <p:nvPr/>
        </p:nvSpPr>
        <p:spPr bwMode="auto">
          <a:xfrm>
            <a:off x="1790700" y="163671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3255" name="AutoShape 71"/>
          <p:cNvSpPr>
            <a:spLocks noChangeArrowheads="1"/>
          </p:cNvSpPr>
          <p:nvPr/>
        </p:nvSpPr>
        <p:spPr bwMode="auto">
          <a:xfrm>
            <a:off x="1790700" y="194151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3256" name="AutoShape 72"/>
          <p:cNvSpPr>
            <a:spLocks noChangeArrowheads="1"/>
          </p:cNvSpPr>
          <p:nvPr/>
        </p:nvSpPr>
        <p:spPr bwMode="auto">
          <a:xfrm>
            <a:off x="1790700" y="224631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3257" name="AutoShape 73"/>
          <p:cNvSpPr>
            <a:spLocks noChangeArrowheads="1"/>
          </p:cNvSpPr>
          <p:nvPr/>
        </p:nvSpPr>
        <p:spPr bwMode="auto">
          <a:xfrm>
            <a:off x="1790700" y="285591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3258" name="AutoShape 74"/>
          <p:cNvSpPr>
            <a:spLocks noChangeArrowheads="1"/>
          </p:cNvSpPr>
          <p:nvPr/>
        </p:nvSpPr>
        <p:spPr bwMode="auto">
          <a:xfrm>
            <a:off x="1790700" y="316071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3259" name="AutoShape 75"/>
          <p:cNvSpPr>
            <a:spLocks noChangeArrowheads="1"/>
          </p:cNvSpPr>
          <p:nvPr/>
        </p:nvSpPr>
        <p:spPr bwMode="auto">
          <a:xfrm>
            <a:off x="1790700" y="346551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3260" name="AutoShape 76"/>
          <p:cNvSpPr>
            <a:spLocks noChangeArrowheads="1"/>
          </p:cNvSpPr>
          <p:nvPr/>
        </p:nvSpPr>
        <p:spPr bwMode="auto">
          <a:xfrm>
            <a:off x="1790700" y="377031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3261" name="AutoShape 77"/>
          <p:cNvSpPr>
            <a:spLocks noChangeArrowheads="1"/>
          </p:cNvSpPr>
          <p:nvPr/>
        </p:nvSpPr>
        <p:spPr bwMode="auto">
          <a:xfrm>
            <a:off x="1790700" y="437991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3262" name="AutoShape 78"/>
          <p:cNvSpPr>
            <a:spLocks noChangeArrowheads="1"/>
          </p:cNvSpPr>
          <p:nvPr/>
        </p:nvSpPr>
        <p:spPr bwMode="auto">
          <a:xfrm>
            <a:off x="1790700" y="468471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3263" name="AutoShape 79"/>
          <p:cNvSpPr>
            <a:spLocks noChangeArrowheads="1"/>
          </p:cNvSpPr>
          <p:nvPr/>
        </p:nvSpPr>
        <p:spPr bwMode="auto">
          <a:xfrm>
            <a:off x="1790700" y="529431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3264" name="AutoShape 80"/>
          <p:cNvSpPr>
            <a:spLocks noChangeArrowheads="1"/>
          </p:cNvSpPr>
          <p:nvPr/>
        </p:nvSpPr>
        <p:spPr bwMode="auto">
          <a:xfrm>
            <a:off x="1790700" y="559911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3265" name="AutoShape 81"/>
          <p:cNvSpPr>
            <a:spLocks noChangeArrowheads="1"/>
          </p:cNvSpPr>
          <p:nvPr/>
        </p:nvSpPr>
        <p:spPr bwMode="auto">
          <a:xfrm>
            <a:off x="1790700" y="620871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3266" name="AutoShape 82"/>
          <p:cNvSpPr>
            <a:spLocks noChangeArrowheads="1"/>
          </p:cNvSpPr>
          <p:nvPr/>
        </p:nvSpPr>
        <p:spPr bwMode="auto">
          <a:xfrm>
            <a:off x="1790700" y="643731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3267" name="AutoShape 83"/>
          <p:cNvSpPr>
            <a:spLocks noChangeArrowheads="1"/>
          </p:cNvSpPr>
          <p:nvPr/>
        </p:nvSpPr>
        <p:spPr bwMode="auto">
          <a:xfrm>
            <a:off x="1790700" y="255111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3268" name="AutoShape 84"/>
          <p:cNvSpPr>
            <a:spLocks noChangeArrowheads="1"/>
          </p:cNvSpPr>
          <p:nvPr/>
        </p:nvSpPr>
        <p:spPr bwMode="auto">
          <a:xfrm>
            <a:off x="2247900" y="255111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3269" name="AutoShape 85"/>
          <p:cNvSpPr>
            <a:spLocks noChangeArrowheads="1"/>
          </p:cNvSpPr>
          <p:nvPr/>
        </p:nvSpPr>
        <p:spPr bwMode="auto">
          <a:xfrm>
            <a:off x="1790700" y="407511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3270" name="AutoShape 86"/>
          <p:cNvSpPr>
            <a:spLocks noChangeArrowheads="1"/>
          </p:cNvSpPr>
          <p:nvPr/>
        </p:nvSpPr>
        <p:spPr bwMode="auto">
          <a:xfrm>
            <a:off x="2247900" y="407511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3271" name="AutoShape 87"/>
          <p:cNvSpPr>
            <a:spLocks noChangeArrowheads="1"/>
          </p:cNvSpPr>
          <p:nvPr/>
        </p:nvSpPr>
        <p:spPr bwMode="auto">
          <a:xfrm>
            <a:off x="1790700" y="491331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3272" name="AutoShape 88"/>
          <p:cNvSpPr>
            <a:spLocks noChangeArrowheads="1"/>
          </p:cNvSpPr>
          <p:nvPr/>
        </p:nvSpPr>
        <p:spPr bwMode="auto">
          <a:xfrm>
            <a:off x="2247900" y="491331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3273" name="AutoShape 89"/>
          <p:cNvSpPr>
            <a:spLocks noChangeArrowheads="1"/>
          </p:cNvSpPr>
          <p:nvPr/>
        </p:nvSpPr>
        <p:spPr bwMode="auto">
          <a:xfrm>
            <a:off x="1790700" y="590391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3274" name="AutoShape 90"/>
          <p:cNvSpPr>
            <a:spLocks noChangeArrowheads="1"/>
          </p:cNvSpPr>
          <p:nvPr/>
        </p:nvSpPr>
        <p:spPr bwMode="auto">
          <a:xfrm>
            <a:off x="2247900" y="5903913"/>
            <a:ext cx="304800" cy="76200"/>
          </a:xfrm>
          <a:prstGeom prst="chevron">
            <a:avLst>
              <a:gd name="adj" fmla="val 100000"/>
            </a:avLst>
          </a:prstGeom>
          <a:solidFill>
            <a:srgbClr val="9933FF"/>
          </a:solidFill>
          <a:ln w="9525">
            <a:solidFill>
              <a:schemeClr val="tx1"/>
            </a:solidFill>
            <a:miter lim="800000"/>
            <a:headEnd/>
            <a:tailEnd/>
          </a:ln>
        </p:spPr>
        <p:txBody>
          <a:bodyPr wrap="none" anchor="ctr"/>
          <a:lstStyle>
            <a:lvl1pPr eaLnBrk="0" hangingPunct="0">
              <a:defRPr sz="1000" b="1">
                <a:solidFill>
                  <a:schemeClr val="bg1"/>
                </a:solidFill>
                <a:latin typeface="Arial" panose="020B0604020202020204" pitchFamily="34" charset="0"/>
              </a:defRPr>
            </a:lvl1pPr>
            <a:lvl2pPr marL="742950" indent="-285750" eaLnBrk="0" hangingPunct="0">
              <a:defRPr sz="1000" b="1">
                <a:solidFill>
                  <a:schemeClr val="bg1"/>
                </a:solidFill>
                <a:latin typeface="Arial" panose="020B0604020202020204" pitchFamily="34" charset="0"/>
              </a:defRPr>
            </a:lvl2pPr>
            <a:lvl3pPr marL="1143000" indent="-228600" eaLnBrk="0" hangingPunct="0">
              <a:defRPr sz="1000" b="1">
                <a:solidFill>
                  <a:schemeClr val="bg1"/>
                </a:solidFill>
                <a:latin typeface="Arial" panose="020B0604020202020204" pitchFamily="34" charset="0"/>
              </a:defRPr>
            </a:lvl3pPr>
            <a:lvl4pPr marL="1600200" indent="-228600" eaLnBrk="0" hangingPunct="0">
              <a:defRPr sz="1000" b="1">
                <a:solidFill>
                  <a:schemeClr val="bg1"/>
                </a:solidFill>
                <a:latin typeface="Arial" panose="020B0604020202020204" pitchFamily="34" charset="0"/>
              </a:defRPr>
            </a:lvl4pPr>
            <a:lvl5pPr marL="2057400" indent="-228600" eaLnBrk="0" hangingPunct="0">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algn="l" eaLnBrk="1" hangingPunct="1"/>
            <a:endParaRPr lang="en-US">
              <a:solidFill>
                <a:schemeClr val="tx1"/>
              </a:solidFill>
            </a:endParaRPr>
          </a:p>
        </p:txBody>
      </p:sp>
      <p:sp>
        <p:nvSpPr>
          <p:cNvPr id="92" name="Rectangle 3"/>
          <p:cNvSpPr>
            <a:spLocks noGrp="1" noChangeArrowheads="1"/>
          </p:cNvSpPr>
          <p:nvPr>
            <p:ph type="title" idx="4294967295"/>
          </p:nvPr>
        </p:nvSpPr>
        <p:spPr>
          <a:xfrm>
            <a:off x="8677339" y="417013"/>
            <a:ext cx="3404135" cy="666750"/>
          </a:xfrm>
        </p:spPr>
        <p:txBody>
          <a:bodyPr/>
          <a:lstStyle/>
          <a:p>
            <a:pPr eaLnBrk="1" hangingPunct="1"/>
            <a:r>
              <a:rPr lang="en-US" sz="2800" dirty="0">
                <a:solidFill>
                  <a:schemeClr val="tx1"/>
                </a:solidFill>
              </a:rPr>
              <a:t>2 * ((3 + 4) - (5 - 6))</a:t>
            </a:r>
            <a:endParaRPr lang="en-US" altLang="en-US" sz="2800" dirty="0">
              <a:solidFill>
                <a:schemeClr val="tx1"/>
              </a:solidFill>
            </a:endParaRPr>
          </a:p>
        </p:txBody>
      </p:sp>
    </p:spTree>
    <p:extLst>
      <p:ext uri="{BB962C8B-B14F-4D97-AF65-F5344CB8AC3E}">
        <p14:creationId xmlns:p14="http://schemas.microsoft.com/office/powerpoint/2010/main" val="377559960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324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3253"/>
                                        </p:tgtEl>
                                        <p:attrNameLst>
                                          <p:attrName>style.visibility</p:attrName>
                                        </p:attrNameLst>
                                      </p:cBhvr>
                                      <p:to>
                                        <p:strVal val="visible"/>
                                      </p:to>
                                    </p:set>
                                  </p:childTnLst>
                                </p:cTn>
                              </p:par>
                            </p:childTnLst>
                          </p:cTn>
                        </p:par>
                        <p:par>
                          <p:cTn id="11" fill="hold" nodeType="afterGroup">
                            <p:stCondLst>
                              <p:cond delay="500"/>
                            </p:stCondLst>
                            <p:childTnLst>
                              <p:par>
                                <p:cTn id="12" presetID="2" presetClass="entr" presetSubtype="1"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fill="hold"/>
                                        <p:tgtEl>
                                          <p:spTgt spid="2"/>
                                        </p:tgtEl>
                                        <p:attrNameLst>
                                          <p:attrName>ppt_x</p:attrName>
                                        </p:attrNameLst>
                                      </p:cBhvr>
                                      <p:tavLst>
                                        <p:tav tm="0">
                                          <p:val>
                                            <p:strVal val="#ppt_x"/>
                                          </p:val>
                                        </p:tav>
                                        <p:tav tm="100000">
                                          <p:val>
                                            <p:strVal val="#ppt_x"/>
                                          </p:val>
                                        </p:tav>
                                      </p:tavLst>
                                    </p:anim>
                                    <p:anim calcmode="lin" valueType="num">
                                      <p:cBhvr additive="base">
                                        <p:cTn id="15"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93244"/>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93254"/>
                                        </p:tgtEl>
                                        <p:attrNameLst>
                                          <p:attrName>style.visibility</p:attrName>
                                        </p:attrNameLst>
                                      </p:cBhvr>
                                      <p:to>
                                        <p:strVal val="visible"/>
                                      </p:to>
                                    </p:set>
                                  </p:childTnLst>
                                </p:cTn>
                              </p:par>
                            </p:childTnLst>
                          </p:cTn>
                        </p:par>
                        <p:par>
                          <p:cTn id="24" fill="hold" nodeType="afterGroup">
                            <p:stCondLst>
                              <p:cond delay="500"/>
                            </p:stCondLst>
                            <p:childTnLst>
                              <p:par>
                                <p:cTn id="25" presetID="2" presetClass="entr" presetSubtype="1"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ppt_x"/>
                                          </p:val>
                                        </p:tav>
                                        <p:tav tm="100000">
                                          <p:val>
                                            <p:strVal val="#ppt_x"/>
                                          </p:val>
                                        </p:tav>
                                      </p:tavLst>
                                    </p:anim>
                                    <p:anim calcmode="lin" valueType="num">
                                      <p:cBhvr additive="base">
                                        <p:cTn id="28" dur="5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93245"/>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93255"/>
                                        </p:tgtEl>
                                        <p:attrNameLst>
                                          <p:attrName>style.visibility</p:attrName>
                                        </p:attrNameLst>
                                      </p:cBhvr>
                                      <p:to>
                                        <p:strVal val="visible"/>
                                      </p:to>
                                    </p:set>
                                  </p:childTnLst>
                                </p:cTn>
                              </p:par>
                            </p:childTnLst>
                          </p:cTn>
                        </p:par>
                        <p:par>
                          <p:cTn id="37" fill="hold" nodeType="afterGroup">
                            <p:stCondLst>
                              <p:cond delay="500"/>
                            </p:stCondLst>
                            <p:childTnLst>
                              <p:par>
                                <p:cTn id="38" presetID="2" presetClass="entr" presetSubtype="1" fill="hold" nodeType="afterEffect">
                                  <p:stCondLst>
                                    <p:cond delay="0"/>
                                  </p:stCondLst>
                                  <p:childTnLst>
                                    <p:set>
                                      <p:cBhvr>
                                        <p:cTn id="39" dur="1" fill="hold">
                                          <p:stCondLst>
                                            <p:cond delay="0"/>
                                          </p:stCondLst>
                                        </p:cTn>
                                        <p:tgtEl>
                                          <p:spTgt spid="4"/>
                                        </p:tgtEl>
                                        <p:attrNameLst>
                                          <p:attrName>style.visibility</p:attrName>
                                        </p:attrNameLst>
                                      </p:cBhvr>
                                      <p:to>
                                        <p:strVal val="visible"/>
                                      </p:to>
                                    </p:set>
                                    <p:anim calcmode="lin" valueType="num">
                                      <p:cBhvr additive="base">
                                        <p:cTn id="40" dur="500" fill="hold"/>
                                        <p:tgtEl>
                                          <p:spTgt spid="4"/>
                                        </p:tgtEl>
                                        <p:attrNameLst>
                                          <p:attrName>ppt_x</p:attrName>
                                        </p:attrNameLst>
                                      </p:cBhvr>
                                      <p:tavLst>
                                        <p:tav tm="0">
                                          <p:val>
                                            <p:strVal val="#ppt_x"/>
                                          </p:val>
                                        </p:tav>
                                        <p:tav tm="100000">
                                          <p:val>
                                            <p:strVal val="#ppt_x"/>
                                          </p:val>
                                        </p:tav>
                                      </p:tavLst>
                                    </p:anim>
                                    <p:anim calcmode="lin" valueType="num">
                                      <p:cBhvr additive="base">
                                        <p:cTn id="41"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grpId="0" nodeType="clickEffect">
                                  <p:stCondLst>
                                    <p:cond delay="0"/>
                                  </p:stCondLst>
                                  <p:childTnLst>
                                    <p:set>
                                      <p:cBhvr>
                                        <p:cTn id="45" dur="1" fill="hold">
                                          <p:stCondLst>
                                            <p:cond delay="499"/>
                                          </p:stCondLst>
                                        </p:cTn>
                                        <p:tgtEl>
                                          <p:spTgt spid="93256"/>
                                        </p:tgtEl>
                                        <p:attrNameLst>
                                          <p:attrName>style.visibility</p:attrName>
                                        </p:attrNameLst>
                                      </p:cBhvr>
                                      <p:to>
                                        <p:strVal val="visible"/>
                                      </p:to>
                                    </p:set>
                                  </p:childTnLst>
                                </p:cTn>
                              </p:par>
                            </p:childTnLst>
                          </p:cTn>
                        </p:par>
                        <p:par>
                          <p:cTn id="46" fill="hold" nodeType="afterGroup">
                            <p:stCondLst>
                              <p:cond delay="500"/>
                            </p:stCondLst>
                            <p:childTnLst>
                              <p:par>
                                <p:cTn id="47" presetID="1" presetClass="entr" presetSubtype="0" fill="hold" grpId="0" nodeType="afterEffect">
                                  <p:stCondLst>
                                    <p:cond delay="0"/>
                                  </p:stCondLst>
                                  <p:childTnLst>
                                    <p:set>
                                      <p:cBhvr>
                                        <p:cTn id="48" dur="1" fill="hold">
                                          <p:stCondLst>
                                            <p:cond delay="499"/>
                                          </p:stCondLst>
                                        </p:cTn>
                                        <p:tgtEl>
                                          <p:spTgt spid="93246"/>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499"/>
                                          </p:stCondLst>
                                        </p:cTn>
                                        <p:tgtEl>
                                          <p:spTgt spid="93267"/>
                                        </p:tgtEl>
                                        <p:attrNameLst>
                                          <p:attrName>style.visibility</p:attrName>
                                        </p:attrNameLst>
                                      </p:cBhvr>
                                      <p:to>
                                        <p:strVal val="visible"/>
                                      </p:to>
                                    </p:set>
                                  </p:childTnLst>
                                </p:cTn>
                              </p:par>
                            </p:childTnLst>
                          </p:cTn>
                        </p:par>
                        <p:par>
                          <p:cTn id="53" fill="hold" nodeType="afterGroup">
                            <p:stCondLst>
                              <p:cond delay="500"/>
                            </p:stCondLst>
                            <p:childTnLst>
                              <p:par>
                                <p:cTn id="54" presetID="1" presetClass="entr" presetSubtype="0" fill="hold" grpId="0" nodeType="afterEffect">
                                  <p:stCondLst>
                                    <p:cond delay="0"/>
                                  </p:stCondLst>
                                  <p:childTnLst>
                                    <p:set>
                                      <p:cBhvr>
                                        <p:cTn id="55" dur="1" fill="hold">
                                          <p:stCondLst>
                                            <p:cond delay="499"/>
                                          </p:stCondLst>
                                        </p:cTn>
                                        <p:tgtEl>
                                          <p:spTgt spid="93198"/>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grpId="0" nodeType="clickEffect">
                                  <p:stCondLst>
                                    <p:cond delay="0"/>
                                  </p:stCondLst>
                                  <p:childTnLst>
                                    <p:set>
                                      <p:cBhvr>
                                        <p:cTn id="59" dur="1" fill="hold">
                                          <p:stCondLst>
                                            <p:cond delay="499"/>
                                          </p:stCondLst>
                                        </p:cTn>
                                        <p:tgtEl>
                                          <p:spTgt spid="93268"/>
                                        </p:tgtEl>
                                        <p:attrNameLst>
                                          <p:attrName>style.visibility</p:attrName>
                                        </p:attrNameLst>
                                      </p:cBhvr>
                                      <p:to>
                                        <p:strVal val="visible"/>
                                      </p:to>
                                    </p:set>
                                  </p:childTnLst>
                                </p:cTn>
                              </p:par>
                            </p:childTnLst>
                          </p:cTn>
                        </p:par>
                        <p:par>
                          <p:cTn id="60" fill="hold" nodeType="afterGroup">
                            <p:stCondLst>
                              <p:cond delay="500"/>
                            </p:stCondLst>
                            <p:childTnLst>
                              <p:par>
                                <p:cTn id="61" presetID="1" presetClass="entr" presetSubtype="0" fill="hold" grpId="0" nodeType="afterEffect">
                                  <p:stCondLst>
                                    <p:cond delay="0"/>
                                  </p:stCondLst>
                                  <p:childTnLst>
                                    <p:set>
                                      <p:cBhvr>
                                        <p:cTn id="62" dur="1" fill="hold">
                                          <p:stCondLst>
                                            <p:cond delay="499"/>
                                          </p:stCondLst>
                                        </p:cTn>
                                        <p:tgtEl>
                                          <p:spTgt spid="93199"/>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93239"/>
                                        </p:tgtEl>
                                        <p:attrNameLst>
                                          <p:attrName>style.visibility</p:attrName>
                                        </p:attrNameLst>
                                      </p:cBhvr>
                                      <p:to>
                                        <p:strVal val="visible"/>
                                      </p:to>
                                    </p:set>
                                  </p:childTnLst>
                                </p:cTn>
                              </p:par>
                            </p:childTnLst>
                          </p:cTn>
                        </p:par>
                        <p:par>
                          <p:cTn id="67" fill="hold" nodeType="afterGroup">
                            <p:stCondLst>
                              <p:cond delay="500"/>
                            </p:stCondLst>
                            <p:childTnLst>
                              <p:par>
                                <p:cTn id="68" presetID="1" presetClass="entr" presetSubtype="0" fill="hold" nodeType="afterEffect">
                                  <p:stCondLst>
                                    <p:cond delay="0"/>
                                  </p:stCondLst>
                                  <p:childTnLst>
                                    <p:set>
                                      <p:cBhvr>
                                        <p:cTn id="69" dur="1" fill="hold">
                                          <p:stCondLst>
                                            <p:cond delay="499"/>
                                          </p:stCondLst>
                                        </p:cTn>
                                        <p:tgtEl>
                                          <p:spTgt spid="5"/>
                                        </p:tgtEl>
                                        <p:attrNameLst>
                                          <p:attrName>style.visibility</p:attrName>
                                        </p:attrNameLst>
                                      </p:cBhvr>
                                      <p:to>
                                        <p:strVal val="visible"/>
                                      </p:to>
                                    </p:set>
                                  </p:childTnLst>
                                </p:cTn>
                              </p:par>
                            </p:childTnLst>
                          </p:cTn>
                        </p:par>
                      </p:childTnLst>
                    </p:cTn>
                  </p:par>
                  <p:par>
                    <p:cTn id="70" fill="hold" nodeType="clickPar">
                      <p:stCondLst>
                        <p:cond delay="indefinite"/>
                      </p:stCondLst>
                      <p:childTnLst>
                        <p:par>
                          <p:cTn id="71" fill="hold" nodeType="withGroup">
                            <p:stCondLst>
                              <p:cond delay="0"/>
                            </p:stCondLst>
                            <p:childTnLst>
                              <p:par>
                                <p:cTn id="72" presetID="1" presetClass="entr" presetSubtype="0" fill="hold" grpId="0" nodeType="clickEffect">
                                  <p:stCondLst>
                                    <p:cond delay="0"/>
                                  </p:stCondLst>
                                  <p:childTnLst>
                                    <p:set>
                                      <p:cBhvr>
                                        <p:cTn id="73" dur="1" fill="hold">
                                          <p:stCondLst>
                                            <p:cond delay="499"/>
                                          </p:stCondLst>
                                        </p:cTn>
                                        <p:tgtEl>
                                          <p:spTgt spid="93257"/>
                                        </p:tgtEl>
                                        <p:attrNameLst>
                                          <p:attrName>style.visibility</p:attrName>
                                        </p:attrNameLst>
                                      </p:cBhvr>
                                      <p:to>
                                        <p:strVal val="visible"/>
                                      </p:to>
                                    </p:set>
                                  </p:childTnLst>
                                </p:cTn>
                              </p:par>
                            </p:childTnLst>
                          </p:cTn>
                        </p:par>
                        <p:par>
                          <p:cTn id="74" fill="hold" nodeType="afterGroup">
                            <p:stCondLst>
                              <p:cond delay="500"/>
                            </p:stCondLst>
                            <p:childTnLst>
                              <p:par>
                                <p:cTn id="75" presetID="2" presetClass="entr" presetSubtype="8" fill="hold" nodeType="afterEffect">
                                  <p:stCondLst>
                                    <p:cond delay="0"/>
                                  </p:stCondLst>
                                  <p:childTnLst>
                                    <p:set>
                                      <p:cBhvr>
                                        <p:cTn id="76" dur="1" fill="hold">
                                          <p:stCondLst>
                                            <p:cond delay="0"/>
                                          </p:stCondLst>
                                        </p:cTn>
                                        <p:tgtEl>
                                          <p:spTgt spid="6"/>
                                        </p:tgtEl>
                                        <p:attrNameLst>
                                          <p:attrName>style.visibility</p:attrName>
                                        </p:attrNameLst>
                                      </p:cBhvr>
                                      <p:to>
                                        <p:strVal val="visible"/>
                                      </p:to>
                                    </p:set>
                                    <p:anim calcmode="lin" valueType="num">
                                      <p:cBhvr additive="base">
                                        <p:cTn id="77" dur="500" fill="hold"/>
                                        <p:tgtEl>
                                          <p:spTgt spid="6"/>
                                        </p:tgtEl>
                                        <p:attrNameLst>
                                          <p:attrName>ppt_x</p:attrName>
                                        </p:attrNameLst>
                                      </p:cBhvr>
                                      <p:tavLst>
                                        <p:tav tm="0">
                                          <p:val>
                                            <p:strVal val="0-#ppt_w/2"/>
                                          </p:val>
                                        </p:tav>
                                        <p:tav tm="100000">
                                          <p:val>
                                            <p:strVal val="#ppt_x"/>
                                          </p:val>
                                        </p:tav>
                                      </p:tavLst>
                                    </p:anim>
                                    <p:anim calcmode="lin" valueType="num">
                                      <p:cBhvr additive="base">
                                        <p:cTn id="7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499"/>
                                          </p:stCondLst>
                                        </p:cTn>
                                        <p:tgtEl>
                                          <p:spTgt spid="93247"/>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grpId="0" nodeType="clickEffect">
                                  <p:stCondLst>
                                    <p:cond delay="0"/>
                                  </p:stCondLst>
                                  <p:childTnLst>
                                    <p:set>
                                      <p:cBhvr>
                                        <p:cTn id="86" dur="1" fill="hold">
                                          <p:stCondLst>
                                            <p:cond delay="499"/>
                                          </p:stCondLst>
                                        </p:cTn>
                                        <p:tgtEl>
                                          <p:spTgt spid="93258"/>
                                        </p:tgtEl>
                                        <p:attrNameLst>
                                          <p:attrName>style.visibility</p:attrName>
                                        </p:attrNameLst>
                                      </p:cBhvr>
                                      <p:to>
                                        <p:strVal val="visible"/>
                                      </p:to>
                                    </p:set>
                                  </p:childTnLst>
                                </p:cTn>
                              </p:par>
                            </p:childTnLst>
                          </p:cTn>
                        </p:par>
                        <p:par>
                          <p:cTn id="87" fill="hold" nodeType="afterGroup">
                            <p:stCondLst>
                              <p:cond delay="500"/>
                            </p:stCondLst>
                            <p:childTnLst>
                              <p:par>
                                <p:cTn id="88" presetID="2" presetClass="entr" presetSubtype="1" fill="hold" nodeType="afterEffect">
                                  <p:stCondLst>
                                    <p:cond delay="0"/>
                                  </p:stCondLst>
                                  <p:childTnLst>
                                    <p:set>
                                      <p:cBhvr>
                                        <p:cTn id="89" dur="1" fill="hold">
                                          <p:stCondLst>
                                            <p:cond delay="0"/>
                                          </p:stCondLst>
                                        </p:cTn>
                                        <p:tgtEl>
                                          <p:spTgt spid="7"/>
                                        </p:tgtEl>
                                        <p:attrNameLst>
                                          <p:attrName>style.visibility</p:attrName>
                                        </p:attrNameLst>
                                      </p:cBhvr>
                                      <p:to>
                                        <p:strVal val="visible"/>
                                      </p:to>
                                    </p:set>
                                    <p:anim calcmode="lin" valueType="num">
                                      <p:cBhvr additive="base">
                                        <p:cTn id="90" dur="500" fill="hold"/>
                                        <p:tgtEl>
                                          <p:spTgt spid="7"/>
                                        </p:tgtEl>
                                        <p:attrNameLst>
                                          <p:attrName>ppt_x</p:attrName>
                                        </p:attrNameLst>
                                      </p:cBhvr>
                                      <p:tavLst>
                                        <p:tav tm="0">
                                          <p:val>
                                            <p:strVal val="#ppt_x"/>
                                          </p:val>
                                        </p:tav>
                                        <p:tav tm="100000">
                                          <p:val>
                                            <p:strVal val="#ppt_x"/>
                                          </p:val>
                                        </p:tav>
                                      </p:tavLst>
                                    </p:anim>
                                    <p:anim calcmode="lin" valueType="num">
                                      <p:cBhvr additive="base">
                                        <p:cTn id="91"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92" fill="hold" nodeType="clickPar">
                      <p:stCondLst>
                        <p:cond delay="indefinite"/>
                      </p:stCondLst>
                      <p:childTnLst>
                        <p:par>
                          <p:cTn id="93" fill="hold" nodeType="withGroup">
                            <p:stCondLst>
                              <p:cond delay="0"/>
                            </p:stCondLst>
                            <p:childTnLst>
                              <p:par>
                                <p:cTn id="94" presetID="1" presetClass="entr" presetSubtype="0" fill="hold" grpId="0" nodeType="clickEffect">
                                  <p:stCondLst>
                                    <p:cond delay="0"/>
                                  </p:stCondLst>
                                  <p:childTnLst>
                                    <p:set>
                                      <p:cBhvr>
                                        <p:cTn id="95" dur="1" fill="hold">
                                          <p:stCondLst>
                                            <p:cond delay="499"/>
                                          </p:stCondLst>
                                        </p:cTn>
                                        <p:tgtEl>
                                          <p:spTgt spid="93248"/>
                                        </p:tgtEl>
                                        <p:attrNameLst>
                                          <p:attrName>style.visibility</p:attrName>
                                        </p:attrNameLst>
                                      </p:cBhvr>
                                      <p:to>
                                        <p:strVal val="visible"/>
                                      </p:to>
                                    </p:set>
                                  </p:childTnLst>
                                </p:cTn>
                              </p:par>
                            </p:childTnLst>
                          </p:cTn>
                        </p:par>
                      </p:childTnLst>
                    </p:cTn>
                  </p:par>
                  <p:par>
                    <p:cTn id="96" fill="hold" nodeType="clickPar">
                      <p:stCondLst>
                        <p:cond delay="indefinite"/>
                      </p:stCondLst>
                      <p:childTnLst>
                        <p:par>
                          <p:cTn id="97" fill="hold" nodeType="withGroup">
                            <p:stCondLst>
                              <p:cond delay="0"/>
                            </p:stCondLst>
                            <p:childTnLst>
                              <p:par>
                                <p:cTn id="98" presetID="1" presetClass="entr" presetSubtype="0" fill="hold" grpId="0" nodeType="clickEffect">
                                  <p:stCondLst>
                                    <p:cond delay="0"/>
                                  </p:stCondLst>
                                  <p:childTnLst>
                                    <p:set>
                                      <p:cBhvr>
                                        <p:cTn id="99" dur="1" fill="hold">
                                          <p:stCondLst>
                                            <p:cond delay="499"/>
                                          </p:stCondLst>
                                        </p:cTn>
                                        <p:tgtEl>
                                          <p:spTgt spid="93259"/>
                                        </p:tgtEl>
                                        <p:attrNameLst>
                                          <p:attrName>style.visibility</p:attrName>
                                        </p:attrNameLst>
                                      </p:cBhvr>
                                      <p:to>
                                        <p:strVal val="visible"/>
                                      </p:to>
                                    </p:set>
                                  </p:childTnLst>
                                </p:cTn>
                              </p:par>
                            </p:childTnLst>
                          </p:cTn>
                        </p:par>
                        <p:par>
                          <p:cTn id="100" fill="hold" nodeType="afterGroup">
                            <p:stCondLst>
                              <p:cond delay="500"/>
                            </p:stCondLst>
                            <p:childTnLst>
                              <p:par>
                                <p:cTn id="101" presetID="2" presetClass="entr" presetSubtype="1" fill="hold" nodeType="afterEffect">
                                  <p:stCondLst>
                                    <p:cond delay="0"/>
                                  </p:stCondLst>
                                  <p:childTnLst>
                                    <p:set>
                                      <p:cBhvr>
                                        <p:cTn id="102" dur="1" fill="hold">
                                          <p:stCondLst>
                                            <p:cond delay="0"/>
                                          </p:stCondLst>
                                        </p:cTn>
                                        <p:tgtEl>
                                          <p:spTgt spid="8"/>
                                        </p:tgtEl>
                                        <p:attrNameLst>
                                          <p:attrName>style.visibility</p:attrName>
                                        </p:attrNameLst>
                                      </p:cBhvr>
                                      <p:to>
                                        <p:strVal val="visible"/>
                                      </p:to>
                                    </p:set>
                                    <p:anim calcmode="lin" valueType="num">
                                      <p:cBhvr additive="base">
                                        <p:cTn id="103" dur="500" fill="hold"/>
                                        <p:tgtEl>
                                          <p:spTgt spid="8"/>
                                        </p:tgtEl>
                                        <p:attrNameLst>
                                          <p:attrName>ppt_x</p:attrName>
                                        </p:attrNameLst>
                                      </p:cBhvr>
                                      <p:tavLst>
                                        <p:tav tm="0">
                                          <p:val>
                                            <p:strVal val="#ppt_x"/>
                                          </p:val>
                                        </p:tav>
                                        <p:tav tm="100000">
                                          <p:val>
                                            <p:strVal val="#ppt_x"/>
                                          </p:val>
                                        </p:tav>
                                      </p:tavLst>
                                    </p:anim>
                                    <p:anim calcmode="lin" valueType="num">
                                      <p:cBhvr additive="base">
                                        <p:cTn id="104" dur="5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 presetClass="entr" presetSubtype="0" fill="hold" grpId="0" nodeType="clickEffect">
                                  <p:stCondLst>
                                    <p:cond delay="0"/>
                                  </p:stCondLst>
                                  <p:childTnLst>
                                    <p:set>
                                      <p:cBhvr>
                                        <p:cTn id="108" dur="1" fill="hold">
                                          <p:stCondLst>
                                            <p:cond delay="499"/>
                                          </p:stCondLst>
                                        </p:cTn>
                                        <p:tgtEl>
                                          <p:spTgt spid="93260"/>
                                        </p:tgtEl>
                                        <p:attrNameLst>
                                          <p:attrName>style.visibility</p:attrName>
                                        </p:attrNameLst>
                                      </p:cBhvr>
                                      <p:to>
                                        <p:strVal val="visible"/>
                                      </p:to>
                                    </p:set>
                                  </p:childTnLst>
                                </p:cTn>
                              </p:par>
                            </p:childTnLst>
                          </p:cTn>
                        </p:par>
                        <p:par>
                          <p:cTn id="109" fill="hold" nodeType="afterGroup">
                            <p:stCondLst>
                              <p:cond delay="500"/>
                            </p:stCondLst>
                            <p:childTnLst>
                              <p:par>
                                <p:cTn id="110" presetID="1" presetClass="entr" presetSubtype="0" fill="hold" grpId="0" nodeType="afterEffect">
                                  <p:stCondLst>
                                    <p:cond delay="0"/>
                                  </p:stCondLst>
                                  <p:childTnLst>
                                    <p:set>
                                      <p:cBhvr>
                                        <p:cTn id="111" dur="1" fill="hold">
                                          <p:stCondLst>
                                            <p:cond delay="499"/>
                                          </p:stCondLst>
                                        </p:cTn>
                                        <p:tgtEl>
                                          <p:spTgt spid="93249"/>
                                        </p:tgtEl>
                                        <p:attrNameLst>
                                          <p:attrName>style.visibility</p:attrName>
                                        </p:attrNameLst>
                                      </p:cBhvr>
                                      <p:to>
                                        <p:strVal val="visible"/>
                                      </p:to>
                                    </p:se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1" presetClass="entr" presetSubtype="0" fill="hold" grpId="0" nodeType="clickEffect">
                                  <p:stCondLst>
                                    <p:cond delay="0"/>
                                  </p:stCondLst>
                                  <p:childTnLst>
                                    <p:set>
                                      <p:cBhvr>
                                        <p:cTn id="115" dur="1" fill="hold">
                                          <p:stCondLst>
                                            <p:cond delay="499"/>
                                          </p:stCondLst>
                                        </p:cTn>
                                        <p:tgtEl>
                                          <p:spTgt spid="93269"/>
                                        </p:tgtEl>
                                        <p:attrNameLst>
                                          <p:attrName>style.visibility</p:attrName>
                                        </p:attrNameLst>
                                      </p:cBhvr>
                                      <p:to>
                                        <p:strVal val="visible"/>
                                      </p:to>
                                    </p:set>
                                  </p:childTnLst>
                                </p:cTn>
                              </p:par>
                            </p:childTnLst>
                          </p:cTn>
                        </p:par>
                        <p:par>
                          <p:cTn id="116" fill="hold" nodeType="afterGroup">
                            <p:stCondLst>
                              <p:cond delay="500"/>
                            </p:stCondLst>
                            <p:childTnLst>
                              <p:par>
                                <p:cTn id="117" presetID="1" presetClass="entr" presetSubtype="0" fill="hold" grpId="0" nodeType="afterEffect">
                                  <p:stCondLst>
                                    <p:cond delay="0"/>
                                  </p:stCondLst>
                                  <p:childTnLst>
                                    <p:set>
                                      <p:cBhvr>
                                        <p:cTn id="118" dur="1" fill="hold">
                                          <p:stCondLst>
                                            <p:cond delay="499"/>
                                          </p:stCondLst>
                                        </p:cTn>
                                        <p:tgtEl>
                                          <p:spTgt spid="93212"/>
                                        </p:tgtEl>
                                        <p:attrNameLst>
                                          <p:attrName>style.visibility</p:attrName>
                                        </p:attrNameLst>
                                      </p:cBhvr>
                                      <p:to>
                                        <p:strVal val="visible"/>
                                      </p:to>
                                    </p:se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1" presetClass="entr" presetSubtype="0" fill="hold" grpId="0" nodeType="clickEffect">
                                  <p:stCondLst>
                                    <p:cond delay="0"/>
                                  </p:stCondLst>
                                  <p:childTnLst>
                                    <p:set>
                                      <p:cBhvr>
                                        <p:cTn id="122" dur="1" fill="hold">
                                          <p:stCondLst>
                                            <p:cond delay="499"/>
                                          </p:stCondLst>
                                        </p:cTn>
                                        <p:tgtEl>
                                          <p:spTgt spid="93270"/>
                                        </p:tgtEl>
                                        <p:attrNameLst>
                                          <p:attrName>style.visibility</p:attrName>
                                        </p:attrNameLst>
                                      </p:cBhvr>
                                      <p:to>
                                        <p:strVal val="visible"/>
                                      </p:to>
                                    </p:set>
                                  </p:childTnLst>
                                </p:cTn>
                              </p:par>
                            </p:childTnLst>
                          </p:cTn>
                        </p:par>
                        <p:par>
                          <p:cTn id="123" fill="hold" nodeType="afterGroup">
                            <p:stCondLst>
                              <p:cond delay="500"/>
                            </p:stCondLst>
                            <p:childTnLst>
                              <p:par>
                                <p:cTn id="124" presetID="1" presetClass="entr" presetSubtype="0" fill="hold" grpId="0" nodeType="afterEffect">
                                  <p:stCondLst>
                                    <p:cond delay="0"/>
                                  </p:stCondLst>
                                  <p:childTnLst>
                                    <p:set>
                                      <p:cBhvr>
                                        <p:cTn id="125" dur="1" fill="hold">
                                          <p:stCondLst>
                                            <p:cond delay="499"/>
                                          </p:stCondLst>
                                        </p:cTn>
                                        <p:tgtEl>
                                          <p:spTgt spid="93213"/>
                                        </p:tgtEl>
                                        <p:attrNameLst>
                                          <p:attrName>style.visibility</p:attrName>
                                        </p:attrNameLst>
                                      </p:cBhvr>
                                      <p:to>
                                        <p:strVal val="visible"/>
                                      </p:to>
                                    </p:se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1" presetClass="entr" presetSubtype="0" fill="hold" grpId="0" nodeType="clickEffect">
                                  <p:stCondLst>
                                    <p:cond delay="0"/>
                                  </p:stCondLst>
                                  <p:childTnLst>
                                    <p:set>
                                      <p:cBhvr>
                                        <p:cTn id="129" dur="1" fill="hold">
                                          <p:stCondLst>
                                            <p:cond delay="499"/>
                                          </p:stCondLst>
                                        </p:cTn>
                                        <p:tgtEl>
                                          <p:spTgt spid="93240"/>
                                        </p:tgtEl>
                                        <p:attrNameLst>
                                          <p:attrName>style.visibility</p:attrName>
                                        </p:attrNameLst>
                                      </p:cBhvr>
                                      <p:to>
                                        <p:strVal val="visible"/>
                                      </p:to>
                                    </p:set>
                                  </p:childTnLst>
                                </p:cTn>
                              </p:par>
                            </p:childTnLst>
                          </p:cTn>
                        </p:par>
                        <p:par>
                          <p:cTn id="130" fill="hold" nodeType="afterGroup">
                            <p:stCondLst>
                              <p:cond delay="500"/>
                            </p:stCondLst>
                            <p:childTnLst>
                              <p:par>
                                <p:cTn id="131" presetID="1" presetClass="entr" presetSubtype="0" fill="hold" nodeType="afterEffect">
                                  <p:stCondLst>
                                    <p:cond delay="0"/>
                                  </p:stCondLst>
                                  <p:childTnLst>
                                    <p:set>
                                      <p:cBhvr>
                                        <p:cTn id="132" dur="1" fill="hold">
                                          <p:stCondLst>
                                            <p:cond delay="499"/>
                                          </p:stCondLst>
                                        </p:cTn>
                                        <p:tgtEl>
                                          <p:spTgt spid="9"/>
                                        </p:tgtEl>
                                        <p:attrNameLst>
                                          <p:attrName>style.visibility</p:attrName>
                                        </p:attrNameLst>
                                      </p:cBhvr>
                                      <p:to>
                                        <p:strVal val="visible"/>
                                      </p:to>
                                    </p:set>
                                  </p:childTnLst>
                                </p:cTn>
                              </p:par>
                            </p:childTnLst>
                          </p:cTn>
                        </p:par>
                        <p:par>
                          <p:cTn id="133" fill="hold" nodeType="afterGroup">
                            <p:stCondLst>
                              <p:cond delay="1000"/>
                            </p:stCondLst>
                            <p:childTnLst>
                              <p:par>
                                <p:cTn id="134" presetID="1" presetClass="entr" presetSubtype="0" fill="hold" nodeType="afterEffect">
                                  <p:stCondLst>
                                    <p:cond delay="0"/>
                                  </p:stCondLst>
                                  <p:childTnLst>
                                    <p:set>
                                      <p:cBhvr>
                                        <p:cTn id="135" dur="1" fill="hold">
                                          <p:stCondLst>
                                            <p:cond delay="499"/>
                                          </p:stCondLst>
                                        </p:cTn>
                                        <p:tgtEl>
                                          <p:spTgt spid="10"/>
                                        </p:tgtEl>
                                        <p:attrNameLst>
                                          <p:attrName>style.visibility</p:attrName>
                                        </p:attrNameLst>
                                      </p:cBhvr>
                                      <p:to>
                                        <p:strVal val="visible"/>
                                      </p:to>
                                    </p:se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1" presetClass="entr" presetSubtype="0" fill="hold" grpId="0" nodeType="clickEffect">
                                  <p:stCondLst>
                                    <p:cond delay="0"/>
                                  </p:stCondLst>
                                  <p:childTnLst>
                                    <p:set>
                                      <p:cBhvr>
                                        <p:cTn id="139" dur="1" fill="hold">
                                          <p:stCondLst>
                                            <p:cond delay="499"/>
                                          </p:stCondLst>
                                        </p:cTn>
                                        <p:tgtEl>
                                          <p:spTgt spid="93261"/>
                                        </p:tgtEl>
                                        <p:attrNameLst>
                                          <p:attrName>style.visibility</p:attrName>
                                        </p:attrNameLst>
                                      </p:cBhvr>
                                      <p:to>
                                        <p:strVal val="visible"/>
                                      </p:to>
                                    </p:set>
                                  </p:childTnLst>
                                </p:cTn>
                              </p:par>
                            </p:childTnLst>
                          </p:cTn>
                        </p:par>
                        <p:par>
                          <p:cTn id="140" fill="hold" nodeType="afterGroup">
                            <p:stCondLst>
                              <p:cond delay="500"/>
                            </p:stCondLst>
                            <p:childTnLst>
                              <p:par>
                                <p:cTn id="141" presetID="2" presetClass="entr" presetSubtype="8" fill="hold" nodeType="afterEffect">
                                  <p:stCondLst>
                                    <p:cond delay="0"/>
                                  </p:stCondLst>
                                  <p:childTnLst>
                                    <p:set>
                                      <p:cBhvr>
                                        <p:cTn id="142" dur="1" fill="hold">
                                          <p:stCondLst>
                                            <p:cond delay="0"/>
                                          </p:stCondLst>
                                        </p:cTn>
                                        <p:tgtEl>
                                          <p:spTgt spid="11"/>
                                        </p:tgtEl>
                                        <p:attrNameLst>
                                          <p:attrName>style.visibility</p:attrName>
                                        </p:attrNameLst>
                                      </p:cBhvr>
                                      <p:to>
                                        <p:strVal val="visible"/>
                                      </p:to>
                                    </p:set>
                                    <p:anim calcmode="lin" valueType="num">
                                      <p:cBhvr additive="base">
                                        <p:cTn id="143" dur="500" fill="hold"/>
                                        <p:tgtEl>
                                          <p:spTgt spid="11"/>
                                        </p:tgtEl>
                                        <p:attrNameLst>
                                          <p:attrName>ppt_x</p:attrName>
                                        </p:attrNameLst>
                                      </p:cBhvr>
                                      <p:tavLst>
                                        <p:tav tm="0">
                                          <p:val>
                                            <p:strVal val="0-#ppt_w/2"/>
                                          </p:val>
                                        </p:tav>
                                        <p:tav tm="100000">
                                          <p:val>
                                            <p:strVal val="#ppt_x"/>
                                          </p:val>
                                        </p:tav>
                                      </p:tavLst>
                                    </p:anim>
                                    <p:anim calcmode="lin" valueType="num">
                                      <p:cBhvr additive="base">
                                        <p:cTn id="14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45" fill="hold" nodeType="clickPar">
                      <p:stCondLst>
                        <p:cond delay="indefinite"/>
                      </p:stCondLst>
                      <p:childTnLst>
                        <p:par>
                          <p:cTn id="146" fill="hold" nodeType="withGroup">
                            <p:stCondLst>
                              <p:cond delay="0"/>
                            </p:stCondLst>
                            <p:childTnLst>
                              <p:par>
                                <p:cTn id="147" presetID="1" presetClass="entr" presetSubtype="0" fill="hold" grpId="0" nodeType="clickEffect">
                                  <p:stCondLst>
                                    <p:cond delay="0"/>
                                  </p:stCondLst>
                                  <p:childTnLst>
                                    <p:set>
                                      <p:cBhvr>
                                        <p:cTn id="148" dur="1" fill="hold">
                                          <p:stCondLst>
                                            <p:cond delay="499"/>
                                          </p:stCondLst>
                                        </p:cTn>
                                        <p:tgtEl>
                                          <p:spTgt spid="93262"/>
                                        </p:tgtEl>
                                        <p:attrNameLst>
                                          <p:attrName>style.visibility</p:attrName>
                                        </p:attrNameLst>
                                      </p:cBhvr>
                                      <p:to>
                                        <p:strVal val="visible"/>
                                      </p:to>
                                    </p:set>
                                  </p:childTnLst>
                                </p:cTn>
                              </p:par>
                            </p:childTnLst>
                          </p:cTn>
                        </p:par>
                        <p:par>
                          <p:cTn id="149" fill="hold" nodeType="afterGroup">
                            <p:stCondLst>
                              <p:cond delay="500"/>
                            </p:stCondLst>
                            <p:childTnLst>
                              <p:par>
                                <p:cTn id="150" presetID="1" presetClass="entr" presetSubtype="0" fill="hold" grpId="0" nodeType="afterEffect">
                                  <p:stCondLst>
                                    <p:cond delay="0"/>
                                  </p:stCondLst>
                                  <p:childTnLst>
                                    <p:set>
                                      <p:cBhvr>
                                        <p:cTn id="151" dur="1" fill="hold">
                                          <p:stCondLst>
                                            <p:cond delay="499"/>
                                          </p:stCondLst>
                                        </p:cTn>
                                        <p:tgtEl>
                                          <p:spTgt spid="93250"/>
                                        </p:tgtEl>
                                        <p:attrNameLst>
                                          <p:attrName>style.visibility</p:attrName>
                                        </p:attrNameLst>
                                      </p:cBhvr>
                                      <p:to>
                                        <p:strVal val="visible"/>
                                      </p:to>
                                    </p:set>
                                  </p:childTnLst>
                                </p:cTn>
                              </p:par>
                            </p:childTnLst>
                          </p:cTn>
                        </p:par>
                      </p:childTnLst>
                    </p:cTn>
                  </p:par>
                  <p:par>
                    <p:cTn id="152" fill="hold" nodeType="clickPar">
                      <p:stCondLst>
                        <p:cond delay="indefinite"/>
                      </p:stCondLst>
                      <p:childTnLst>
                        <p:par>
                          <p:cTn id="153" fill="hold" nodeType="withGroup">
                            <p:stCondLst>
                              <p:cond delay="0"/>
                            </p:stCondLst>
                            <p:childTnLst>
                              <p:par>
                                <p:cTn id="154" presetID="1" presetClass="entr" presetSubtype="0" fill="hold" grpId="0" nodeType="clickEffect">
                                  <p:stCondLst>
                                    <p:cond delay="0"/>
                                  </p:stCondLst>
                                  <p:childTnLst>
                                    <p:set>
                                      <p:cBhvr>
                                        <p:cTn id="155" dur="1" fill="hold">
                                          <p:stCondLst>
                                            <p:cond delay="499"/>
                                          </p:stCondLst>
                                        </p:cTn>
                                        <p:tgtEl>
                                          <p:spTgt spid="93271"/>
                                        </p:tgtEl>
                                        <p:attrNameLst>
                                          <p:attrName>style.visibility</p:attrName>
                                        </p:attrNameLst>
                                      </p:cBhvr>
                                      <p:to>
                                        <p:strVal val="visible"/>
                                      </p:to>
                                    </p:set>
                                  </p:childTnLst>
                                </p:cTn>
                              </p:par>
                            </p:childTnLst>
                          </p:cTn>
                        </p:par>
                        <p:par>
                          <p:cTn id="156" fill="hold" nodeType="afterGroup">
                            <p:stCondLst>
                              <p:cond delay="500"/>
                            </p:stCondLst>
                            <p:childTnLst>
                              <p:par>
                                <p:cTn id="157" presetID="1" presetClass="entr" presetSubtype="0" fill="hold" grpId="0" nodeType="afterEffect">
                                  <p:stCondLst>
                                    <p:cond delay="0"/>
                                  </p:stCondLst>
                                  <p:childTnLst>
                                    <p:set>
                                      <p:cBhvr>
                                        <p:cTn id="158" dur="1" fill="hold">
                                          <p:stCondLst>
                                            <p:cond delay="499"/>
                                          </p:stCondLst>
                                        </p:cTn>
                                        <p:tgtEl>
                                          <p:spTgt spid="93223"/>
                                        </p:tgtEl>
                                        <p:attrNameLst>
                                          <p:attrName>style.visibility</p:attrName>
                                        </p:attrNameLst>
                                      </p:cBhvr>
                                      <p:to>
                                        <p:strVal val="visible"/>
                                      </p:to>
                                    </p:set>
                                  </p:childTnLst>
                                </p:cTn>
                              </p:par>
                            </p:childTnLst>
                          </p:cTn>
                        </p:par>
                      </p:childTnLst>
                    </p:cTn>
                  </p:par>
                  <p:par>
                    <p:cTn id="159" fill="hold" nodeType="clickPar">
                      <p:stCondLst>
                        <p:cond delay="indefinite"/>
                      </p:stCondLst>
                      <p:childTnLst>
                        <p:par>
                          <p:cTn id="160" fill="hold" nodeType="withGroup">
                            <p:stCondLst>
                              <p:cond delay="0"/>
                            </p:stCondLst>
                            <p:childTnLst>
                              <p:par>
                                <p:cTn id="161" presetID="1" presetClass="entr" presetSubtype="0" fill="hold" grpId="0" nodeType="clickEffect">
                                  <p:stCondLst>
                                    <p:cond delay="0"/>
                                  </p:stCondLst>
                                  <p:childTnLst>
                                    <p:set>
                                      <p:cBhvr>
                                        <p:cTn id="162" dur="1" fill="hold">
                                          <p:stCondLst>
                                            <p:cond delay="499"/>
                                          </p:stCondLst>
                                        </p:cTn>
                                        <p:tgtEl>
                                          <p:spTgt spid="93272"/>
                                        </p:tgtEl>
                                        <p:attrNameLst>
                                          <p:attrName>style.visibility</p:attrName>
                                        </p:attrNameLst>
                                      </p:cBhvr>
                                      <p:to>
                                        <p:strVal val="visible"/>
                                      </p:to>
                                    </p:set>
                                  </p:childTnLst>
                                </p:cTn>
                              </p:par>
                            </p:childTnLst>
                          </p:cTn>
                        </p:par>
                        <p:par>
                          <p:cTn id="163" fill="hold" nodeType="afterGroup">
                            <p:stCondLst>
                              <p:cond delay="500"/>
                            </p:stCondLst>
                            <p:childTnLst>
                              <p:par>
                                <p:cTn id="164" presetID="1" presetClass="entr" presetSubtype="0" fill="hold" grpId="0" nodeType="afterEffect">
                                  <p:stCondLst>
                                    <p:cond delay="0"/>
                                  </p:stCondLst>
                                  <p:childTnLst>
                                    <p:set>
                                      <p:cBhvr>
                                        <p:cTn id="165" dur="1" fill="hold">
                                          <p:stCondLst>
                                            <p:cond delay="499"/>
                                          </p:stCondLst>
                                        </p:cTn>
                                        <p:tgtEl>
                                          <p:spTgt spid="93224"/>
                                        </p:tgtEl>
                                        <p:attrNameLst>
                                          <p:attrName>style.visibility</p:attrName>
                                        </p:attrNameLst>
                                      </p:cBhvr>
                                      <p:to>
                                        <p:strVal val="visible"/>
                                      </p:to>
                                    </p:set>
                                  </p:childTnLst>
                                </p:cTn>
                              </p:par>
                            </p:childTnLst>
                          </p:cTn>
                        </p:par>
                      </p:childTnLst>
                    </p:cTn>
                  </p:par>
                  <p:par>
                    <p:cTn id="166" fill="hold" nodeType="clickPar">
                      <p:stCondLst>
                        <p:cond delay="indefinite"/>
                      </p:stCondLst>
                      <p:childTnLst>
                        <p:par>
                          <p:cTn id="167" fill="hold" nodeType="withGroup">
                            <p:stCondLst>
                              <p:cond delay="0"/>
                            </p:stCondLst>
                            <p:childTnLst>
                              <p:par>
                                <p:cTn id="168" presetID="1" presetClass="entr" presetSubtype="0" fill="hold" grpId="0" nodeType="clickEffect">
                                  <p:stCondLst>
                                    <p:cond delay="0"/>
                                  </p:stCondLst>
                                  <p:childTnLst>
                                    <p:set>
                                      <p:cBhvr>
                                        <p:cTn id="169" dur="1" fill="hold">
                                          <p:stCondLst>
                                            <p:cond delay="499"/>
                                          </p:stCondLst>
                                        </p:cTn>
                                        <p:tgtEl>
                                          <p:spTgt spid="93241"/>
                                        </p:tgtEl>
                                        <p:attrNameLst>
                                          <p:attrName>style.visibility</p:attrName>
                                        </p:attrNameLst>
                                      </p:cBhvr>
                                      <p:to>
                                        <p:strVal val="visible"/>
                                      </p:to>
                                    </p:set>
                                  </p:childTnLst>
                                </p:cTn>
                              </p:par>
                            </p:childTnLst>
                          </p:cTn>
                        </p:par>
                        <p:par>
                          <p:cTn id="170" fill="hold" nodeType="afterGroup">
                            <p:stCondLst>
                              <p:cond delay="500"/>
                            </p:stCondLst>
                            <p:childTnLst>
                              <p:par>
                                <p:cTn id="171" presetID="1" presetClass="entr" presetSubtype="0" fill="hold" nodeType="afterEffect">
                                  <p:stCondLst>
                                    <p:cond delay="0"/>
                                  </p:stCondLst>
                                  <p:childTnLst>
                                    <p:set>
                                      <p:cBhvr>
                                        <p:cTn id="172" dur="1" fill="hold">
                                          <p:stCondLst>
                                            <p:cond delay="499"/>
                                          </p:stCondLst>
                                        </p:cTn>
                                        <p:tgtEl>
                                          <p:spTgt spid="12"/>
                                        </p:tgtEl>
                                        <p:attrNameLst>
                                          <p:attrName>style.visibility</p:attrName>
                                        </p:attrNameLst>
                                      </p:cBhvr>
                                      <p:to>
                                        <p:strVal val="visible"/>
                                      </p:to>
                                    </p:set>
                                  </p:childTnLst>
                                </p:cTn>
                              </p:par>
                            </p:childTnLst>
                          </p:cTn>
                        </p:par>
                      </p:childTnLst>
                    </p:cTn>
                  </p:par>
                  <p:par>
                    <p:cTn id="173" fill="hold" nodeType="clickPar">
                      <p:stCondLst>
                        <p:cond delay="indefinite"/>
                      </p:stCondLst>
                      <p:childTnLst>
                        <p:par>
                          <p:cTn id="174" fill="hold" nodeType="withGroup">
                            <p:stCondLst>
                              <p:cond delay="0"/>
                            </p:stCondLst>
                            <p:childTnLst>
                              <p:par>
                                <p:cTn id="175" presetID="1" presetClass="entr" presetSubtype="0" fill="hold" grpId="0" nodeType="clickEffect">
                                  <p:stCondLst>
                                    <p:cond delay="0"/>
                                  </p:stCondLst>
                                  <p:childTnLst>
                                    <p:set>
                                      <p:cBhvr>
                                        <p:cTn id="176" dur="1" fill="hold">
                                          <p:stCondLst>
                                            <p:cond delay="499"/>
                                          </p:stCondLst>
                                        </p:cTn>
                                        <p:tgtEl>
                                          <p:spTgt spid="93263"/>
                                        </p:tgtEl>
                                        <p:attrNameLst>
                                          <p:attrName>style.visibility</p:attrName>
                                        </p:attrNameLst>
                                      </p:cBhvr>
                                      <p:to>
                                        <p:strVal val="visible"/>
                                      </p:to>
                                    </p:set>
                                  </p:childTnLst>
                                </p:cTn>
                              </p:par>
                            </p:childTnLst>
                          </p:cTn>
                        </p:par>
                        <p:par>
                          <p:cTn id="177" fill="hold" nodeType="afterGroup">
                            <p:stCondLst>
                              <p:cond delay="500"/>
                            </p:stCondLst>
                            <p:childTnLst>
                              <p:par>
                                <p:cTn id="178" presetID="2" presetClass="entr" presetSubtype="8" fill="hold" nodeType="afterEffect">
                                  <p:stCondLst>
                                    <p:cond delay="0"/>
                                  </p:stCondLst>
                                  <p:childTnLst>
                                    <p:set>
                                      <p:cBhvr>
                                        <p:cTn id="179" dur="1" fill="hold">
                                          <p:stCondLst>
                                            <p:cond delay="0"/>
                                          </p:stCondLst>
                                        </p:cTn>
                                        <p:tgtEl>
                                          <p:spTgt spid="13"/>
                                        </p:tgtEl>
                                        <p:attrNameLst>
                                          <p:attrName>style.visibility</p:attrName>
                                        </p:attrNameLst>
                                      </p:cBhvr>
                                      <p:to>
                                        <p:strVal val="visible"/>
                                      </p:to>
                                    </p:set>
                                    <p:anim calcmode="lin" valueType="num">
                                      <p:cBhvr additive="base">
                                        <p:cTn id="180" dur="500" fill="hold"/>
                                        <p:tgtEl>
                                          <p:spTgt spid="13"/>
                                        </p:tgtEl>
                                        <p:attrNameLst>
                                          <p:attrName>ppt_x</p:attrName>
                                        </p:attrNameLst>
                                      </p:cBhvr>
                                      <p:tavLst>
                                        <p:tav tm="0">
                                          <p:val>
                                            <p:strVal val="0-#ppt_w/2"/>
                                          </p:val>
                                        </p:tav>
                                        <p:tav tm="100000">
                                          <p:val>
                                            <p:strVal val="#ppt_x"/>
                                          </p:val>
                                        </p:tav>
                                      </p:tavLst>
                                    </p:anim>
                                    <p:anim calcmode="lin" valueType="num">
                                      <p:cBhvr additive="base">
                                        <p:cTn id="181"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82" fill="hold" nodeType="clickPar">
                      <p:stCondLst>
                        <p:cond delay="indefinite"/>
                      </p:stCondLst>
                      <p:childTnLst>
                        <p:par>
                          <p:cTn id="183" fill="hold" nodeType="withGroup">
                            <p:stCondLst>
                              <p:cond delay="0"/>
                            </p:stCondLst>
                            <p:childTnLst>
                              <p:par>
                                <p:cTn id="184" presetID="1" presetClass="entr" presetSubtype="0" fill="hold" grpId="0" nodeType="clickEffect">
                                  <p:stCondLst>
                                    <p:cond delay="0"/>
                                  </p:stCondLst>
                                  <p:childTnLst>
                                    <p:set>
                                      <p:cBhvr>
                                        <p:cTn id="185" dur="1" fill="hold">
                                          <p:stCondLst>
                                            <p:cond delay="499"/>
                                          </p:stCondLst>
                                        </p:cTn>
                                        <p:tgtEl>
                                          <p:spTgt spid="93264"/>
                                        </p:tgtEl>
                                        <p:attrNameLst>
                                          <p:attrName>style.visibility</p:attrName>
                                        </p:attrNameLst>
                                      </p:cBhvr>
                                      <p:to>
                                        <p:strVal val="visible"/>
                                      </p:to>
                                    </p:set>
                                  </p:childTnLst>
                                </p:cTn>
                              </p:par>
                            </p:childTnLst>
                          </p:cTn>
                        </p:par>
                        <p:par>
                          <p:cTn id="186" fill="hold" nodeType="afterGroup">
                            <p:stCondLst>
                              <p:cond delay="500"/>
                            </p:stCondLst>
                            <p:childTnLst>
                              <p:par>
                                <p:cTn id="187" presetID="1" presetClass="entr" presetSubtype="0" fill="hold" grpId="0" nodeType="afterEffect">
                                  <p:stCondLst>
                                    <p:cond delay="0"/>
                                  </p:stCondLst>
                                  <p:childTnLst>
                                    <p:set>
                                      <p:cBhvr>
                                        <p:cTn id="188" dur="1" fill="hold">
                                          <p:stCondLst>
                                            <p:cond delay="499"/>
                                          </p:stCondLst>
                                        </p:cTn>
                                        <p:tgtEl>
                                          <p:spTgt spid="93251"/>
                                        </p:tgtEl>
                                        <p:attrNameLst>
                                          <p:attrName>style.visibility</p:attrName>
                                        </p:attrNameLst>
                                      </p:cBhvr>
                                      <p:to>
                                        <p:strVal val="visible"/>
                                      </p:to>
                                    </p:set>
                                  </p:childTnLst>
                                </p:cTn>
                              </p:par>
                            </p:childTnLst>
                          </p:cTn>
                        </p:par>
                      </p:childTnLst>
                    </p:cTn>
                  </p:par>
                  <p:par>
                    <p:cTn id="189" fill="hold" nodeType="clickPar">
                      <p:stCondLst>
                        <p:cond delay="indefinite"/>
                      </p:stCondLst>
                      <p:childTnLst>
                        <p:par>
                          <p:cTn id="190" fill="hold" nodeType="withGroup">
                            <p:stCondLst>
                              <p:cond delay="0"/>
                            </p:stCondLst>
                            <p:childTnLst>
                              <p:par>
                                <p:cTn id="191" presetID="1" presetClass="entr" presetSubtype="0" fill="hold" grpId="0" nodeType="clickEffect">
                                  <p:stCondLst>
                                    <p:cond delay="0"/>
                                  </p:stCondLst>
                                  <p:childTnLst>
                                    <p:set>
                                      <p:cBhvr>
                                        <p:cTn id="192" dur="1" fill="hold">
                                          <p:stCondLst>
                                            <p:cond delay="499"/>
                                          </p:stCondLst>
                                        </p:cTn>
                                        <p:tgtEl>
                                          <p:spTgt spid="93273"/>
                                        </p:tgtEl>
                                        <p:attrNameLst>
                                          <p:attrName>style.visibility</p:attrName>
                                        </p:attrNameLst>
                                      </p:cBhvr>
                                      <p:to>
                                        <p:strVal val="visible"/>
                                      </p:to>
                                    </p:set>
                                  </p:childTnLst>
                                </p:cTn>
                              </p:par>
                            </p:childTnLst>
                          </p:cTn>
                        </p:par>
                        <p:par>
                          <p:cTn id="193" fill="hold" nodeType="afterGroup">
                            <p:stCondLst>
                              <p:cond delay="500"/>
                            </p:stCondLst>
                            <p:childTnLst>
                              <p:par>
                                <p:cTn id="194" presetID="1" presetClass="entr" presetSubtype="0" fill="hold" grpId="0" nodeType="afterEffect">
                                  <p:stCondLst>
                                    <p:cond delay="0"/>
                                  </p:stCondLst>
                                  <p:childTnLst>
                                    <p:set>
                                      <p:cBhvr>
                                        <p:cTn id="195" dur="1" fill="hold">
                                          <p:stCondLst>
                                            <p:cond delay="499"/>
                                          </p:stCondLst>
                                        </p:cTn>
                                        <p:tgtEl>
                                          <p:spTgt spid="93231"/>
                                        </p:tgtEl>
                                        <p:attrNameLst>
                                          <p:attrName>style.visibility</p:attrName>
                                        </p:attrNameLst>
                                      </p:cBhvr>
                                      <p:to>
                                        <p:strVal val="visible"/>
                                      </p:to>
                                    </p:set>
                                  </p:childTnLst>
                                </p:cTn>
                              </p:par>
                            </p:childTnLst>
                          </p:cTn>
                        </p:par>
                      </p:childTnLst>
                    </p:cTn>
                  </p:par>
                  <p:par>
                    <p:cTn id="196" fill="hold" nodeType="clickPar">
                      <p:stCondLst>
                        <p:cond delay="indefinite"/>
                      </p:stCondLst>
                      <p:childTnLst>
                        <p:par>
                          <p:cTn id="197" fill="hold" nodeType="withGroup">
                            <p:stCondLst>
                              <p:cond delay="0"/>
                            </p:stCondLst>
                            <p:childTnLst>
                              <p:par>
                                <p:cTn id="198" presetID="1" presetClass="entr" presetSubtype="0" fill="hold" grpId="0" nodeType="clickEffect">
                                  <p:stCondLst>
                                    <p:cond delay="0"/>
                                  </p:stCondLst>
                                  <p:childTnLst>
                                    <p:set>
                                      <p:cBhvr>
                                        <p:cTn id="199" dur="1" fill="hold">
                                          <p:stCondLst>
                                            <p:cond delay="499"/>
                                          </p:stCondLst>
                                        </p:cTn>
                                        <p:tgtEl>
                                          <p:spTgt spid="93274"/>
                                        </p:tgtEl>
                                        <p:attrNameLst>
                                          <p:attrName>style.visibility</p:attrName>
                                        </p:attrNameLst>
                                      </p:cBhvr>
                                      <p:to>
                                        <p:strVal val="visible"/>
                                      </p:to>
                                    </p:set>
                                  </p:childTnLst>
                                </p:cTn>
                              </p:par>
                            </p:childTnLst>
                          </p:cTn>
                        </p:par>
                        <p:par>
                          <p:cTn id="200" fill="hold" nodeType="afterGroup">
                            <p:stCondLst>
                              <p:cond delay="500"/>
                            </p:stCondLst>
                            <p:childTnLst>
                              <p:par>
                                <p:cTn id="201" presetID="1" presetClass="entr" presetSubtype="0" fill="hold" nodeType="afterEffect">
                                  <p:stCondLst>
                                    <p:cond delay="0"/>
                                  </p:stCondLst>
                                  <p:childTnLst>
                                    <p:set>
                                      <p:cBhvr>
                                        <p:cTn id="202" dur="1" fill="hold">
                                          <p:stCondLst>
                                            <p:cond delay="499"/>
                                          </p:stCondLst>
                                        </p:cTn>
                                        <p:tgtEl>
                                          <p:spTgt spid="14"/>
                                        </p:tgtEl>
                                        <p:attrNameLst>
                                          <p:attrName>style.visibility</p:attrName>
                                        </p:attrNameLst>
                                      </p:cBhvr>
                                      <p:to>
                                        <p:strVal val="visible"/>
                                      </p:to>
                                    </p:set>
                                  </p:childTnLst>
                                </p:cTn>
                              </p:par>
                            </p:childTnLst>
                          </p:cTn>
                        </p:par>
                      </p:childTnLst>
                    </p:cTn>
                  </p:par>
                  <p:par>
                    <p:cTn id="203" fill="hold" nodeType="clickPar">
                      <p:stCondLst>
                        <p:cond delay="indefinite"/>
                      </p:stCondLst>
                      <p:childTnLst>
                        <p:par>
                          <p:cTn id="204" fill="hold" nodeType="withGroup">
                            <p:stCondLst>
                              <p:cond delay="0"/>
                            </p:stCondLst>
                            <p:childTnLst>
                              <p:par>
                                <p:cTn id="205" presetID="1" presetClass="entr" presetSubtype="0" fill="hold" grpId="0" nodeType="clickEffect">
                                  <p:stCondLst>
                                    <p:cond delay="0"/>
                                  </p:stCondLst>
                                  <p:childTnLst>
                                    <p:set>
                                      <p:cBhvr>
                                        <p:cTn id="206" dur="1" fill="hold">
                                          <p:stCondLst>
                                            <p:cond delay="499"/>
                                          </p:stCondLst>
                                        </p:cTn>
                                        <p:tgtEl>
                                          <p:spTgt spid="93242"/>
                                        </p:tgtEl>
                                        <p:attrNameLst>
                                          <p:attrName>style.visibility</p:attrName>
                                        </p:attrNameLst>
                                      </p:cBhvr>
                                      <p:to>
                                        <p:strVal val="visible"/>
                                      </p:to>
                                    </p:set>
                                  </p:childTnLst>
                                </p:cTn>
                              </p:par>
                            </p:childTnLst>
                          </p:cTn>
                        </p:par>
                        <p:par>
                          <p:cTn id="207" fill="hold" nodeType="afterGroup">
                            <p:stCondLst>
                              <p:cond delay="500"/>
                            </p:stCondLst>
                            <p:childTnLst>
                              <p:par>
                                <p:cTn id="208" presetID="1" presetClass="entr" presetSubtype="0" fill="hold" grpId="0" nodeType="afterEffect">
                                  <p:stCondLst>
                                    <p:cond delay="0"/>
                                  </p:stCondLst>
                                  <p:childTnLst>
                                    <p:set>
                                      <p:cBhvr>
                                        <p:cTn id="209" dur="1" fill="hold">
                                          <p:stCondLst>
                                            <p:cond delay="499"/>
                                          </p:stCondLst>
                                        </p:cTn>
                                        <p:tgtEl>
                                          <p:spTgt spid="93186"/>
                                        </p:tgtEl>
                                        <p:attrNameLst>
                                          <p:attrName>style.visibility</p:attrName>
                                        </p:attrNameLst>
                                      </p:cBhvr>
                                      <p:to>
                                        <p:strVal val="visible"/>
                                      </p:to>
                                    </p:set>
                                  </p:childTnLst>
                                </p:cTn>
                              </p:par>
                            </p:childTnLst>
                          </p:cTn>
                        </p:par>
                      </p:childTnLst>
                    </p:cTn>
                  </p:par>
                  <p:par>
                    <p:cTn id="210" fill="hold" nodeType="clickPar">
                      <p:stCondLst>
                        <p:cond delay="indefinite"/>
                      </p:stCondLst>
                      <p:childTnLst>
                        <p:par>
                          <p:cTn id="211" fill="hold" nodeType="withGroup">
                            <p:stCondLst>
                              <p:cond delay="0"/>
                            </p:stCondLst>
                            <p:childTnLst>
                              <p:par>
                                <p:cTn id="212" presetID="1" presetClass="entr" presetSubtype="0" fill="hold" grpId="0" nodeType="clickEffect">
                                  <p:stCondLst>
                                    <p:cond delay="0"/>
                                  </p:stCondLst>
                                  <p:childTnLst>
                                    <p:set>
                                      <p:cBhvr>
                                        <p:cTn id="213" dur="1" fill="hold">
                                          <p:stCondLst>
                                            <p:cond delay="499"/>
                                          </p:stCondLst>
                                        </p:cTn>
                                        <p:tgtEl>
                                          <p:spTgt spid="93265"/>
                                        </p:tgtEl>
                                        <p:attrNameLst>
                                          <p:attrName>style.visibility</p:attrName>
                                        </p:attrNameLst>
                                      </p:cBhvr>
                                      <p:to>
                                        <p:strVal val="visible"/>
                                      </p:to>
                                    </p:set>
                                  </p:childTnLst>
                                </p:cTn>
                              </p:par>
                            </p:childTnLst>
                          </p:cTn>
                        </p:par>
                        <p:par>
                          <p:cTn id="214" fill="hold" nodeType="afterGroup">
                            <p:stCondLst>
                              <p:cond delay="500"/>
                            </p:stCondLst>
                            <p:childTnLst>
                              <p:par>
                                <p:cTn id="215" presetID="2" presetClass="entr" presetSubtype="12" fill="hold" nodeType="afterEffect">
                                  <p:stCondLst>
                                    <p:cond delay="0"/>
                                  </p:stCondLst>
                                  <p:childTnLst>
                                    <p:set>
                                      <p:cBhvr>
                                        <p:cTn id="216" dur="1" fill="hold">
                                          <p:stCondLst>
                                            <p:cond delay="0"/>
                                          </p:stCondLst>
                                        </p:cTn>
                                        <p:tgtEl>
                                          <p:spTgt spid="15"/>
                                        </p:tgtEl>
                                        <p:attrNameLst>
                                          <p:attrName>style.visibility</p:attrName>
                                        </p:attrNameLst>
                                      </p:cBhvr>
                                      <p:to>
                                        <p:strVal val="visible"/>
                                      </p:to>
                                    </p:set>
                                    <p:anim calcmode="lin" valueType="num">
                                      <p:cBhvr additive="base">
                                        <p:cTn id="217" dur="500" fill="hold"/>
                                        <p:tgtEl>
                                          <p:spTgt spid="15"/>
                                        </p:tgtEl>
                                        <p:attrNameLst>
                                          <p:attrName>ppt_x</p:attrName>
                                        </p:attrNameLst>
                                      </p:cBhvr>
                                      <p:tavLst>
                                        <p:tav tm="0">
                                          <p:val>
                                            <p:strVal val="0-#ppt_w/2"/>
                                          </p:val>
                                        </p:tav>
                                        <p:tav tm="100000">
                                          <p:val>
                                            <p:strVal val="#ppt_x"/>
                                          </p:val>
                                        </p:tav>
                                      </p:tavLst>
                                    </p:anim>
                                    <p:anim calcmode="lin" valueType="num">
                                      <p:cBhvr additive="base">
                                        <p:cTn id="21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19" fill="hold" nodeType="clickPar">
                      <p:stCondLst>
                        <p:cond delay="indefinite"/>
                      </p:stCondLst>
                      <p:childTnLst>
                        <p:par>
                          <p:cTn id="220" fill="hold" nodeType="withGroup">
                            <p:stCondLst>
                              <p:cond delay="0"/>
                            </p:stCondLst>
                            <p:childTnLst>
                              <p:par>
                                <p:cTn id="221" presetID="1" presetClass="entr" presetSubtype="0" fill="hold" grpId="0" nodeType="clickEffect">
                                  <p:stCondLst>
                                    <p:cond delay="0"/>
                                  </p:stCondLst>
                                  <p:childTnLst>
                                    <p:set>
                                      <p:cBhvr>
                                        <p:cTn id="222" dur="1" fill="hold">
                                          <p:stCondLst>
                                            <p:cond delay="499"/>
                                          </p:stCondLst>
                                        </p:cTn>
                                        <p:tgtEl>
                                          <p:spTgt spid="93266"/>
                                        </p:tgtEl>
                                        <p:attrNameLst>
                                          <p:attrName>style.visibility</p:attrName>
                                        </p:attrNameLst>
                                      </p:cBhvr>
                                      <p:to>
                                        <p:strVal val="visible"/>
                                      </p:to>
                                    </p:set>
                                  </p:childTnLst>
                                </p:cTn>
                              </p:par>
                            </p:childTnLst>
                          </p:cTn>
                        </p:par>
                        <p:par>
                          <p:cTn id="223" fill="hold" nodeType="afterGroup">
                            <p:stCondLst>
                              <p:cond delay="500"/>
                            </p:stCondLst>
                            <p:childTnLst>
                              <p:par>
                                <p:cTn id="224" presetID="1" presetClass="entr" presetSubtype="0" fill="hold" grpId="0" nodeType="afterEffect">
                                  <p:stCondLst>
                                    <p:cond delay="0"/>
                                  </p:stCondLst>
                                  <p:childTnLst>
                                    <p:set>
                                      <p:cBhvr>
                                        <p:cTn id="225" dur="1" fill="hold">
                                          <p:stCondLst>
                                            <p:cond delay="499"/>
                                          </p:stCondLst>
                                        </p:cTn>
                                        <p:tgtEl>
                                          <p:spTgt spid="93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animBg="1"/>
      <p:bldP spid="93198" grpId="0" animBg="1"/>
      <p:bldP spid="93199" grpId="0" animBg="1"/>
      <p:bldP spid="93212" grpId="0" animBg="1"/>
      <p:bldP spid="93213" grpId="0" animBg="1"/>
      <p:bldP spid="93223" grpId="0" animBg="1"/>
      <p:bldP spid="93224" grpId="0" animBg="1"/>
      <p:bldP spid="93231" grpId="0" animBg="1"/>
      <p:bldP spid="93239" grpId="0" autoUpdateAnimBg="0"/>
      <p:bldP spid="93240" grpId="0" autoUpdateAnimBg="0"/>
      <p:bldP spid="93241" grpId="0" autoUpdateAnimBg="0"/>
      <p:bldP spid="93242" grpId="0" autoUpdateAnimBg="0"/>
      <p:bldP spid="93243" grpId="0" animBg="1"/>
      <p:bldP spid="93244" grpId="0" animBg="1"/>
      <p:bldP spid="93245" grpId="0" animBg="1"/>
      <p:bldP spid="93246" grpId="0" animBg="1"/>
      <p:bldP spid="93247" grpId="0" animBg="1"/>
      <p:bldP spid="93248" grpId="0" animBg="1"/>
      <p:bldP spid="93249" grpId="0" animBg="1"/>
      <p:bldP spid="93250" grpId="0" animBg="1"/>
      <p:bldP spid="93251" grpId="0" animBg="1"/>
      <p:bldP spid="93252" grpId="0" animBg="1"/>
      <p:bldP spid="93253" grpId="0" animBg="1"/>
      <p:bldP spid="93254" grpId="0" animBg="1"/>
      <p:bldP spid="93255" grpId="0" animBg="1"/>
      <p:bldP spid="93256" grpId="0" animBg="1"/>
      <p:bldP spid="93257" grpId="0" animBg="1"/>
      <p:bldP spid="93258" grpId="0" animBg="1"/>
      <p:bldP spid="93259" grpId="0" animBg="1"/>
      <p:bldP spid="93260" grpId="0" animBg="1"/>
      <p:bldP spid="93261" grpId="0" animBg="1"/>
      <p:bldP spid="93262" grpId="0" animBg="1"/>
      <p:bldP spid="93263" grpId="0" animBg="1"/>
      <p:bldP spid="93264" grpId="0" animBg="1"/>
      <p:bldP spid="93265" grpId="0" animBg="1"/>
      <p:bldP spid="93266" grpId="0" animBg="1"/>
      <p:bldP spid="93267" grpId="0" animBg="1"/>
      <p:bldP spid="93268" grpId="0" animBg="1"/>
      <p:bldP spid="93269" grpId="0" animBg="1"/>
      <p:bldP spid="93270" grpId="0" animBg="1"/>
      <p:bldP spid="93271" grpId="0" animBg="1"/>
      <p:bldP spid="93272" grpId="0" animBg="1"/>
      <p:bldP spid="93273" grpId="0" animBg="1"/>
      <p:bldP spid="93274"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ADB97-22C3-457E-A185-329218E6F12F}"/>
              </a:ext>
            </a:extLst>
          </p:cNvPr>
          <p:cNvSpPr>
            <a:spLocks noGrp="1"/>
          </p:cNvSpPr>
          <p:nvPr>
            <p:ph type="title"/>
          </p:nvPr>
        </p:nvSpPr>
        <p:spPr>
          <a:xfrm>
            <a:off x="1097280" y="450229"/>
            <a:ext cx="10058400" cy="759871"/>
          </a:xfrm>
        </p:spPr>
        <p:txBody>
          <a:bodyPr/>
          <a:lstStyle/>
          <a:p>
            <a:r>
              <a:rPr lang="en-US" err="1" smtClean="0">
                <a:solidFill>
                  <a:srgbClr val="0070C0"/>
                </a:solidFill>
              </a:rPr>
              <a:t>Bài</a:t>
            </a:r>
            <a:r>
              <a:rPr lang="en-US" smtClean="0">
                <a:solidFill>
                  <a:srgbClr val="0070C0"/>
                </a:solidFill>
              </a:rPr>
              <a:t> 4.2.Tính </a:t>
            </a:r>
            <a:r>
              <a:rPr lang="en-US" dirty="0" err="1">
                <a:solidFill>
                  <a:srgbClr val="0070C0"/>
                </a:solidFill>
              </a:rPr>
              <a:t>giá</a:t>
            </a:r>
            <a:r>
              <a:rPr lang="en-US" dirty="0">
                <a:solidFill>
                  <a:srgbClr val="0070C0"/>
                </a:solidFill>
              </a:rPr>
              <a:t> </a:t>
            </a:r>
            <a:r>
              <a:rPr lang="en-US" dirty="0" err="1">
                <a:solidFill>
                  <a:srgbClr val="0070C0"/>
                </a:solidFill>
              </a:rPr>
              <a:t>trị</a:t>
            </a:r>
            <a:r>
              <a:rPr lang="en-US" dirty="0">
                <a:solidFill>
                  <a:srgbClr val="0070C0"/>
                </a:solidFill>
              </a:rPr>
              <a:t> </a:t>
            </a:r>
            <a:r>
              <a:rPr lang="en-US" dirty="0" err="1">
                <a:solidFill>
                  <a:srgbClr val="0070C0"/>
                </a:solidFill>
              </a:rPr>
              <a:t>biểu</a:t>
            </a:r>
            <a:r>
              <a:rPr lang="en-US" dirty="0">
                <a:solidFill>
                  <a:srgbClr val="0070C0"/>
                </a:solidFill>
              </a:rPr>
              <a:t> </a:t>
            </a:r>
            <a:r>
              <a:rPr lang="en-US" dirty="0" err="1">
                <a:solidFill>
                  <a:srgbClr val="0070C0"/>
                </a:solidFill>
              </a:rPr>
              <a:t>thức</a:t>
            </a:r>
            <a:r>
              <a:rPr lang="en-US" dirty="0">
                <a:solidFill>
                  <a:srgbClr val="0070C0"/>
                </a:solidFill>
              </a:rPr>
              <a:t> </a:t>
            </a:r>
            <a:r>
              <a:rPr lang="en-US" dirty="0" err="1">
                <a:solidFill>
                  <a:srgbClr val="0070C0"/>
                </a:solidFill>
              </a:rPr>
              <a:t>hậu</a:t>
            </a:r>
            <a:r>
              <a:rPr lang="en-US" dirty="0">
                <a:solidFill>
                  <a:srgbClr val="0070C0"/>
                </a:solidFill>
              </a:rPr>
              <a:t> </a:t>
            </a:r>
            <a:r>
              <a:rPr lang="en-US" dirty="0" err="1">
                <a:solidFill>
                  <a:srgbClr val="0070C0"/>
                </a:solidFill>
              </a:rPr>
              <a:t>tố</a:t>
            </a:r>
            <a:endParaRPr lang="en-US" dirty="0">
              <a:solidFill>
                <a:srgbClr val="0070C0"/>
              </a:solidFill>
            </a:endParaRPr>
          </a:p>
        </p:txBody>
      </p:sp>
      <p:sp>
        <p:nvSpPr>
          <p:cNvPr id="4" name="Google Shape;330;p17">
            <a:extLst>
              <a:ext uri="{FF2B5EF4-FFF2-40B4-BE49-F238E27FC236}">
                <a16:creationId xmlns:a16="http://schemas.microsoft.com/office/drawing/2014/main" id="{FF9B9CA3-4D22-4628-8C37-7B1C7BA6C2FB}"/>
              </a:ext>
            </a:extLst>
          </p:cNvPr>
          <p:cNvSpPr txBox="1">
            <a:spLocks/>
          </p:cNvSpPr>
          <p:nvPr/>
        </p:nvSpPr>
        <p:spPr bwMode="auto">
          <a:xfrm>
            <a:off x="5854714" y="1251680"/>
            <a:ext cx="5046936" cy="4798911"/>
          </a:xfrm>
          <a:prstGeom prst="rect">
            <a:avLst/>
          </a:prstGeom>
          <a:solidFill>
            <a:srgbClr val="FCEEE4"/>
          </a:solidFill>
          <a:ln w="9525" cap="flat" cmpd="sng">
            <a:solidFill>
              <a:srgbClr val="FF0000"/>
            </a:solidFill>
            <a:prstDash val="solid"/>
            <a:round/>
            <a:headEnd type="none" w="sm" len="sm"/>
            <a:tailEnd type="none" w="sm" len="sm"/>
          </a:ln>
        </p:spPr>
        <p:txBody>
          <a:bodyPr spcFirstLastPara="1" vert="horz" wrap="square" lIns="91425" tIns="45700" rIns="91425" bIns="45700" numCol="1" anchor="t" anchorCtr="0" compatLnSpc="1">
            <a:prstTxWarp prst="textNoShape">
              <a:avLst/>
            </a:prstTxWarp>
            <a:noAutofit/>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2400">
                <a:solidFill>
                  <a:schemeClr val="tx1"/>
                </a:solidFill>
                <a:latin typeface="+mn-lt"/>
                <a:ea typeface="+mn-ea"/>
                <a:cs typeface="Tahoma" pitchFamily="34" charset="0"/>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000">
                <a:solidFill>
                  <a:schemeClr val="tx1"/>
                </a:solidFill>
                <a:latin typeface="+mn-lt"/>
                <a:cs typeface="Tahoma" pitchFamily="34" charset="0"/>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000">
                <a:solidFill>
                  <a:schemeClr val="tx1"/>
                </a:solidFill>
                <a:latin typeface="+mn-lt"/>
                <a:cs typeface="Tahoma" pitchFamily="34" charset="0"/>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cs typeface="Tahoma" pitchFamily="34" charset="0"/>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cs typeface="Tahoma" pitchFamily="34" charset="0"/>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spcBef>
                <a:spcPts val="0"/>
              </a:spcBef>
              <a:spcAft>
                <a:spcPts val="0"/>
              </a:spcAft>
              <a:buClr>
                <a:schemeClr val="dk1"/>
              </a:buClr>
              <a:buSzPts val="2000"/>
              <a:buNone/>
            </a:pPr>
            <a:r>
              <a:rPr lang="en-US" sz="2000" b="1" kern="0" dirty="0">
                <a:latin typeface="Arial"/>
                <a:ea typeface="Arial"/>
                <a:cs typeface="Arial"/>
                <a:sym typeface="Arial"/>
              </a:rPr>
              <a:t>S = {}</a:t>
            </a:r>
            <a:endParaRPr lang="en-US" kern="0" dirty="0"/>
          </a:p>
          <a:p>
            <a:pPr marL="0" indent="0">
              <a:spcBef>
                <a:spcPts val="0"/>
              </a:spcBef>
              <a:spcAft>
                <a:spcPts val="0"/>
              </a:spcAft>
              <a:buClr>
                <a:schemeClr val="dk1"/>
              </a:buClr>
              <a:buSzPts val="2000"/>
              <a:buNone/>
            </a:pPr>
            <a:r>
              <a:rPr lang="en-US" sz="2000" b="1" kern="0" dirty="0">
                <a:latin typeface="Arial"/>
                <a:ea typeface="Arial"/>
                <a:cs typeface="Arial"/>
                <a:sym typeface="Arial"/>
              </a:rPr>
              <a:t>while</a:t>
            </a:r>
            <a:r>
              <a:rPr lang="en-US" sz="2000" kern="0" dirty="0">
                <a:latin typeface="Arial"/>
                <a:ea typeface="Arial"/>
                <a:cs typeface="Arial"/>
                <a:sym typeface="Arial"/>
              </a:rPr>
              <a:t> (</a:t>
            </a:r>
            <a:r>
              <a:rPr lang="en-US" sz="2000" kern="0" dirty="0" err="1">
                <a:latin typeface="Arial"/>
                <a:ea typeface="Arial"/>
                <a:cs typeface="Arial"/>
                <a:sym typeface="Arial"/>
              </a:rPr>
              <a:t>đọc</a:t>
            </a:r>
            <a:r>
              <a:rPr lang="en-US" sz="2000" kern="0" dirty="0">
                <a:latin typeface="Arial"/>
                <a:ea typeface="Arial"/>
                <a:cs typeface="Arial"/>
                <a:sym typeface="Arial"/>
              </a:rPr>
              <a:t> 1 </a:t>
            </a:r>
            <a:r>
              <a:rPr lang="en-US" sz="2000" kern="0" dirty="0" err="1">
                <a:latin typeface="Arial"/>
                <a:ea typeface="Arial"/>
                <a:cs typeface="Arial"/>
                <a:sym typeface="Arial"/>
              </a:rPr>
              <a:t>kí</a:t>
            </a:r>
            <a:r>
              <a:rPr lang="en-US" sz="2000" kern="0" dirty="0">
                <a:latin typeface="Arial"/>
                <a:ea typeface="Arial"/>
                <a:cs typeface="Arial"/>
                <a:sym typeface="Arial"/>
              </a:rPr>
              <a:t> </a:t>
            </a:r>
            <a:r>
              <a:rPr lang="en-US" sz="2000" kern="0" dirty="0" err="1">
                <a:latin typeface="Arial"/>
                <a:ea typeface="Arial"/>
                <a:cs typeface="Arial"/>
                <a:sym typeface="Arial"/>
              </a:rPr>
              <a:t>tự</a:t>
            </a:r>
            <a:r>
              <a:rPr lang="en-US" sz="2000" kern="0" dirty="0">
                <a:latin typeface="Arial"/>
                <a:ea typeface="Arial"/>
                <a:cs typeface="Arial"/>
                <a:sym typeface="Arial"/>
              </a:rPr>
              <a:t> x </a:t>
            </a:r>
            <a:r>
              <a:rPr lang="en-US" sz="2000" kern="0" dirty="0" err="1">
                <a:latin typeface="Arial"/>
                <a:ea typeface="Arial"/>
                <a:cs typeface="Arial"/>
                <a:sym typeface="Arial"/>
              </a:rPr>
              <a:t>trong</a:t>
            </a:r>
            <a:r>
              <a:rPr lang="en-US" sz="2000" kern="0" dirty="0">
                <a:latin typeface="Arial"/>
                <a:ea typeface="Arial"/>
                <a:cs typeface="Arial"/>
                <a:sym typeface="Arial"/>
              </a:rPr>
              <a:t> Q </a:t>
            </a:r>
            <a:r>
              <a:rPr lang="en-US" sz="2000" kern="0" dirty="0" err="1">
                <a:latin typeface="Arial"/>
                <a:ea typeface="Arial"/>
                <a:cs typeface="Arial"/>
                <a:sym typeface="Arial"/>
              </a:rPr>
              <a:t>khác</a:t>
            </a:r>
            <a:r>
              <a:rPr lang="en-US" sz="2000" kern="0" dirty="0">
                <a:latin typeface="Arial"/>
                <a:ea typeface="Arial"/>
                <a:cs typeface="Arial"/>
                <a:sym typeface="Arial"/>
              </a:rPr>
              <a:t> </a:t>
            </a:r>
            <a:r>
              <a:rPr lang="en-US" sz="2000" kern="0" dirty="0" err="1">
                <a:latin typeface="Arial"/>
                <a:ea typeface="Arial"/>
                <a:cs typeface="Arial"/>
                <a:sym typeface="Arial"/>
              </a:rPr>
              <a:t>rỗng</a:t>
            </a:r>
            <a:r>
              <a:rPr lang="en-US" sz="2000" kern="0">
                <a:latin typeface="Arial"/>
                <a:ea typeface="Arial"/>
                <a:cs typeface="Arial"/>
                <a:sym typeface="Arial"/>
              </a:rPr>
              <a:t>) </a:t>
            </a:r>
            <a:endParaRPr lang="en-US" sz="2000" kern="0" smtClean="0">
              <a:latin typeface="Arial"/>
              <a:ea typeface="Arial"/>
              <a:cs typeface="Arial"/>
              <a:sym typeface="Arial"/>
            </a:endParaRPr>
          </a:p>
          <a:p>
            <a:pPr marL="0" indent="0">
              <a:spcBef>
                <a:spcPts val="0"/>
              </a:spcBef>
              <a:spcAft>
                <a:spcPts val="0"/>
              </a:spcAft>
              <a:buClr>
                <a:schemeClr val="dk1"/>
              </a:buClr>
              <a:buSzPts val="2000"/>
              <a:buNone/>
            </a:pPr>
            <a:r>
              <a:rPr lang="en-US" sz="2000" kern="0" smtClean="0">
                <a:latin typeface="Arial"/>
                <a:ea typeface="Arial"/>
                <a:cs typeface="Arial"/>
                <a:sym typeface="Arial"/>
              </a:rPr>
              <a:t>{</a:t>
            </a:r>
            <a:endParaRPr lang="en-US" sz="2000" kern="0" dirty="0">
              <a:latin typeface="Arial"/>
              <a:ea typeface="Arial"/>
              <a:cs typeface="Arial"/>
              <a:sym typeface="Arial"/>
            </a:endParaRPr>
          </a:p>
          <a:p>
            <a:pPr marL="0" indent="457200">
              <a:spcBef>
                <a:spcPts val="0"/>
              </a:spcBef>
              <a:spcAft>
                <a:spcPts val="0"/>
              </a:spcAft>
              <a:buClr>
                <a:schemeClr val="dk1"/>
              </a:buClr>
              <a:buSzPts val="2000"/>
              <a:buNone/>
            </a:pPr>
            <a:r>
              <a:rPr lang="en-US" sz="2000" kern="0" dirty="0">
                <a:latin typeface="Arial"/>
                <a:ea typeface="Arial"/>
                <a:cs typeface="Arial"/>
                <a:sym typeface="Arial"/>
              </a:rPr>
              <a:t>0. x </a:t>
            </a:r>
            <a:r>
              <a:rPr lang="en-US" sz="2000" kern="0" dirty="0" err="1">
                <a:latin typeface="Arial"/>
                <a:ea typeface="Arial"/>
                <a:cs typeface="Arial"/>
                <a:sym typeface="Arial"/>
              </a:rPr>
              <a:t>là</a:t>
            </a:r>
            <a:r>
              <a:rPr lang="en-US" sz="2000" kern="0" dirty="0">
                <a:latin typeface="Arial"/>
                <a:ea typeface="Arial"/>
                <a:cs typeface="Arial"/>
                <a:sym typeface="Arial"/>
              </a:rPr>
              <a:t> </a:t>
            </a:r>
            <a:r>
              <a:rPr lang="en-US" sz="2000" kern="0" dirty="0" err="1">
                <a:latin typeface="Arial"/>
                <a:ea typeface="Arial"/>
                <a:cs typeface="Arial"/>
                <a:sym typeface="Arial"/>
              </a:rPr>
              <a:t>một</a:t>
            </a:r>
            <a:r>
              <a:rPr lang="en-US" sz="2000" kern="0" dirty="0">
                <a:latin typeface="Arial"/>
                <a:ea typeface="Arial"/>
                <a:cs typeface="Arial"/>
                <a:sym typeface="Arial"/>
              </a:rPr>
              <a:t> </a:t>
            </a:r>
            <a:r>
              <a:rPr lang="en-US" sz="2000" kern="0" dirty="0" err="1">
                <a:latin typeface="Arial"/>
                <a:ea typeface="Arial"/>
                <a:cs typeface="Arial"/>
                <a:sym typeface="Arial"/>
              </a:rPr>
              <a:t>kí</a:t>
            </a:r>
            <a:r>
              <a:rPr lang="en-US" sz="2000" kern="0" dirty="0">
                <a:latin typeface="Arial"/>
                <a:ea typeface="Arial"/>
                <a:cs typeface="Arial"/>
                <a:sym typeface="Arial"/>
              </a:rPr>
              <a:t> </a:t>
            </a:r>
            <a:r>
              <a:rPr lang="en-US" sz="2000" kern="0" dirty="0" err="1">
                <a:latin typeface="Arial"/>
                <a:ea typeface="Arial"/>
                <a:cs typeface="Arial"/>
                <a:sym typeface="Arial"/>
              </a:rPr>
              <a:t>tự</a:t>
            </a:r>
            <a:r>
              <a:rPr lang="en-US" sz="2000" kern="0" dirty="0">
                <a:latin typeface="Arial"/>
                <a:ea typeface="Arial"/>
                <a:cs typeface="Arial"/>
                <a:sym typeface="Arial"/>
              </a:rPr>
              <a:t> </a:t>
            </a:r>
            <a:r>
              <a:rPr lang="en-US" sz="2000" kern="0" dirty="0" err="1">
                <a:latin typeface="Arial"/>
                <a:ea typeface="Arial"/>
                <a:cs typeface="Arial"/>
                <a:sym typeface="Arial"/>
              </a:rPr>
              <a:t>đang</a:t>
            </a:r>
            <a:r>
              <a:rPr lang="en-US" sz="2000" kern="0" dirty="0">
                <a:latin typeface="Arial"/>
                <a:ea typeface="Arial"/>
                <a:cs typeface="Arial"/>
                <a:sym typeface="Arial"/>
              </a:rPr>
              <a:t> </a:t>
            </a:r>
            <a:r>
              <a:rPr lang="en-US" sz="2000" kern="0" dirty="0" err="1">
                <a:latin typeface="Arial"/>
                <a:ea typeface="Arial"/>
                <a:cs typeface="Arial"/>
                <a:sym typeface="Arial"/>
              </a:rPr>
              <a:t>đọc</a:t>
            </a:r>
            <a:endParaRPr lang="en-US" sz="2000" kern="0" dirty="0">
              <a:latin typeface="Arial"/>
              <a:ea typeface="Arial"/>
              <a:cs typeface="Arial"/>
              <a:sym typeface="Arial"/>
            </a:endParaRPr>
          </a:p>
          <a:p>
            <a:pPr marL="0" indent="0">
              <a:spcBef>
                <a:spcPts val="0"/>
              </a:spcBef>
              <a:spcAft>
                <a:spcPts val="0"/>
              </a:spcAft>
              <a:buClr>
                <a:schemeClr val="dk1"/>
              </a:buClr>
              <a:buSzPts val="2000"/>
              <a:buNone/>
            </a:pPr>
            <a:r>
              <a:rPr lang="en-US" sz="2000" kern="0" dirty="0">
                <a:latin typeface="Arial"/>
                <a:ea typeface="Arial"/>
                <a:cs typeface="Arial"/>
                <a:sym typeface="Arial"/>
              </a:rPr>
              <a:t>      1. </a:t>
            </a:r>
            <a:r>
              <a:rPr lang="en-US" sz="2000" b="1" kern="0" dirty="0">
                <a:latin typeface="Arial"/>
                <a:ea typeface="Arial"/>
                <a:cs typeface="Arial"/>
                <a:sym typeface="Arial"/>
              </a:rPr>
              <a:t>if</a:t>
            </a:r>
            <a:r>
              <a:rPr lang="en-US" sz="2000" kern="0" dirty="0">
                <a:latin typeface="Arial"/>
                <a:ea typeface="Arial"/>
                <a:cs typeface="Arial"/>
                <a:sym typeface="Arial"/>
              </a:rPr>
              <a:t> (x </a:t>
            </a:r>
            <a:r>
              <a:rPr lang="en-US" sz="2000" kern="0" dirty="0" err="1">
                <a:latin typeface="Arial"/>
                <a:ea typeface="Arial"/>
                <a:cs typeface="Arial"/>
                <a:sym typeface="Arial"/>
              </a:rPr>
              <a:t>là</a:t>
            </a:r>
            <a:r>
              <a:rPr lang="en-US" sz="2000" kern="0" dirty="0">
                <a:latin typeface="Arial"/>
                <a:ea typeface="Arial"/>
                <a:cs typeface="Arial"/>
                <a:sym typeface="Arial"/>
              </a:rPr>
              <a:t> </a:t>
            </a:r>
            <a:r>
              <a:rPr lang="en-US" sz="2000" kern="0" dirty="0" err="1">
                <a:latin typeface="Arial"/>
                <a:ea typeface="Arial"/>
                <a:cs typeface="Arial"/>
                <a:sym typeface="Arial"/>
              </a:rPr>
              <a:t>toán</a:t>
            </a:r>
            <a:r>
              <a:rPr lang="en-US" sz="2000" kern="0" dirty="0">
                <a:latin typeface="Arial"/>
                <a:ea typeface="Arial"/>
                <a:cs typeface="Arial"/>
                <a:sym typeface="Arial"/>
              </a:rPr>
              <a:t> </a:t>
            </a:r>
            <a:r>
              <a:rPr lang="en-US" sz="2000" kern="0" dirty="0" err="1">
                <a:latin typeface="Arial"/>
                <a:ea typeface="Arial"/>
                <a:cs typeface="Arial"/>
                <a:sym typeface="Arial"/>
              </a:rPr>
              <a:t>hạng</a:t>
            </a:r>
            <a:r>
              <a:rPr lang="en-US" sz="2000" kern="0" dirty="0">
                <a:latin typeface="Arial"/>
                <a:ea typeface="Arial"/>
                <a:cs typeface="Arial"/>
                <a:sym typeface="Arial"/>
              </a:rPr>
              <a:t>)</a:t>
            </a:r>
            <a:endParaRPr lang="en-US" kern="0" dirty="0"/>
          </a:p>
          <a:p>
            <a:pPr marL="0" indent="0">
              <a:spcBef>
                <a:spcPts val="0"/>
              </a:spcBef>
              <a:spcAft>
                <a:spcPts val="0"/>
              </a:spcAft>
              <a:buClr>
                <a:schemeClr val="dk1"/>
              </a:buClr>
              <a:buSzPts val="2000"/>
              <a:buNone/>
            </a:pPr>
            <a:r>
              <a:rPr lang="en-US" sz="2000" kern="0" dirty="0">
                <a:latin typeface="Arial"/>
                <a:ea typeface="Arial"/>
                <a:cs typeface="Arial"/>
                <a:sym typeface="Arial"/>
              </a:rPr>
              <a:t>		</a:t>
            </a:r>
            <a:r>
              <a:rPr lang="en-US" sz="2000" b="1" kern="0" dirty="0">
                <a:latin typeface="Arial"/>
                <a:ea typeface="Arial"/>
                <a:cs typeface="Arial"/>
                <a:sym typeface="Arial"/>
              </a:rPr>
              <a:t>push</a:t>
            </a:r>
            <a:r>
              <a:rPr lang="en-US" sz="2000" kern="0" dirty="0">
                <a:latin typeface="Arial"/>
                <a:ea typeface="Arial"/>
                <a:cs typeface="Arial"/>
                <a:sym typeface="Arial"/>
              </a:rPr>
              <a:t>(S, x);</a:t>
            </a:r>
          </a:p>
          <a:p>
            <a:pPr marL="0" indent="0">
              <a:spcBef>
                <a:spcPts val="0"/>
              </a:spcBef>
              <a:spcAft>
                <a:spcPts val="0"/>
              </a:spcAft>
              <a:buClr>
                <a:schemeClr val="dk1"/>
              </a:buClr>
              <a:buSzPts val="2000"/>
              <a:buNone/>
            </a:pPr>
            <a:r>
              <a:rPr lang="en-US" sz="2000" kern="0" dirty="0">
                <a:latin typeface="Arial"/>
                <a:ea typeface="Arial"/>
                <a:cs typeface="Arial"/>
                <a:sym typeface="Arial"/>
              </a:rPr>
              <a:t>	</a:t>
            </a:r>
            <a:endParaRPr lang="en-US" kern="0" dirty="0"/>
          </a:p>
          <a:p>
            <a:pPr marL="0" indent="0">
              <a:spcBef>
                <a:spcPts val="0"/>
              </a:spcBef>
              <a:spcAft>
                <a:spcPts val="0"/>
              </a:spcAft>
              <a:buClr>
                <a:schemeClr val="dk1"/>
              </a:buClr>
              <a:buSzPts val="2000"/>
              <a:buNone/>
            </a:pPr>
            <a:r>
              <a:rPr lang="en-US" sz="2000" kern="0" dirty="0">
                <a:latin typeface="Arial"/>
                <a:ea typeface="Arial"/>
                <a:cs typeface="Arial"/>
                <a:sym typeface="Arial"/>
              </a:rPr>
              <a:t>     2. else if (x </a:t>
            </a:r>
            <a:r>
              <a:rPr lang="en-US" sz="2000" kern="0" dirty="0" err="1">
                <a:latin typeface="Arial"/>
                <a:ea typeface="Arial"/>
                <a:cs typeface="Arial"/>
                <a:sym typeface="Arial"/>
              </a:rPr>
              <a:t>là</a:t>
            </a:r>
            <a:r>
              <a:rPr lang="en-US" sz="2000" kern="0" dirty="0">
                <a:latin typeface="Arial"/>
                <a:ea typeface="Arial"/>
                <a:cs typeface="Arial"/>
                <a:sym typeface="Arial"/>
              </a:rPr>
              <a:t> </a:t>
            </a:r>
            <a:r>
              <a:rPr lang="en-US" sz="2000" kern="0" dirty="0" err="1">
                <a:latin typeface="Arial"/>
                <a:ea typeface="Arial"/>
                <a:cs typeface="Arial"/>
                <a:sym typeface="Arial"/>
              </a:rPr>
              <a:t>toán</a:t>
            </a:r>
            <a:r>
              <a:rPr lang="en-US" sz="2000" kern="0" dirty="0">
                <a:latin typeface="Arial"/>
                <a:ea typeface="Arial"/>
                <a:cs typeface="Arial"/>
                <a:sym typeface="Arial"/>
              </a:rPr>
              <a:t> </a:t>
            </a:r>
            <a:r>
              <a:rPr lang="en-US" sz="2000" kern="0" dirty="0" err="1">
                <a:latin typeface="Arial"/>
                <a:ea typeface="Arial"/>
                <a:cs typeface="Arial"/>
                <a:sym typeface="Arial"/>
              </a:rPr>
              <a:t>tử</a:t>
            </a:r>
            <a:r>
              <a:rPr lang="en-US" sz="2000" kern="0" dirty="0">
                <a:latin typeface="Arial"/>
                <a:ea typeface="Arial"/>
                <a:cs typeface="Arial"/>
                <a:sym typeface="Arial"/>
              </a:rPr>
              <a:t>) {</a:t>
            </a:r>
            <a:endParaRPr lang="en-US" kern="0" dirty="0"/>
          </a:p>
          <a:p>
            <a:pPr marL="0" indent="0">
              <a:spcBef>
                <a:spcPts val="0"/>
              </a:spcBef>
              <a:spcAft>
                <a:spcPts val="0"/>
              </a:spcAft>
              <a:buClr>
                <a:schemeClr val="dk1"/>
              </a:buClr>
              <a:buSzPts val="2000"/>
              <a:buNone/>
            </a:pPr>
            <a:r>
              <a:rPr lang="en-US" sz="2000" kern="0" dirty="0">
                <a:latin typeface="Arial"/>
                <a:ea typeface="Arial"/>
                <a:cs typeface="Arial"/>
                <a:sym typeface="Arial"/>
              </a:rPr>
              <a:t>	2.1. op2 = pop()</a:t>
            </a:r>
            <a:endParaRPr lang="en-US" kern="0" dirty="0"/>
          </a:p>
          <a:p>
            <a:pPr marL="0" indent="0">
              <a:spcBef>
                <a:spcPts val="0"/>
              </a:spcBef>
              <a:spcAft>
                <a:spcPts val="0"/>
              </a:spcAft>
              <a:buClr>
                <a:schemeClr val="dk1"/>
              </a:buClr>
              <a:buSzPts val="2000"/>
              <a:buNone/>
            </a:pPr>
            <a:r>
              <a:rPr lang="en-US" sz="2000" kern="0" dirty="0">
                <a:latin typeface="Arial"/>
                <a:ea typeface="Arial"/>
                <a:cs typeface="Arial"/>
                <a:sym typeface="Arial"/>
              </a:rPr>
              <a:t>	2.2. op1 = pop()</a:t>
            </a:r>
            <a:endParaRPr lang="en-US" kern="0" dirty="0"/>
          </a:p>
          <a:p>
            <a:pPr marL="0" indent="0">
              <a:spcBef>
                <a:spcPts val="0"/>
              </a:spcBef>
              <a:spcAft>
                <a:spcPts val="0"/>
              </a:spcAft>
              <a:buClr>
                <a:schemeClr val="dk1"/>
              </a:buClr>
              <a:buSzPts val="2000"/>
              <a:buNone/>
            </a:pPr>
            <a:r>
              <a:rPr lang="en-US" sz="2000" kern="0" dirty="0">
                <a:latin typeface="Arial"/>
                <a:ea typeface="Arial"/>
                <a:cs typeface="Arial"/>
                <a:sym typeface="Arial"/>
              </a:rPr>
              <a:t>	2.3. result = </a:t>
            </a:r>
            <a:r>
              <a:rPr lang="en-US" sz="2000" kern="0" dirty="0" err="1">
                <a:latin typeface="Arial"/>
                <a:ea typeface="Arial"/>
                <a:cs typeface="Arial"/>
                <a:sym typeface="Arial"/>
              </a:rPr>
              <a:t>calc</a:t>
            </a:r>
            <a:r>
              <a:rPr lang="en-US" sz="2000" kern="0" dirty="0">
                <a:latin typeface="Arial"/>
                <a:ea typeface="Arial"/>
                <a:cs typeface="Arial"/>
                <a:sym typeface="Arial"/>
              </a:rPr>
              <a:t>( x, op1, op2)</a:t>
            </a:r>
          </a:p>
          <a:p>
            <a:pPr marL="0" indent="0">
              <a:spcBef>
                <a:spcPts val="0"/>
              </a:spcBef>
              <a:spcAft>
                <a:spcPts val="0"/>
              </a:spcAft>
              <a:buClr>
                <a:schemeClr val="dk1"/>
              </a:buClr>
              <a:buSzPts val="2000"/>
              <a:buNone/>
            </a:pPr>
            <a:r>
              <a:rPr lang="en-US" sz="2000" kern="0" dirty="0">
                <a:latin typeface="Arial"/>
                <a:ea typeface="Arial"/>
                <a:cs typeface="Arial"/>
                <a:sym typeface="Arial"/>
              </a:rPr>
              <a:t>	2.4 push(results)</a:t>
            </a:r>
            <a:endParaRPr lang="en-US" kern="0" dirty="0"/>
          </a:p>
          <a:p>
            <a:pPr marL="0" indent="0">
              <a:spcBef>
                <a:spcPts val="0"/>
              </a:spcBef>
              <a:spcAft>
                <a:spcPts val="0"/>
              </a:spcAft>
              <a:buClr>
                <a:schemeClr val="dk1"/>
              </a:buClr>
              <a:buSzPts val="2000"/>
              <a:buNone/>
            </a:pPr>
            <a:r>
              <a:rPr lang="en-US" sz="2000" kern="0" dirty="0">
                <a:latin typeface="Arial"/>
                <a:ea typeface="Arial"/>
                <a:cs typeface="Arial"/>
                <a:sym typeface="Arial"/>
              </a:rPr>
              <a:t>	}</a:t>
            </a:r>
            <a:endParaRPr lang="en-US" kern="0" dirty="0"/>
          </a:p>
          <a:p>
            <a:pPr marL="0" indent="0">
              <a:spcBef>
                <a:spcPts val="0"/>
              </a:spcBef>
              <a:spcAft>
                <a:spcPts val="0"/>
              </a:spcAft>
              <a:buClr>
                <a:schemeClr val="dk1"/>
              </a:buClr>
              <a:buSzPts val="2000"/>
              <a:buNone/>
            </a:pPr>
            <a:r>
              <a:rPr lang="en-US" sz="2000" kern="0" dirty="0">
                <a:latin typeface="Arial"/>
                <a:ea typeface="Arial"/>
                <a:cs typeface="Arial"/>
                <a:sym typeface="Arial"/>
              </a:rPr>
              <a:t>}</a:t>
            </a:r>
          </a:p>
          <a:p>
            <a:pPr marL="0" indent="0">
              <a:spcBef>
                <a:spcPts val="0"/>
              </a:spcBef>
              <a:spcAft>
                <a:spcPts val="0"/>
              </a:spcAft>
              <a:buClr>
                <a:schemeClr val="dk1"/>
              </a:buClr>
              <a:buSzPts val="2000"/>
              <a:buNone/>
            </a:pPr>
            <a:r>
              <a:rPr lang="en-US" sz="2000" kern="0" dirty="0">
                <a:latin typeface="Arial"/>
                <a:ea typeface="Arial"/>
                <a:cs typeface="Arial"/>
                <a:sym typeface="Arial"/>
              </a:rPr>
              <a:t>return pop()</a:t>
            </a:r>
            <a:endParaRPr lang="en-US" kern="0" dirty="0"/>
          </a:p>
        </p:txBody>
      </p:sp>
      <p:sp>
        <p:nvSpPr>
          <p:cNvPr id="5" name="Google Shape;307;p14">
            <a:extLst>
              <a:ext uri="{FF2B5EF4-FFF2-40B4-BE49-F238E27FC236}">
                <a16:creationId xmlns:a16="http://schemas.microsoft.com/office/drawing/2014/main" id="{345D6E68-A7ED-449A-A4DA-9450DA9295F3}"/>
              </a:ext>
            </a:extLst>
          </p:cNvPr>
          <p:cNvSpPr txBox="1"/>
          <p:nvPr/>
        </p:nvSpPr>
        <p:spPr>
          <a:xfrm>
            <a:off x="269823" y="1962385"/>
            <a:ext cx="5471410" cy="1015622"/>
          </a:xfrm>
          <a:prstGeom prst="rect">
            <a:avLst/>
          </a:prstGeom>
          <a:noFill/>
          <a:ln>
            <a:noFill/>
          </a:ln>
        </p:spPr>
        <p:txBody>
          <a:bodyPr spcFirstLastPara="1" wrap="square" lIns="91425" tIns="45700" rIns="91425" bIns="45700" anchor="t" anchorCtr="0">
            <a:spAutoFit/>
          </a:bodyPr>
          <a:lstStyle/>
          <a:p>
            <a:r>
              <a:rPr lang="en-US" sz="2000" b="1" dirty="0">
                <a:solidFill>
                  <a:srgbClr val="0070C0"/>
                </a:solidFill>
                <a:latin typeface="Arial"/>
                <a:ea typeface="Arial"/>
                <a:cs typeface="Arial"/>
                <a:sym typeface="Arial"/>
              </a:rPr>
              <a:t>Input: P </a:t>
            </a:r>
            <a:r>
              <a:rPr lang="en-US" sz="2000" b="1" dirty="0" err="1">
                <a:solidFill>
                  <a:srgbClr val="0070C0"/>
                </a:solidFill>
                <a:latin typeface="Arial"/>
                <a:ea typeface="Arial"/>
                <a:cs typeface="Arial"/>
                <a:sym typeface="Arial"/>
              </a:rPr>
              <a:t>là</a:t>
            </a:r>
            <a:r>
              <a:rPr lang="en-US" sz="2000" b="1" dirty="0">
                <a:solidFill>
                  <a:srgbClr val="0070C0"/>
                </a:solidFill>
                <a:latin typeface="Arial"/>
                <a:ea typeface="Arial"/>
                <a:cs typeface="Arial"/>
                <a:sym typeface="Arial"/>
              </a:rPr>
              <a:t> </a:t>
            </a:r>
            <a:r>
              <a:rPr lang="en-US" sz="2000" b="1" dirty="0" err="1">
                <a:solidFill>
                  <a:srgbClr val="0070C0"/>
                </a:solidFill>
                <a:latin typeface="Arial"/>
                <a:ea typeface="Arial"/>
                <a:cs typeface="Arial"/>
                <a:sym typeface="Arial"/>
              </a:rPr>
              <a:t>biểu</a:t>
            </a:r>
            <a:r>
              <a:rPr lang="en-US" sz="2000" b="1" dirty="0">
                <a:solidFill>
                  <a:srgbClr val="0070C0"/>
                </a:solidFill>
                <a:latin typeface="Arial"/>
                <a:ea typeface="Arial"/>
                <a:cs typeface="Arial"/>
                <a:sym typeface="Arial"/>
              </a:rPr>
              <a:t> </a:t>
            </a:r>
            <a:r>
              <a:rPr lang="en-US" sz="2000" b="1" dirty="0" err="1">
                <a:solidFill>
                  <a:srgbClr val="0070C0"/>
                </a:solidFill>
                <a:latin typeface="Arial"/>
                <a:ea typeface="Arial"/>
                <a:cs typeface="Arial"/>
                <a:sym typeface="Arial"/>
              </a:rPr>
              <a:t>thức</a:t>
            </a:r>
            <a:r>
              <a:rPr lang="en-US" sz="2000" b="1" dirty="0">
                <a:solidFill>
                  <a:srgbClr val="0070C0"/>
                </a:solidFill>
                <a:latin typeface="Arial"/>
                <a:ea typeface="Arial"/>
                <a:cs typeface="Arial"/>
                <a:sym typeface="Arial"/>
              </a:rPr>
              <a:t> </a:t>
            </a:r>
            <a:r>
              <a:rPr lang="en-US" sz="2000" b="1" dirty="0" err="1">
                <a:solidFill>
                  <a:srgbClr val="0070C0"/>
                </a:solidFill>
                <a:latin typeface="Arial"/>
                <a:ea typeface="Arial"/>
                <a:cs typeface="Arial"/>
                <a:sym typeface="Arial"/>
              </a:rPr>
              <a:t>trung</a:t>
            </a:r>
            <a:r>
              <a:rPr lang="en-US" sz="2000" b="1" dirty="0">
                <a:solidFill>
                  <a:srgbClr val="0070C0"/>
                </a:solidFill>
                <a:latin typeface="Arial"/>
                <a:ea typeface="Arial"/>
                <a:cs typeface="Arial"/>
                <a:sym typeface="Arial"/>
              </a:rPr>
              <a:t> </a:t>
            </a:r>
            <a:r>
              <a:rPr lang="en-US" sz="2000" b="1" dirty="0" err="1">
                <a:solidFill>
                  <a:srgbClr val="0070C0"/>
                </a:solidFill>
                <a:latin typeface="Arial"/>
                <a:ea typeface="Arial"/>
                <a:cs typeface="Arial"/>
                <a:sym typeface="Arial"/>
              </a:rPr>
              <a:t>tố</a:t>
            </a:r>
            <a:r>
              <a:rPr lang="en-US" sz="2000" b="1" dirty="0">
                <a:solidFill>
                  <a:srgbClr val="0070C0"/>
                </a:solidFill>
                <a:latin typeface="Arial"/>
                <a:ea typeface="Arial"/>
                <a:cs typeface="Arial"/>
                <a:sym typeface="Arial"/>
              </a:rPr>
              <a:t> ban </a:t>
            </a:r>
            <a:r>
              <a:rPr lang="en-US" sz="2000" b="1" dirty="0" err="1">
                <a:solidFill>
                  <a:srgbClr val="0070C0"/>
                </a:solidFill>
                <a:latin typeface="Arial"/>
                <a:ea typeface="Arial"/>
                <a:cs typeface="Arial"/>
                <a:sym typeface="Arial"/>
              </a:rPr>
              <a:t>đầu</a:t>
            </a:r>
            <a:r>
              <a:rPr lang="en-US" sz="2000" b="1" dirty="0">
                <a:solidFill>
                  <a:srgbClr val="0070C0"/>
                </a:solidFill>
                <a:latin typeface="Arial"/>
                <a:ea typeface="Arial"/>
                <a:cs typeface="Arial"/>
                <a:sym typeface="Arial"/>
              </a:rPr>
              <a:t>. </a:t>
            </a:r>
            <a:endParaRPr sz="2000" b="1" dirty="0">
              <a:solidFill>
                <a:srgbClr val="0070C0"/>
              </a:solidFill>
            </a:endParaRPr>
          </a:p>
          <a:p>
            <a:endParaRPr sz="2000" b="1" dirty="0">
              <a:solidFill>
                <a:srgbClr val="0070C0"/>
              </a:solidFill>
              <a:latin typeface="Arial"/>
              <a:ea typeface="Arial"/>
              <a:cs typeface="Arial"/>
              <a:sym typeface="Arial"/>
            </a:endParaRPr>
          </a:p>
          <a:p>
            <a:r>
              <a:rPr lang="en-US" sz="2000" b="1" dirty="0">
                <a:solidFill>
                  <a:srgbClr val="0070C0"/>
                </a:solidFill>
                <a:latin typeface="Arial"/>
                <a:ea typeface="Arial"/>
                <a:cs typeface="Arial"/>
                <a:sym typeface="Arial"/>
              </a:rPr>
              <a:t>Output: Q </a:t>
            </a:r>
            <a:r>
              <a:rPr lang="en-US" sz="2000" b="1" dirty="0" err="1">
                <a:solidFill>
                  <a:srgbClr val="0070C0"/>
                </a:solidFill>
                <a:latin typeface="Arial"/>
                <a:ea typeface="Arial"/>
                <a:cs typeface="Arial"/>
                <a:sym typeface="Arial"/>
              </a:rPr>
              <a:t>là</a:t>
            </a:r>
            <a:r>
              <a:rPr lang="en-US" sz="2000" b="1" dirty="0">
                <a:solidFill>
                  <a:srgbClr val="0070C0"/>
                </a:solidFill>
                <a:latin typeface="Arial"/>
                <a:ea typeface="Arial"/>
                <a:cs typeface="Arial"/>
                <a:sym typeface="Arial"/>
              </a:rPr>
              <a:t> </a:t>
            </a:r>
            <a:r>
              <a:rPr lang="en-US" sz="2000" b="1" dirty="0" err="1">
                <a:solidFill>
                  <a:srgbClr val="0070C0"/>
                </a:solidFill>
                <a:latin typeface="Arial"/>
                <a:ea typeface="Arial"/>
                <a:cs typeface="Arial"/>
                <a:sym typeface="Arial"/>
              </a:rPr>
              <a:t>biểu</a:t>
            </a:r>
            <a:r>
              <a:rPr lang="en-US" sz="2000" b="1" dirty="0">
                <a:solidFill>
                  <a:srgbClr val="0070C0"/>
                </a:solidFill>
                <a:latin typeface="Arial"/>
                <a:ea typeface="Arial"/>
                <a:cs typeface="Arial"/>
                <a:sym typeface="Arial"/>
              </a:rPr>
              <a:t> </a:t>
            </a:r>
            <a:r>
              <a:rPr lang="en-US" sz="2000" b="1" dirty="0" err="1">
                <a:solidFill>
                  <a:srgbClr val="0070C0"/>
                </a:solidFill>
                <a:latin typeface="Arial"/>
                <a:ea typeface="Arial"/>
                <a:cs typeface="Arial"/>
                <a:sym typeface="Arial"/>
              </a:rPr>
              <a:t>thức</a:t>
            </a:r>
            <a:r>
              <a:rPr lang="en-US" sz="2000" b="1" dirty="0">
                <a:solidFill>
                  <a:srgbClr val="0070C0"/>
                </a:solidFill>
                <a:latin typeface="Arial"/>
                <a:ea typeface="Arial"/>
                <a:cs typeface="Arial"/>
                <a:sym typeface="Arial"/>
              </a:rPr>
              <a:t> </a:t>
            </a:r>
            <a:r>
              <a:rPr lang="en-US" sz="2000" b="1" dirty="0" err="1">
                <a:solidFill>
                  <a:srgbClr val="0070C0"/>
                </a:solidFill>
                <a:latin typeface="Arial"/>
                <a:ea typeface="Arial"/>
                <a:cs typeface="Arial"/>
                <a:sym typeface="Arial"/>
              </a:rPr>
              <a:t>kết</a:t>
            </a:r>
            <a:r>
              <a:rPr lang="en-US" sz="2000" b="1" dirty="0">
                <a:solidFill>
                  <a:srgbClr val="0070C0"/>
                </a:solidFill>
                <a:latin typeface="Arial"/>
                <a:ea typeface="Arial"/>
                <a:cs typeface="Arial"/>
                <a:sym typeface="Arial"/>
              </a:rPr>
              <a:t> </a:t>
            </a:r>
            <a:r>
              <a:rPr lang="en-US" sz="2000" b="1" dirty="0" err="1">
                <a:solidFill>
                  <a:srgbClr val="0070C0"/>
                </a:solidFill>
                <a:latin typeface="Arial"/>
                <a:ea typeface="Arial"/>
                <a:cs typeface="Arial"/>
                <a:sym typeface="Arial"/>
              </a:rPr>
              <a:t>quả</a:t>
            </a:r>
            <a:r>
              <a:rPr lang="en-US" sz="2000" b="1" dirty="0">
                <a:solidFill>
                  <a:srgbClr val="0070C0"/>
                </a:solidFill>
                <a:latin typeface="Arial"/>
                <a:ea typeface="Arial"/>
                <a:cs typeface="Arial"/>
                <a:sym typeface="Arial"/>
              </a:rPr>
              <a:t> </a:t>
            </a:r>
            <a:r>
              <a:rPr lang="en-US" sz="2000" b="1" dirty="0" err="1">
                <a:solidFill>
                  <a:srgbClr val="0070C0"/>
                </a:solidFill>
                <a:latin typeface="Arial"/>
                <a:ea typeface="Arial"/>
                <a:cs typeface="Arial"/>
                <a:sym typeface="Arial"/>
              </a:rPr>
              <a:t>dạng</a:t>
            </a:r>
            <a:r>
              <a:rPr lang="en-US" sz="2000" b="1" dirty="0">
                <a:solidFill>
                  <a:srgbClr val="0070C0"/>
                </a:solidFill>
                <a:latin typeface="Arial"/>
                <a:ea typeface="Arial"/>
                <a:cs typeface="Arial"/>
                <a:sym typeface="Arial"/>
              </a:rPr>
              <a:t> </a:t>
            </a:r>
            <a:r>
              <a:rPr lang="en-US" sz="2000" b="1" dirty="0" err="1">
                <a:solidFill>
                  <a:srgbClr val="0070C0"/>
                </a:solidFill>
                <a:latin typeface="Arial"/>
                <a:ea typeface="Arial"/>
                <a:cs typeface="Arial"/>
                <a:sym typeface="Arial"/>
              </a:rPr>
              <a:t>hậu</a:t>
            </a:r>
            <a:r>
              <a:rPr lang="en-US" sz="2000" b="1" dirty="0">
                <a:solidFill>
                  <a:srgbClr val="0070C0"/>
                </a:solidFill>
                <a:latin typeface="Arial"/>
                <a:ea typeface="Arial"/>
                <a:cs typeface="Arial"/>
                <a:sym typeface="Arial"/>
              </a:rPr>
              <a:t> </a:t>
            </a:r>
            <a:r>
              <a:rPr lang="en-US" sz="2000" b="1" dirty="0" err="1">
                <a:solidFill>
                  <a:srgbClr val="0070C0"/>
                </a:solidFill>
                <a:latin typeface="Arial"/>
                <a:ea typeface="Arial"/>
                <a:cs typeface="Arial"/>
                <a:sym typeface="Arial"/>
              </a:rPr>
              <a:t>tố</a:t>
            </a:r>
            <a:r>
              <a:rPr lang="en-US" sz="2000" b="1" dirty="0">
                <a:solidFill>
                  <a:srgbClr val="0070C0"/>
                </a:solidFill>
                <a:latin typeface="Arial"/>
                <a:ea typeface="Arial"/>
                <a:cs typeface="Arial"/>
                <a:sym typeface="Arial"/>
              </a:rPr>
              <a:t> </a:t>
            </a:r>
            <a:endParaRPr sz="2000" b="1" dirty="0">
              <a:solidFill>
                <a:srgbClr val="0070C0"/>
              </a:solidFill>
            </a:endParaRPr>
          </a:p>
        </p:txBody>
      </p:sp>
    </p:spTree>
    <p:extLst>
      <p:ext uri="{BB962C8B-B14F-4D97-AF65-F5344CB8AC3E}">
        <p14:creationId xmlns:p14="http://schemas.microsoft.com/office/powerpoint/2010/main" val="396059824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561154" name="Group 2"/>
          <p:cNvGraphicFramePr>
            <a:graphicFrameLocks noGrp="1"/>
          </p:cNvGraphicFramePr>
          <p:nvPr>
            <p:ph idx="4294967295"/>
            <p:extLst>
              <p:ext uri="{D42A27DB-BD31-4B8C-83A1-F6EECF244321}">
                <p14:modId xmlns:p14="http://schemas.microsoft.com/office/powerpoint/2010/main" val="2385142763"/>
              </p:ext>
            </p:extLst>
          </p:nvPr>
        </p:nvGraphicFramePr>
        <p:xfrm>
          <a:off x="1147007" y="1063429"/>
          <a:ext cx="8251825" cy="5307017"/>
        </p:xfrm>
        <a:graphic>
          <a:graphicData uri="http://schemas.openxmlformats.org/drawingml/2006/table">
            <a:tbl>
              <a:tblPr/>
              <a:tblGrid>
                <a:gridCol w="10668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2232025">
                  <a:extLst>
                    <a:ext uri="{9D8B030D-6E8A-4147-A177-3AD203B41FA5}">
                      <a16:colId xmlns:a16="http://schemas.microsoft.com/office/drawing/2014/main" val="20003"/>
                    </a:ext>
                  </a:extLst>
                </a:gridCol>
              </a:tblGrid>
              <a:tr h="442913">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000" b="1" i="0" u="none" strike="noStrike" cap="none" normalizeH="0" baseline="0" dirty="0" err="1"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Đọc</a:t>
                      </a:r>
                      <a:endParaRPr kumimoji="0" lang="en-US" sz="2000" b="1"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Xử lý</a:t>
                      </a:r>
                      <a:endPar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Stack</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2000" b="1"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Output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0"/>
                  </a:ext>
                </a:extLst>
              </a:tr>
              <a:tr h="471488">
                <a:tc>
                  <a:txBody>
                    <a:bodyPr/>
                    <a:lstStyle/>
                    <a:p>
                      <a:pPr marL="0" marR="0" lvl="0" indent="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1800" b="0"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2,3</a:t>
                      </a:r>
                      <a:endParaRPr kumimoji="0" lang="en-US" sz="1800" b="0"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1800" b="0" i="0" u="none" strike="noStrike" cap="none" normalizeH="0" baseline="0" dirty="0" err="1"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Đưa</a:t>
                      </a:r>
                      <a:r>
                        <a:rPr kumimoji="0" lang="en-US" sz="1800" b="0"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 </a:t>
                      </a:r>
                      <a:r>
                        <a:rPr kumimoji="0" lang="en-US" sz="1800" b="0" i="0" u="none" strike="noStrike" cap="none" normalizeH="0" baseline="0" dirty="0" err="1"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vào</a:t>
                      </a:r>
                      <a:r>
                        <a:rPr kumimoji="0" lang="en-US" sz="1800" b="0"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 Stack</a:t>
                      </a:r>
                      <a:endParaRPr kumimoji="0" lang="en-US" sz="1800" b="0"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rPr>
                        <a:t>2, 3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endPar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1488">
                <a:tc>
                  <a:txBody>
                    <a:bodyPr/>
                    <a:lstStyle/>
                    <a:p>
                      <a:pPr marL="0" marR="0" lvl="0" indent="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a:t>
                      </a:r>
                      <a:endPar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2*3</a:t>
                      </a:r>
                      <a:endPar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rPr>
                        <a:t>6</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endPar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2"/>
                  </a:ext>
                </a:extLst>
              </a:tr>
              <a:tr h="471488">
                <a:tc>
                  <a:txBody>
                    <a:bodyPr/>
                    <a:lstStyle/>
                    <a:p>
                      <a:pPr marL="0" marR="0" lvl="0" indent="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8</a:t>
                      </a:r>
                      <a:endPar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1800" b="0" i="0" u="none" strike="noStrike" cap="none" normalizeH="0" baseline="0" dirty="0" err="1"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Đưa</a:t>
                      </a:r>
                      <a:r>
                        <a:rPr kumimoji="0" lang="en-US" sz="1800" b="0"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 </a:t>
                      </a:r>
                      <a:r>
                        <a:rPr kumimoji="0" lang="en-US" sz="1800" b="0" i="0" u="none" strike="noStrike" cap="none" normalizeH="0" baseline="0" dirty="0" err="1"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vào</a:t>
                      </a:r>
                      <a:r>
                        <a:rPr kumimoji="0" lang="en-US" sz="1800" b="0"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 Stack</a:t>
                      </a:r>
                      <a:endParaRPr kumimoji="0" lang="en-US" sz="1800" b="0"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6, 8</a:t>
                      </a:r>
                      <a:endPar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endPar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9900">
                <a:tc>
                  <a:txBody>
                    <a:bodyPr/>
                    <a:lstStyle/>
                    <a:p>
                      <a:pPr marL="0" marR="0" lvl="0" indent="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2</a:t>
                      </a:r>
                      <a:endPar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1800" b="0" i="0" u="none" strike="noStrike" cap="none" normalizeH="0" baseline="0" dirty="0" err="1"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Đưa</a:t>
                      </a:r>
                      <a:r>
                        <a:rPr kumimoji="0" lang="en-US" sz="1800" b="0"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 </a:t>
                      </a:r>
                      <a:r>
                        <a:rPr kumimoji="0" lang="en-US" sz="1800" b="0" i="0" u="none" strike="noStrike" cap="none" normalizeH="0" baseline="0" dirty="0" err="1"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vào</a:t>
                      </a:r>
                      <a:r>
                        <a:rPr kumimoji="0" lang="en-US" sz="1800" b="0"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 Stack</a:t>
                      </a:r>
                      <a:endParaRPr kumimoji="0" lang="en-US" sz="1800" b="0"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6, 8, 2</a:t>
                      </a:r>
                      <a:endPar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endPar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4"/>
                  </a:ext>
                </a:extLst>
              </a:tr>
              <a:tr h="471488">
                <a:tc>
                  <a:txBody>
                    <a:bodyPr/>
                    <a:lstStyle/>
                    <a:p>
                      <a:pPr marL="0" marR="0" lvl="0" indent="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a:t>
                      </a:r>
                      <a:endPar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1800" b="0" i="0" u="none" strike="noStrike" cap="none" normalizeH="0" baseline="0" dirty="0" err="1"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Lấy</a:t>
                      </a:r>
                      <a:r>
                        <a:rPr kumimoji="0" lang="en-US" sz="1800" b="0"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 8/2</a:t>
                      </a:r>
                      <a:endParaRPr kumimoji="0" lang="en-US" sz="1800" b="0"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6, 4</a:t>
                      </a:r>
                      <a:endPar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endPar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71488">
                <a:tc>
                  <a:txBody>
                    <a:bodyPr/>
                    <a:lstStyle/>
                    <a:p>
                      <a:pPr marL="0" marR="0" lvl="0" indent="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a:t>
                      </a:r>
                      <a:endPar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Lấy 6 + 4</a:t>
                      </a:r>
                      <a:endPar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10</a:t>
                      </a:r>
                      <a:endPar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endPar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6"/>
                  </a:ext>
                </a:extLst>
              </a:tr>
              <a:tr h="471488">
                <a:tc>
                  <a:txBody>
                    <a:bodyPr/>
                    <a:lstStyle/>
                    <a:p>
                      <a:pPr marL="0" marR="0" lvl="0" indent="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5</a:t>
                      </a:r>
                      <a:endPar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1800" b="0" i="0" u="none" strike="noStrike" cap="none" normalizeH="0" baseline="0" dirty="0" err="1"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Đưa</a:t>
                      </a:r>
                      <a:r>
                        <a:rPr kumimoji="0" lang="en-US" sz="1800" b="0"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 </a:t>
                      </a:r>
                      <a:r>
                        <a:rPr kumimoji="0" lang="en-US" sz="1800" b="0" i="0" u="none" strike="noStrike" cap="none" normalizeH="0" baseline="0" dirty="0" err="1"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vào</a:t>
                      </a:r>
                      <a:r>
                        <a:rPr kumimoji="0" lang="en-US" sz="1800" b="0"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 Stack</a:t>
                      </a:r>
                      <a:endParaRPr kumimoji="0" lang="en-US" sz="1800" b="0"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10, 5</a:t>
                      </a:r>
                      <a:endPar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endPar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630238">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1800" b="0" i="0" u="none" strike="noStrike" cap="none" normalizeH="0" baseline="0" dirty="0" err="1"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Đưa</a:t>
                      </a:r>
                      <a:r>
                        <a:rPr kumimoji="0" lang="en-US" sz="1800" b="0"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 </a:t>
                      </a:r>
                      <a:r>
                        <a:rPr kumimoji="0" lang="en-US" sz="1800" b="0" i="0" u="none" strike="noStrike" cap="none" normalizeH="0" baseline="0" dirty="0" err="1"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vào</a:t>
                      </a:r>
                      <a:r>
                        <a:rPr kumimoji="0" lang="en-US" sz="1800" b="0"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cs typeface="Times New Roman" pitchFamily="18" charset="0"/>
                        </a:rPr>
                        <a:t> Stack</a:t>
                      </a:r>
                      <a:endParaRPr kumimoji="0" lang="en-US" sz="1800" b="0"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rPr>
                        <a:t>10, 5, 1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endPar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8"/>
                  </a:ext>
                </a:extLst>
              </a:tr>
              <a:tr h="441325">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rPr>
                        <a:t>Lấy 5 - 1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rPr>
                        <a:t>10, 4</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endPar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9"/>
                  </a:ext>
                </a:extLst>
              </a:tr>
              <a:tr h="493713">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rPr>
                        <a:t>Lấy 10 * 4</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1800" b="0" i="0" u="none" strike="noStrike" cap="none" normalizeH="0" baseline="0" smtClean="0">
                          <a:ln>
                            <a:noFill/>
                          </a:ln>
                          <a:solidFill>
                            <a:srgbClr val="002060"/>
                          </a:solidFill>
                          <a:effectLst/>
                          <a:latin typeface="Cambria" panose="02040503050406030204" pitchFamily="18" charset="0"/>
                          <a:ea typeface="Cambria" panose="02040503050406030204" pitchFamily="18" charset="0"/>
                        </a:rPr>
                        <a:t>40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just"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0" lang="en-US" sz="1800" b="1" i="0" u="none" strike="noStrike" cap="none" normalizeH="0" baseline="0" dirty="0" smtClean="0">
                          <a:ln>
                            <a:noFill/>
                          </a:ln>
                          <a:solidFill>
                            <a:srgbClr val="002060"/>
                          </a:solidFill>
                          <a:effectLst/>
                          <a:latin typeface="Cambria" panose="02040503050406030204" pitchFamily="18" charset="0"/>
                          <a:ea typeface="Cambria" panose="02040503050406030204" pitchFamily="18" charset="0"/>
                        </a:rPr>
                        <a:t>40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10"/>
                  </a:ext>
                </a:extLst>
              </a:tr>
            </a:tbl>
          </a:graphicData>
        </a:graphic>
      </p:graphicFrame>
      <p:sp>
        <p:nvSpPr>
          <p:cNvPr id="114753" name="Rectangle 462"/>
          <p:cNvSpPr>
            <a:spLocks noChangeArrowheads="1"/>
          </p:cNvSpPr>
          <p:nvPr/>
        </p:nvSpPr>
        <p:spPr bwMode="auto">
          <a:xfrm>
            <a:off x="984978" y="540209"/>
            <a:ext cx="8413854" cy="523220"/>
          </a:xfrm>
          <a:prstGeom prst="rect">
            <a:avLst/>
          </a:prstGeom>
          <a:noFill/>
          <a:ln w="9525">
            <a:noFill/>
            <a:miter lim="800000"/>
            <a:headEnd/>
            <a:tailEnd/>
          </a:ln>
        </p:spPr>
        <p:txBody>
          <a:bodyPr wrap="square" anchor="ctr">
            <a:spAutoFit/>
          </a:bodyPr>
          <a:lstStyle/>
          <a:p>
            <a:pPr algn="just"/>
            <a:r>
              <a:rPr lang="en-US" sz="2800" b="1" dirty="0" err="1" smtClean="0">
                <a:solidFill>
                  <a:srgbClr val="CC0000"/>
                </a:solidFill>
                <a:latin typeface="Times New Roman" pitchFamily="18" charset="0"/>
                <a:cs typeface="Times New Roman" pitchFamily="18" charset="0"/>
              </a:rPr>
              <a:t>Tính</a:t>
            </a:r>
            <a:r>
              <a:rPr lang="en-US" sz="2800" b="1" dirty="0" smtClean="0">
                <a:solidFill>
                  <a:srgbClr val="CC0000"/>
                </a:solidFill>
                <a:latin typeface="Times New Roman" pitchFamily="18" charset="0"/>
                <a:cs typeface="Times New Roman" pitchFamily="18" charset="0"/>
              </a:rPr>
              <a:t> </a:t>
            </a:r>
            <a:r>
              <a:rPr lang="en-US" sz="2800" b="1" dirty="0" err="1" smtClean="0">
                <a:solidFill>
                  <a:srgbClr val="CC0000"/>
                </a:solidFill>
                <a:latin typeface="Times New Roman" pitchFamily="18" charset="0"/>
                <a:cs typeface="Times New Roman" pitchFamily="18" charset="0"/>
              </a:rPr>
              <a:t>giá</a:t>
            </a:r>
            <a:r>
              <a:rPr lang="en-US" sz="2800" b="1" dirty="0" smtClean="0">
                <a:solidFill>
                  <a:srgbClr val="CC0000"/>
                </a:solidFill>
                <a:latin typeface="Times New Roman" pitchFamily="18" charset="0"/>
                <a:cs typeface="Times New Roman" pitchFamily="18" charset="0"/>
              </a:rPr>
              <a:t> </a:t>
            </a:r>
            <a:r>
              <a:rPr lang="en-US" sz="2800" b="1" dirty="0" err="1" smtClean="0">
                <a:solidFill>
                  <a:srgbClr val="CC0000"/>
                </a:solidFill>
                <a:latin typeface="Times New Roman" pitchFamily="18" charset="0"/>
                <a:cs typeface="Times New Roman" pitchFamily="18" charset="0"/>
              </a:rPr>
              <a:t>trị</a:t>
            </a:r>
            <a:r>
              <a:rPr lang="en-US" sz="2800" b="1" dirty="0" smtClean="0">
                <a:solidFill>
                  <a:srgbClr val="CC0000"/>
                </a:solidFill>
                <a:latin typeface="Times New Roman" pitchFamily="18" charset="0"/>
                <a:cs typeface="Times New Roman" pitchFamily="18" charset="0"/>
              </a:rPr>
              <a:t> </a:t>
            </a:r>
            <a:r>
              <a:rPr lang="en-US" sz="2800" b="1" dirty="0" err="1" smtClean="0">
                <a:solidFill>
                  <a:srgbClr val="CC0000"/>
                </a:solidFill>
                <a:latin typeface="Times New Roman" pitchFamily="18" charset="0"/>
                <a:cs typeface="Times New Roman" pitchFamily="18" charset="0"/>
              </a:rPr>
              <a:t>biểu</a:t>
            </a:r>
            <a:r>
              <a:rPr lang="en-US" sz="2800" b="1" dirty="0" smtClean="0">
                <a:solidFill>
                  <a:srgbClr val="CC0000"/>
                </a:solidFill>
                <a:latin typeface="Times New Roman" pitchFamily="18" charset="0"/>
                <a:cs typeface="Times New Roman" pitchFamily="18" charset="0"/>
              </a:rPr>
              <a:t> </a:t>
            </a:r>
            <a:r>
              <a:rPr lang="en-US" sz="2800" b="1" dirty="0" err="1" smtClean="0">
                <a:solidFill>
                  <a:srgbClr val="CC0000"/>
                </a:solidFill>
                <a:latin typeface="Times New Roman" pitchFamily="18" charset="0"/>
                <a:cs typeface="Times New Roman" pitchFamily="18" charset="0"/>
              </a:rPr>
              <a:t>thức</a:t>
            </a:r>
            <a:r>
              <a:rPr lang="en-US" sz="2800" b="1" dirty="0" smtClean="0">
                <a:solidFill>
                  <a:srgbClr val="CC0000"/>
                </a:solidFill>
                <a:latin typeface="Times New Roman" pitchFamily="18" charset="0"/>
                <a:cs typeface="Times New Roman" pitchFamily="18" charset="0"/>
              </a:rPr>
              <a:t> </a:t>
            </a:r>
            <a:r>
              <a:rPr lang="en-US" sz="2800" b="1" dirty="0" err="1" smtClean="0">
                <a:solidFill>
                  <a:srgbClr val="CC0000"/>
                </a:solidFill>
                <a:latin typeface="Times New Roman" pitchFamily="18" charset="0"/>
                <a:cs typeface="Times New Roman" pitchFamily="18" charset="0"/>
              </a:rPr>
              <a:t>hậu</a:t>
            </a:r>
            <a:r>
              <a:rPr lang="en-US" sz="2800" b="1" dirty="0" smtClean="0">
                <a:solidFill>
                  <a:srgbClr val="CC0000"/>
                </a:solidFill>
                <a:latin typeface="Times New Roman" pitchFamily="18" charset="0"/>
                <a:cs typeface="Times New Roman" pitchFamily="18" charset="0"/>
              </a:rPr>
              <a:t> </a:t>
            </a:r>
            <a:r>
              <a:rPr lang="en-US" sz="2800" b="1" dirty="0" err="1" smtClean="0">
                <a:solidFill>
                  <a:srgbClr val="CC0000"/>
                </a:solidFill>
                <a:latin typeface="Times New Roman" pitchFamily="18" charset="0"/>
                <a:cs typeface="Times New Roman" pitchFamily="18" charset="0"/>
              </a:rPr>
              <a:t>tố</a:t>
            </a:r>
            <a:r>
              <a:rPr lang="en-US" sz="2800" b="1" dirty="0" smtClean="0">
                <a:solidFill>
                  <a:srgbClr val="CC0000"/>
                </a:solidFill>
                <a:latin typeface="Times New Roman" pitchFamily="18" charset="0"/>
                <a:cs typeface="Times New Roman" pitchFamily="18" charset="0"/>
              </a:rPr>
              <a:t>: 2 </a:t>
            </a:r>
            <a:r>
              <a:rPr lang="en-US" sz="2800" b="1" dirty="0">
                <a:solidFill>
                  <a:srgbClr val="CC0000"/>
                </a:solidFill>
                <a:latin typeface="Times New Roman" pitchFamily="18" charset="0"/>
                <a:cs typeface="Times New Roman" pitchFamily="18" charset="0"/>
              </a:rPr>
              <a:t>3 * 8 2 / + 5 1 - *</a:t>
            </a:r>
            <a:endParaRPr lang="en-US" sz="2800" b="1" dirty="0">
              <a:solidFill>
                <a:srgbClr val="CC0000"/>
              </a:solidFill>
              <a:latin typeface="Times New Roman" pitchFamily="18" charset="0"/>
              <a:cs typeface="Arial" charset="0"/>
            </a:endParaRPr>
          </a:p>
        </p:txBody>
      </p:sp>
    </p:spTree>
    <p:extLst>
      <p:ext uri="{BB962C8B-B14F-4D97-AF65-F5344CB8AC3E}">
        <p14:creationId xmlns:p14="http://schemas.microsoft.com/office/powerpoint/2010/main" val="352277085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411729"/>
            <a:ext cx="10058400" cy="759871"/>
          </a:xfrm>
        </p:spPr>
        <p:txBody>
          <a:bodyPr/>
          <a:lstStyle/>
          <a:p>
            <a:r>
              <a:rPr lang="en-US" dirty="0" err="1" smtClean="0"/>
              <a:t>Bài</a:t>
            </a:r>
            <a:r>
              <a:rPr lang="en-US" dirty="0" smtClean="0"/>
              <a:t> </a:t>
            </a:r>
            <a:r>
              <a:rPr lang="en-US" dirty="0" err="1" smtClean="0"/>
              <a:t>tập</a:t>
            </a:r>
            <a:endParaRPr lang="en-US" dirty="0"/>
          </a:p>
        </p:txBody>
      </p:sp>
      <p:sp>
        <p:nvSpPr>
          <p:cNvPr id="3" name="Content Placeholder 2"/>
          <p:cNvSpPr>
            <a:spLocks noGrp="1"/>
          </p:cNvSpPr>
          <p:nvPr>
            <p:ph idx="1"/>
          </p:nvPr>
        </p:nvSpPr>
        <p:spPr/>
        <p:txBody>
          <a:bodyPr>
            <a:normAutofit/>
          </a:bodyPr>
          <a:lstStyle/>
          <a:p>
            <a:pPr>
              <a:lnSpc>
                <a:spcPct val="150000"/>
              </a:lnSpc>
            </a:pPr>
            <a:r>
              <a:rPr lang="en-US" sz="2600" dirty="0" smtClean="0"/>
              <a:t> </a:t>
            </a:r>
            <a:r>
              <a:rPr lang="en-US" sz="2600" dirty="0" err="1" smtClean="0"/>
              <a:t>Tính</a:t>
            </a:r>
            <a:r>
              <a:rPr lang="en-US" sz="2600" dirty="0" smtClean="0"/>
              <a:t> </a:t>
            </a:r>
            <a:r>
              <a:rPr lang="en-US" sz="2600" dirty="0" err="1" smtClean="0"/>
              <a:t>giá</a:t>
            </a:r>
            <a:r>
              <a:rPr lang="en-US" sz="2600" dirty="0" smtClean="0"/>
              <a:t> </a:t>
            </a:r>
            <a:r>
              <a:rPr lang="en-US" sz="2600" dirty="0" err="1" smtClean="0"/>
              <a:t>trị</a:t>
            </a:r>
            <a:r>
              <a:rPr lang="en-US" sz="2600" dirty="0" smtClean="0"/>
              <a:t> </a:t>
            </a:r>
            <a:r>
              <a:rPr lang="en-US" sz="2600" dirty="0" err="1" smtClean="0"/>
              <a:t>các</a:t>
            </a:r>
            <a:r>
              <a:rPr lang="en-US" sz="2600" dirty="0" smtClean="0"/>
              <a:t> </a:t>
            </a:r>
            <a:r>
              <a:rPr lang="en-US" sz="2600" dirty="0" err="1" smtClean="0"/>
              <a:t>biểu</a:t>
            </a:r>
            <a:r>
              <a:rPr lang="en-US" sz="2600" dirty="0" smtClean="0"/>
              <a:t> </a:t>
            </a:r>
            <a:r>
              <a:rPr lang="en-US" sz="2600" dirty="0" err="1" smtClean="0"/>
              <a:t>thức</a:t>
            </a:r>
            <a:r>
              <a:rPr lang="en-US" sz="2600" dirty="0" smtClean="0"/>
              <a:t> </a:t>
            </a:r>
            <a:r>
              <a:rPr lang="en-US" sz="2600" dirty="0" err="1" smtClean="0"/>
              <a:t>sau</a:t>
            </a:r>
            <a:r>
              <a:rPr lang="en-US" sz="2600" dirty="0" smtClean="0"/>
              <a:t>: </a:t>
            </a:r>
          </a:p>
          <a:p>
            <a:pPr>
              <a:lnSpc>
                <a:spcPct val="150000"/>
              </a:lnSpc>
            </a:pPr>
            <a:endParaRPr lang="en-US" sz="2600" dirty="0"/>
          </a:p>
          <a:p>
            <a:pPr>
              <a:lnSpc>
                <a:spcPct val="150000"/>
              </a:lnSpc>
            </a:pPr>
            <a:endParaRPr lang="en-US" sz="2600" dirty="0" smtClean="0"/>
          </a:p>
          <a:p>
            <a:pPr>
              <a:lnSpc>
                <a:spcPct val="150000"/>
              </a:lnSpc>
            </a:pPr>
            <a:r>
              <a:rPr lang="fr-FR" sz="2600" dirty="0" err="1" smtClean="0"/>
              <a:t>Chuyển</a:t>
            </a:r>
            <a:r>
              <a:rPr lang="fr-FR" sz="2600" dirty="0" smtClean="0"/>
              <a:t> </a:t>
            </a:r>
            <a:r>
              <a:rPr lang="fr-FR" sz="2600" dirty="0" err="1" smtClean="0"/>
              <a:t>biểu</a:t>
            </a:r>
            <a:r>
              <a:rPr lang="fr-FR" sz="2600" dirty="0" smtClean="0"/>
              <a:t> </a:t>
            </a:r>
            <a:r>
              <a:rPr lang="fr-FR" sz="2600" dirty="0" err="1" smtClean="0"/>
              <a:t>thức</a:t>
            </a:r>
            <a:r>
              <a:rPr lang="fr-FR" sz="2600" dirty="0" smtClean="0"/>
              <a:t> </a:t>
            </a:r>
            <a:r>
              <a:rPr lang="fr-FR" sz="2600" dirty="0" err="1" smtClean="0"/>
              <a:t>sau</a:t>
            </a:r>
            <a:r>
              <a:rPr lang="fr-FR" sz="2600" dirty="0" smtClean="0"/>
              <a:t> </a:t>
            </a:r>
            <a:r>
              <a:rPr lang="fr-FR" sz="2600" dirty="0" err="1" smtClean="0"/>
              <a:t>về</a:t>
            </a:r>
            <a:r>
              <a:rPr lang="fr-FR" sz="2600" dirty="0" smtClean="0"/>
              <a:t> </a:t>
            </a:r>
            <a:r>
              <a:rPr lang="fr-FR" sz="2600" dirty="0" err="1" smtClean="0"/>
              <a:t>dạng</a:t>
            </a:r>
            <a:r>
              <a:rPr lang="fr-FR" sz="2600" dirty="0" smtClean="0"/>
              <a:t> </a:t>
            </a:r>
            <a:r>
              <a:rPr lang="fr-FR" sz="2600" dirty="0" err="1" smtClean="0"/>
              <a:t>hậu</a:t>
            </a:r>
            <a:r>
              <a:rPr lang="fr-FR" sz="2600" dirty="0" smtClean="0"/>
              <a:t> </a:t>
            </a:r>
            <a:r>
              <a:rPr lang="fr-FR" sz="2600" dirty="0" err="1" smtClean="0"/>
              <a:t>tố</a:t>
            </a:r>
            <a:r>
              <a:rPr lang="fr-FR" sz="2600" dirty="0" smtClean="0"/>
              <a:t> </a:t>
            </a:r>
            <a:r>
              <a:rPr lang="fr-FR" sz="2600" dirty="0" err="1" smtClean="0"/>
              <a:t>và</a:t>
            </a:r>
            <a:r>
              <a:rPr lang="fr-FR" sz="2600" dirty="0" smtClean="0"/>
              <a:t> </a:t>
            </a:r>
            <a:r>
              <a:rPr lang="fr-FR" sz="2600" dirty="0" err="1" smtClean="0"/>
              <a:t>tính</a:t>
            </a:r>
            <a:r>
              <a:rPr lang="fr-FR" sz="2600" dirty="0" smtClean="0"/>
              <a:t> </a:t>
            </a:r>
            <a:r>
              <a:rPr lang="fr-FR" sz="2600" dirty="0" err="1" smtClean="0"/>
              <a:t>giá</a:t>
            </a:r>
            <a:r>
              <a:rPr lang="fr-FR" sz="2600" dirty="0" smtClean="0"/>
              <a:t> </a:t>
            </a:r>
            <a:r>
              <a:rPr lang="fr-FR" sz="2600" dirty="0" err="1" smtClean="0"/>
              <a:t>trị</a:t>
            </a:r>
            <a:r>
              <a:rPr lang="fr-FR" sz="2600" dirty="0" smtClean="0"/>
              <a:t> </a:t>
            </a:r>
            <a:r>
              <a:rPr lang="fr-FR" sz="2600" dirty="0" err="1" smtClean="0"/>
              <a:t>biểu</a:t>
            </a:r>
            <a:r>
              <a:rPr lang="fr-FR" sz="2600" dirty="0" smtClean="0"/>
              <a:t> </a:t>
            </a:r>
            <a:r>
              <a:rPr lang="fr-FR" sz="2600" dirty="0" err="1" smtClean="0"/>
              <a:t>thức</a:t>
            </a:r>
            <a:endParaRPr lang="fr-FR" sz="2600" dirty="0" smtClean="0"/>
          </a:p>
          <a:p>
            <a:pPr lvl="1">
              <a:lnSpc>
                <a:spcPct val="150000"/>
              </a:lnSpc>
            </a:pPr>
            <a:endParaRPr lang="fr-FR" sz="2600" dirty="0" smtClean="0"/>
          </a:p>
          <a:p>
            <a:pPr lvl="1">
              <a:lnSpc>
                <a:spcPct val="150000"/>
              </a:lnSpc>
            </a:pPr>
            <a:endParaRPr lang="en-US" sz="2600" dirty="0"/>
          </a:p>
        </p:txBody>
      </p:sp>
      <p:sp>
        <p:nvSpPr>
          <p:cNvPr id="5" name="Slide Number Placeholder 4"/>
          <p:cNvSpPr>
            <a:spLocks noGrp="1"/>
          </p:cNvSpPr>
          <p:nvPr>
            <p:ph type="sldNum" sz="quarter" idx="12"/>
          </p:nvPr>
        </p:nvSpPr>
        <p:spPr/>
        <p:txBody>
          <a:bodyPr/>
          <a:lstStyle/>
          <a:p>
            <a:fld id="{B24627E5-2E3F-4AE1-995E-77E2B7EB78DF}" type="slidenum">
              <a:rPr lang="en-US" smtClean="0"/>
              <a:t>27</a:t>
            </a:fld>
            <a:endParaRPr lang="en-US"/>
          </a:p>
        </p:txBody>
      </p:sp>
      <p:sp>
        <p:nvSpPr>
          <p:cNvPr id="6" name="Rectangle 3"/>
          <p:cNvSpPr txBox="1">
            <a:spLocks noChangeArrowheads="1"/>
          </p:cNvSpPr>
          <p:nvPr/>
        </p:nvSpPr>
        <p:spPr bwMode="auto">
          <a:xfrm>
            <a:off x="1277559" y="4430406"/>
            <a:ext cx="9144000" cy="685800"/>
          </a:xfrm>
          <a:prstGeom prst="rect">
            <a:avLst/>
          </a:prstGeom>
          <a:noFill/>
          <a:ln w="9525">
            <a:noFill/>
            <a:miter lim="800000"/>
            <a:headEnd/>
            <a:tailEnd/>
          </a:ln>
        </p:spPr>
        <p:txBody>
          <a:bodyPr/>
          <a:lstStyle/>
          <a:p>
            <a:pPr marL="342900" indent="-342900">
              <a:spcBef>
                <a:spcPct val="20000"/>
              </a:spcBef>
              <a:defRPr/>
            </a:pPr>
            <a:r>
              <a:rPr lang="en-US" sz="4400" b="1" dirty="0">
                <a:solidFill>
                  <a:srgbClr val="006600"/>
                </a:solidFill>
                <a:effectLst>
                  <a:outerShdw blurRad="38100" dist="38100" dir="2700000" algn="tl">
                    <a:srgbClr val="C0C0C0"/>
                  </a:outerShdw>
                </a:effectLst>
                <a:latin typeface="Arial" charset="0"/>
                <a:cs typeface="Arial" charset="0"/>
              </a:rPr>
              <a:t>3 * (2 + 6 </a:t>
            </a:r>
            <a:r>
              <a:rPr lang="en-US" sz="4400" b="1" dirty="0" smtClean="0">
                <a:solidFill>
                  <a:srgbClr val="006600"/>
                </a:solidFill>
                <a:effectLst>
                  <a:outerShdw blurRad="38100" dist="38100" dir="2700000" algn="tl">
                    <a:srgbClr val="C0C0C0"/>
                  </a:outerShdw>
                </a:effectLst>
                <a:latin typeface="Arial" charset="0"/>
                <a:cs typeface="Arial" charset="0"/>
              </a:rPr>
              <a:t>* 2 </a:t>
            </a:r>
            <a:r>
              <a:rPr lang="en-US" sz="4400" b="1" dirty="0">
                <a:solidFill>
                  <a:srgbClr val="006600"/>
                </a:solidFill>
                <a:effectLst>
                  <a:outerShdw blurRad="38100" dist="38100" dir="2700000" algn="tl">
                    <a:srgbClr val="C0C0C0"/>
                  </a:outerShdw>
                </a:effectLst>
                <a:latin typeface="Arial" charset="0"/>
                <a:cs typeface="Arial" charset="0"/>
              </a:rPr>
              <a:t>/ 3 – 1) – 2 * </a:t>
            </a:r>
            <a:r>
              <a:rPr lang="en-US" sz="4400" b="1" dirty="0" smtClean="0">
                <a:solidFill>
                  <a:srgbClr val="006600"/>
                </a:solidFill>
                <a:effectLst>
                  <a:outerShdw blurRad="38100" dist="38100" dir="2700000" algn="tl">
                    <a:srgbClr val="C0C0C0"/>
                  </a:outerShdw>
                </a:effectLst>
                <a:latin typeface="Arial" charset="0"/>
                <a:cs typeface="Arial" charset="0"/>
              </a:rPr>
              <a:t>3 / </a:t>
            </a:r>
            <a:r>
              <a:rPr lang="en-US" sz="4400" b="1" dirty="0">
                <a:solidFill>
                  <a:srgbClr val="006600"/>
                </a:solidFill>
                <a:effectLst>
                  <a:outerShdw blurRad="38100" dist="38100" dir="2700000" algn="tl">
                    <a:srgbClr val="C0C0C0"/>
                  </a:outerShdw>
                </a:effectLst>
                <a:latin typeface="Arial" charset="0"/>
                <a:cs typeface="Arial" charset="0"/>
              </a:rPr>
              <a:t>2 + 1</a:t>
            </a:r>
            <a:endParaRPr lang="en-US" sz="4400" dirty="0">
              <a:solidFill>
                <a:srgbClr val="006600"/>
              </a:solidFill>
              <a:latin typeface="Arial" charset="0"/>
              <a:cs typeface="Arial" charset="0"/>
              <a:sym typeface="Symbol" pitchFamily="18" charset="2"/>
            </a:endParaRPr>
          </a:p>
        </p:txBody>
      </p:sp>
      <p:sp>
        <p:nvSpPr>
          <p:cNvPr id="7" name="Rectangle 3"/>
          <p:cNvSpPr txBox="1">
            <a:spLocks noChangeArrowheads="1"/>
          </p:cNvSpPr>
          <p:nvPr/>
        </p:nvSpPr>
        <p:spPr bwMode="auto">
          <a:xfrm>
            <a:off x="1554480" y="2262582"/>
            <a:ext cx="9144000" cy="685800"/>
          </a:xfrm>
          <a:prstGeom prst="rect">
            <a:avLst/>
          </a:prstGeom>
          <a:noFill/>
          <a:ln w="9525">
            <a:noFill/>
            <a:miter lim="800000"/>
            <a:headEnd/>
            <a:tailEnd/>
          </a:ln>
        </p:spPr>
        <p:txBody>
          <a:bodyPr/>
          <a:lstStyle>
            <a:defPPr>
              <a:defRPr lang="en-US"/>
            </a:defPPr>
            <a:lvl1pPr marL="342900" indent="-342900">
              <a:spcBef>
                <a:spcPct val="20000"/>
              </a:spcBef>
              <a:defRPr sz="4400" b="1">
                <a:solidFill>
                  <a:srgbClr val="006600"/>
                </a:solidFill>
                <a:effectLst>
                  <a:outerShdw blurRad="38100" dist="38100" dir="2700000" algn="tl">
                    <a:srgbClr val="C0C0C0"/>
                  </a:outerShdw>
                </a:effectLst>
                <a:latin typeface="Arial" charset="0"/>
                <a:cs typeface="Arial" charset="0"/>
              </a:defRPr>
            </a:lvl1pPr>
          </a:lstStyle>
          <a:p>
            <a:pPr lvl="1"/>
            <a:r>
              <a:rPr lang="fr-FR" sz="3500" b="1" dirty="0">
                <a:solidFill>
                  <a:srgbClr val="002060"/>
                </a:solidFill>
              </a:rPr>
              <a:t>4 5 * 1 9 + 2 / -\</a:t>
            </a:r>
          </a:p>
        </p:txBody>
      </p:sp>
    </p:spTree>
    <p:extLst>
      <p:ext uri="{BB962C8B-B14F-4D97-AF65-F5344CB8AC3E}">
        <p14:creationId xmlns:p14="http://schemas.microsoft.com/office/powerpoint/2010/main" val="329120082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049155" y="507990"/>
            <a:ext cx="10058400" cy="759871"/>
          </a:xfrm>
        </p:spPr>
        <p:txBody>
          <a:bodyPr/>
          <a:lstStyle/>
          <a:p>
            <a:r>
              <a:rPr lang="en-US" dirty="0" smtClean="0">
                <a:solidFill>
                  <a:srgbClr val="0070C0"/>
                </a:solidFill>
              </a:rPr>
              <a:t>II. HÀNG </a:t>
            </a:r>
            <a:r>
              <a:rPr lang="en-US" smtClean="0">
                <a:solidFill>
                  <a:srgbClr val="0070C0"/>
                </a:solidFill>
              </a:rPr>
              <a:t>ĐỢI </a:t>
            </a:r>
            <a:r>
              <a:rPr lang="en-US" smtClean="0">
                <a:solidFill>
                  <a:srgbClr val="0070C0"/>
                </a:solidFill>
              </a:rPr>
              <a:t>– QUEUE </a:t>
            </a:r>
            <a:r>
              <a:rPr lang="en-US" smtClean="0">
                <a:solidFill>
                  <a:srgbClr val="FF0000"/>
                </a:solidFill>
              </a:rPr>
              <a:t>T2</a:t>
            </a:r>
            <a:endParaRPr lang="en-US" dirty="0">
              <a:solidFill>
                <a:srgbClr val="FF0000"/>
              </a:solidFill>
            </a:endParaRPr>
          </a:p>
        </p:txBody>
      </p:sp>
      <p:sp>
        <p:nvSpPr>
          <p:cNvPr id="5" name="Slide Number Placeholder 4"/>
          <p:cNvSpPr>
            <a:spLocks noGrp="1"/>
          </p:cNvSpPr>
          <p:nvPr>
            <p:ph type="sldNum" sz="quarter" idx="12"/>
          </p:nvPr>
        </p:nvSpPr>
        <p:spPr/>
        <p:txBody>
          <a:bodyPr/>
          <a:lstStyle/>
          <a:p>
            <a:fld id="{B24627E5-2E3F-4AE1-995E-77E2B7EB78DF}" type="slidenum">
              <a:rPr lang="en-US" smtClean="0"/>
              <a:t>28</a:t>
            </a:fld>
            <a:endParaRPr lang="en-US"/>
          </a:p>
        </p:txBody>
      </p:sp>
      <p:sp>
        <p:nvSpPr>
          <p:cNvPr id="6" name="Content Placeholder 2"/>
          <p:cNvSpPr>
            <a:spLocks noGrp="1"/>
          </p:cNvSpPr>
          <p:nvPr>
            <p:ph idx="1"/>
          </p:nvPr>
        </p:nvSpPr>
        <p:spPr>
          <a:xfrm>
            <a:off x="1097280" y="1316036"/>
            <a:ext cx="10058400" cy="4905859"/>
          </a:xfrm>
        </p:spPr>
        <p:txBody>
          <a:bodyPr>
            <a:normAutofit fontScale="92500" lnSpcReduction="10000"/>
          </a:bodyPr>
          <a:lstStyle/>
          <a:p>
            <a:pPr>
              <a:lnSpc>
                <a:spcPct val="150000"/>
              </a:lnSpc>
            </a:pPr>
            <a:r>
              <a:rPr lang="en-US" sz="2500" dirty="0" smtClean="0"/>
              <a:t> Queue</a:t>
            </a:r>
            <a:r>
              <a:rPr lang="vi-VN" sz="2500" dirty="0" smtClean="0"/>
              <a:t> </a:t>
            </a:r>
            <a:r>
              <a:rPr lang="vi-VN" sz="2500" dirty="0"/>
              <a:t>là một cấu trúc dữ liệu tuyến </a:t>
            </a:r>
            <a:r>
              <a:rPr lang="vi-VN" sz="2500" dirty="0" smtClean="0"/>
              <a:t>tính</a:t>
            </a:r>
            <a:r>
              <a:rPr lang="en-US" sz="2500" dirty="0" smtClean="0"/>
              <a:t>,</a:t>
            </a:r>
            <a:r>
              <a:rPr lang="vi-VN" sz="2500" dirty="0" smtClean="0"/>
              <a:t> </a:t>
            </a:r>
            <a:r>
              <a:rPr lang="vi-VN" sz="2500" dirty="0"/>
              <a:t>tuân theo một thứ tự cụ thể trong đó các hoạt động được thực </a:t>
            </a:r>
            <a:r>
              <a:rPr lang="vi-VN" sz="2500" dirty="0" smtClean="0"/>
              <a:t>hiện</a:t>
            </a:r>
            <a:r>
              <a:rPr lang="en-US" sz="2500" dirty="0" smtClean="0"/>
              <a:t> </a:t>
            </a:r>
            <a:r>
              <a:rPr lang="en-US" sz="2500" dirty="0" err="1" smtClean="0"/>
              <a:t>theo</a:t>
            </a:r>
            <a:r>
              <a:rPr lang="en-US" sz="2500" dirty="0" smtClean="0"/>
              <a:t> </a:t>
            </a:r>
            <a:r>
              <a:rPr lang="en-US" sz="2500" dirty="0" err="1" smtClean="0"/>
              <a:t>nguyên</a:t>
            </a:r>
            <a:r>
              <a:rPr lang="en-US" sz="2500" dirty="0" smtClean="0"/>
              <a:t> </a:t>
            </a:r>
            <a:r>
              <a:rPr lang="en-US" sz="2500" dirty="0" err="1" smtClean="0"/>
              <a:t>tắc</a:t>
            </a:r>
            <a:r>
              <a:rPr lang="en-US" sz="2500" dirty="0" smtClean="0"/>
              <a:t>: </a:t>
            </a:r>
            <a:r>
              <a:rPr lang="en-US" sz="2500" dirty="0" err="1" smtClean="0"/>
              <a:t>vào</a:t>
            </a:r>
            <a:r>
              <a:rPr lang="en-US" sz="2500" dirty="0" smtClean="0"/>
              <a:t> </a:t>
            </a:r>
            <a:r>
              <a:rPr lang="en-US" sz="2500" dirty="0" err="1" smtClean="0"/>
              <a:t>trước</a:t>
            </a:r>
            <a:r>
              <a:rPr lang="en-US" sz="2500" dirty="0" smtClean="0"/>
              <a:t> </a:t>
            </a:r>
            <a:r>
              <a:rPr lang="en-US" sz="2500" dirty="0" err="1" smtClean="0"/>
              <a:t>ra</a:t>
            </a:r>
            <a:r>
              <a:rPr lang="en-US" sz="2500" dirty="0" smtClean="0"/>
              <a:t> </a:t>
            </a:r>
            <a:r>
              <a:rPr lang="en-US" sz="2500" dirty="0" err="1" smtClean="0"/>
              <a:t>trước</a:t>
            </a:r>
            <a:r>
              <a:rPr lang="en-US" sz="2500" dirty="0" smtClean="0"/>
              <a:t> (</a:t>
            </a:r>
            <a:r>
              <a:rPr lang="en-US" sz="2500" b="1" dirty="0" smtClean="0"/>
              <a:t>First In First Out – FIFO</a:t>
            </a:r>
            <a:r>
              <a:rPr lang="en-US" sz="2500" dirty="0" smtClean="0"/>
              <a:t>).</a:t>
            </a:r>
          </a:p>
          <a:p>
            <a:pPr>
              <a:lnSpc>
                <a:spcPct val="150000"/>
              </a:lnSpc>
            </a:pPr>
            <a:r>
              <a:rPr lang="en-US" sz="2500" dirty="0" err="1"/>
              <a:t>Có</a:t>
            </a:r>
            <a:r>
              <a:rPr lang="en-US" sz="2500" dirty="0"/>
              <a:t> </a:t>
            </a:r>
            <a:r>
              <a:rPr lang="en-US" sz="2500" dirty="0" err="1"/>
              <a:t>hai</a:t>
            </a:r>
            <a:r>
              <a:rPr lang="en-US" sz="2500" dirty="0"/>
              <a:t> </a:t>
            </a:r>
            <a:r>
              <a:rPr lang="en-US" sz="2500" dirty="0" err="1"/>
              <a:t>cách</a:t>
            </a:r>
            <a:r>
              <a:rPr lang="en-US" sz="2500" dirty="0"/>
              <a:t> </a:t>
            </a:r>
            <a:r>
              <a:rPr lang="en-US" sz="2500" dirty="0" err="1"/>
              <a:t>để</a:t>
            </a:r>
            <a:r>
              <a:rPr lang="en-US" sz="2500" dirty="0"/>
              <a:t> </a:t>
            </a:r>
            <a:r>
              <a:rPr lang="en-US" sz="2500" dirty="0" err="1"/>
              <a:t>triển</a:t>
            </a:r>
            <a:r>
              <a:rPr lang="en-US" sz="2500" dirty="0"/>
              <a:t> </a:t>
            </a:r>
            <a:r>
              <a:rPr lang="en-US" sz="2500" dirty="0" err="1"/>
              <a:t>khai</a:t>
            </a:r>
            <a:r>
              <a:rPr lang="en-US" sz="2500" dirty="0"/>
              <a:t> </a:t>
            </a:r>
            <a:r>
              <a:rPr lang="en-US" sz="2500" dirty="0" err="1"/>
              <a:t>và</a:t>
            </a:r>
            <a:r>
              <a:rPr lang="en-US" sz="2500" dirty="0"/>
              <a:t> </a:t>
            </a:r>
            <a:r>
              <a:rPr lang="en-US" sz="2500" dirty="0" err="1"/>
              <a:t>xây</a:t>
            </a:r>
            <a:r>
              <a:rPr lang="en-US" sz="2500" dirty="0"/>
              <a:t> </a:t>
            </a:r>
            <a:r>
              <a:rPr lang="en-US" sz="2500" dirty="0" err="1"/>
              <a:t>dựng</a:t>
            </a:r>
            <a:r>
              <a:rPr lang="en-US" sz="2500" dirty="0"/>
              <a:t> </a:t>
            </a:r>
            <a:endParaRPr lang="en-US" sz="2500" dirty="0" smtClean="0"/>
          </a:p>
          <a:p>
            <a:pPr marL="0" indent="0">
              <a:lnSpc>
                <a:spcPct val="150000"/>
              </a:lnSpc>
              <a:buNone/>
            </a:pPr>
            <a:r>
              <a:rPr lang="en-US" sz="2500" dirty="0" err="1" smtClean="0"/>
              <a:t>một</a:t>
            </a:r>
            <a:r>
              <a:rPr lang="en-US" sz="2500" dirty="0" smtClean="0"/>
              <a:t> Queue </a:t>
            </a:r>
            <a:r>
              <a:rPr lang="en-US" sz="2500" dirty="0" err="1"/>
              <a:t>đó</a:t>
            </a:r>
            <a:r>
              <a:rPr lang="en-US" sz="2500" dirty="0"/>
              <a:t> </a:t>
            </a:r>
            <a:r>
              <a:rPr lang="en-US" sz="2500" dirty="0" err="1"/>
              <a:t>là</a:t>
            </a:r>
            <a:r>
              <a:rPr lang="en-US" sz="2500" dirty="0"/>
              <a:t>:</a:t>
            </a:r>
          </a:p>
          <a:p>
            <a:pPr lvl="1">
              <a:lnSpc>
                <a:spcPct val="150000"/>
              </a:lnSpc>
            </a:pPr>
            <a:r>
              <a:rPr lang="en-US" sz="2500" dirty="0" err="1"/>
              <a:t>Sử</a:t>
            </a:r>
            <a:r>
              <a:rPr lang="en-US" sz="2500" dirty="0"/>
              <a:t> </a:t>
            </a:r>
            <a:r>
              <a:rPr lang="en-US" sz="2500" dirty="0" err="1"/>
              <a:t>dụng</a:t>
            </a:r>
            <a:r>
              <a:rPr lang="en-US" sz="2500" dirty="0"/>
              <a:t> </a:t>
            </a:r>
            <a:r>
              <a:rPr lang="en-US" sz="2500" dirty="0" err="1" smtClean="0"/>
              <a:t>mảng</a:t>
            </a:r>
            <a:r>
              <a:rPr lang="en-US" sz="2500" dirty="0" smtClean="0"/>
              <a:t> (</a:t>
            </a:r>
            <a:r>
              <a:rPr lang="en-US" sz="2500" dirty="0" err="1" smtClean="0"/>
              <a:t>phức</a:t>
            </a:r>
            <a:r>
              <a:rPr lang="en-US" sz="2500" dirty="0" smtClean="0"/>
              <a:t> </a:t>
            </a:r>
            <a:r>
              <a:rPr lang="en-US" sz="2500" dirty="0" err="1" smtClean="0"/>
              <a:t>tạp</a:t>
            </a:r>
            <a:r>
              <a:rPr lang="en-US" sz="2500" dirty="0" smtClean="0"/>
              <a:t> </a:t>
            </a:r>
            <a:r>
              <a:rPr lang="en-US" sz="2500" dirty="0" err="1" smtClean="0"/>
              <a:t>khi</a:t>
            </a:r>
            <a:r>
              <a:rPr lang="en-US" sz="2500" dirty="0" smtClean="0"/>
              <a:t> </a:t>
            </a:r>
            <a:r>
              <a:rPr lang="en-US" sz="2500" dirty="0" err="1" smtClean="0"/>
              <a:t>thêm</a:t>
            </a:r>
            <a:r>
              <a:rPr lang="en-US" sz="2500" dirty="0" smtClean="0"/>
              <a:t>/</a:t>
            </a:r>
            <a:r>
              <a:rPr lang="en-US" sz="2500" dirty="0" err="1" smtClean="0"/>
              <a:t>xóa</a:t>
            </a:r>
            <a:r>
              <a:rPr lang="en-US" sz="2500" dirty="0" smtClean="0"/>
              <a:t> </a:t>
            </a:r>
          </a:p>
          <a:p>
            <a:pPr marL="201168" lvl="1" indent="0">
              <a:lnSpc>
                <a:spcPct val="150000"/>
              </a:lnSpc>
              <a:buNone/>
            </a:pPr>
            <a:r>
              <a:rPr lang="en-US" sz="2500" dirty="0" err="1" smtClean="0"/>
              <a:t>phần</a:t>
            </a:r>
            <a:r>
              <a:rPr lang="en-US" sz="2500" dirty="0" smtClean="0"/>
              <a:t> </a:t>
            </a:r>
            <a:r>
              <a:rPr lang="en-US" sz="2500" dirty="0" err="1" smtClean="0"/>
              <a:t>tử</a:t>
            </a:r>
            <a:r>
              <a:rPr lang="en-US" sz="2500" dirty="0" smtClean="0"/>
              <a:t>).</a:t>
            </a:r>
            <a:endParaRPr lang="en-US" sz="2500" dirty="0"/>
          </a:p>
          <a:p>
            <a:pPr lvl="1">
              <a:lnSpc>
                <a:spcPct val="150000"/>
              </a:lnSpc>
            </a:pPr>
            <a:r>
              <a:rPr lang="en-US" sz="2500" dirty="0" err="1"/>
              <a:t>Sử</a:t>
            </a:r>
            <a:r>
              <a:rPr lang="en-US" sz="2500" dirty="0"/>
              <a:t> </a:t>
            </a:r>
            <a:r>
              <a:rPr lang="en-US" sz="2500" dirty="0" err="1"/>
              <a:t>dụng</a:t>
            </a:r>
            <a:r>
              <a:rPr lang="en-US" sz="2500" dirty="0"/>
              <a:t> </a:t>
            </a:r>
            <a:r>
              <a:rPr lang="en-US" sz="2500" dirty="0" err="1"/>
              <a:t>danh</a:t>
            </a:r>
            <a:r>
              <a:rPr lang="en-US" sz="2500" dirty="0"/>
              <a:t> </a:t>
            </a:r>
            <a:r>
              <a:rPr lang="en-US" sz="2500" dirty="0" err="1"/>
              <a:t>sách</a:t>
            </a:r>
            <a:r>
              <a:rPr lang="en-US" sz="2500" dirty="0"/>
              <a:t> </a:t>
            </a:r>
            <a:r>
              <a:rPr lang="en-US" sz="2500" dirty="0" err="1"/>
              <a:t>liên</a:t>
            </a:r>
            <a:r>
              <a:rPr lang="en-US" sz="2500" dirty="0"/>
              <a:t> </a:t>
            </a:r>
            <a:r>
              <a:rPr lang="en-US" sz="2500" dirty="0" err="1" smtClean="0"/>
              <a:t>kết</a:t>
            </a:r>
            <a:r>
              <a:rPr lang="en-US" sz="2500" dirty="0" smtClean="0"/>
              <a:t> </a:t>
            </a:r>
            <a:endParaRPr lang="en-US" sz="2500" dirty="0"/>
          </a:p>
          <a:p>
            <a:pPr>
              <a:lnSpc>
                <a:spcPct val="150000"/>
              </a:lnSpc>
            </a:pPr>
            <a:endParaRPr lang="en-US" sz="2500" dirty="0"/>
          </a:p>
        </p:txBody>
      </p:sp>
      <p:pic>
        <p:nvPicPr>
          <p:cNvPr id="3074" name="Picture 2" descr="https://res.cloudinary.com/practicaldev/image/fetch/s--40bG1tSg--/c_limit%2Cf_auto%2Cfl_progressive%2Cq_auto%2Cw_880/https:/thepracticaldev.s3.amazonaws.com/i/fcxri84smzo9m1pxbxj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5689" y="3357562"/>
            <a:ext cx="5076825" cy="2128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447675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469482"/>
            <a:ext cx="10058400" cy="759871"/>
          </a:xfrm>
        </p:spPr>
        <p:txBody>
          <a:bodyPr/>
          <a:lstStyle/>
          <a:p>
            <a:r>
              <a:rPr lang="en-US" dirty="0" err="1" smtClean="0">
                <a:solidFill>
                  <a:srgbClr val="0070C0"/>
                </a:solidFill>
              </a:rPr>
              <a:t>Ứng</a:t>
            </a:r>
            <a:r>
              <a:rPr lang="en-US" dirty="0" smtClean="0">
                <a:solidFill>
                  <a:srgbClr val="0070C0"/>
                </a:solidFill>
              </a:rPr>
              <a:t> </a:t>
            </a:r>
            <a:r>
              <a:rPr lang="en-US" dirty="0" err="1" smtClean="0">
                <a:solidFill>
                  <a:srgbClr val="0070C0"/>
                </a:solidFill>
              </a:rPr>
              <a:t>dụng</a:t>
            </a:r>
            <a:r>
              <a:rPr lang="en-US" dirty="0" smtClean="0">
                <a:solidFill>
                  <a:srgbClr val="0070C0"/>
                </a:solidFill>
              </a:rPr>
              <a:t> </a:t>
            </a:r>
            <a:r>
              <a:rPr lang="en-US" dirty="0" err="1" smtClean="0">
                <a:solidFill>
                  <a:srgbClr val="0070C0"/>
                </a:solidFill>
              </a:rPr>
              <a:t>của</a:t>
            </a:r>
            <a:r>
              <a:rPr lang="en-US" dirty="0" smtClean="0">
                <a:solidFill>
                  <a:srgbClr val="0070C0"/>
                </a:solidFill>
              </a:rPr>
              <a:t> Queue</a:t>
            </a:r>
            <a:endParaRPr lang="en-US" dirty="0">
              <a:solidFill>
                <a:srgbClr val="0070C0"/>
              </a:solidFill>
            </a:endParaRPr>
          </a:p>
        </p:txBody>
      </p:sp>
      <p:sp>
        <p:nvSpPr>
          <p:cNvPr id="3" name="Content Placeholder 2"/>
          <p:cNvSpPr>
            <a:spLocks noGrp="1"/>
          </p:cNvSpPr>
          <p:nvPr>
            <p:ph idx="1"/>
          </p:nvPr>
        </p:nvSpPr>
        <p:spPr>
          <a:xfrm>
            <a:off x="1097280" y="1325661"/>
            <a:ext cx="10058400" cy="4905859"/>
          </a:xfrm>
        </p:spPr>
        <p:txBody>
          <a:bodyPr>
            <a:normAutofit/>
          </a:bodyPr>
          <a:lstStyle/>
          <a:p>
            <a:pPr>
              <a:lnSpc>
                <a:spcPct val="150000"/>
              </a:lnSpc>
            </a:pPr>
            <a:r>
              <a:rPr lang="en-US" sz="2200" dirty="0" smtClean="0"/>
              <a:t> Queue </a:t>
            </a:r>
            <a:r>
              <a:rPr lang="vi-VN" sz="2200" dirty="0" smtClean="0"/>
              <a:t>được </a:t>
            </a:r>
            <a:r>
              <a:rPr lang="vi-VN" sz="2200" dirty="0"/>
              <a:t>sử dụng bất cứ khi nào chúng ta cần quản lý bất kỳ nhóm đối tượng nào theo thứ tự mà đối tượng đầu tiên đến, </a:t>
            </a:r>
            <a:r>
              <a:rPr lang="en-US" sz="2200" dirty="0" err="1" smtClean="0"/>
              <a:t>sẽ</a:t>
            </a:r>
            <a:r>
              <a:rPr lang="en-US" sz="2200" dirty="0" smtClean="0"/>
              <a:t> </a:t>
            </a:r>
            <a:r>
              <a:rPr lang="vi-VN" sz="2200" dirty="0" smtClean="0"/>
              <a:t>đưa </a:t>
            </a:r>
            <a:r>
              <a:rPr lang="vi-VN" sz="2200" dirty="0"/>
              <a:t>ra </a:t>
            </a:r>
            <a:r>
              <a:rPr lang="vi-VN" sz="2200" dirty="0" smtClean="0"/>
              <a:t>trước</a:t>
            </a:r>
            <a:r>
              <a:rPr lang="en-US" sz="2200" dirty="0" smtClean="0"/>
              <a:t>,</a:t>
            </a:r>
            <a:r>
              <a:rPr lang="vi-VN" sz="2200" dirty="0" smtClean="0"/>
              <a:t> những </a:t>
            </a:r>
            <a:r>
              <a:rPr lang="vi-VN" sz="2200" dirty="0"/>
              <a:t>đối tượng khác chờ đến </a:t>
            </a:r>
            <a:r>
              <a:rPr lang="vi-VN" sz="2200" dirty="0" smtClean="0"/>
              <a:t>lượt</a:t>
            </a:r>
            <a:r>
              <a:rPr lang="en-US" sz="2200" dirty="0" smtClean="0"/>
              <a:t>.</a:t>
            </a:r>
          </a:p>
          <a:p>
            <a:pPr>
              <a:lnSpc>
                <a:spcPct val="150000"/>
              </a:lnSpc>
            </a:pPr>
            <a:r>
              <a:rPr lang="en-US" sz="2200" dirty="0"/>
              <a:t> </a:t>
            </a:r>
            <a:r>
              <a:rPr lang="en-US" sz="2200" dirty="0" smtClean="0"/>
              <a:t>Queue </a:t>
            </a:r>
            <a:r>
              <a:rPr lang="en-US" sz="2200" dirty="0" err="1" smtClean="0"/>
              <a:t>được</a:t>
            </a:r>
            <a:r>
              <a:rPr lang="en-US" sz="2200" dirty="0" smtClean="0"/>
              <a:t> </a:t>
            </a:r>
            <a:r>
              <a:rPr lang="en-US" sz="2200" dirty="0" err="1" smtClean="0"/>
              <a:t>ứng</a:t>
            </a:r>
            <a:r>
              <a:rPr lang="en-US" sz="2200" dirty="0" smtClean="0"/>
              <a:t> </a:t>
            </a:r>
            <a:r>
              <a:rPr lang="en-US" sz="2200" dirty="0" err="1" smtClean="0"/>
              <a:t>dụng</a:t>
            </a:r>
            <a:r>
              <a:rPr lang="vi-VN" sz="2200" dirty="0" smtClean="0"/>
              <a:t> </a:t>
            </a:r>
            <a:r>
              <a:rPr lang="vi-VN" sz="2200" dirty="0"/>
              <a:t>các trường hợp sau</a:t>
            </a:r>
            <a:r>
              <a:rPr lang="vi-VN" sz="2200" dirty="0" smtClean="0"/>
              <a:t>:</a:t>
            </a:r>
            <a:endParaRPr lang="en-US" sz="2200" dirty="0" smtClean="0"/>
          </a:p>
          <a:p>
            <a:pPr lvl="1">
              <a:lnSpc>
                <a:spcPct val="150000"/>
              </a:lnSpc>
            </a:pPr>
            <a:r>
              <a:rPr lang="vi-VN" sz="2000" dirty="0" smtClean="0"/>
              <a:t>Cung </a:t>
            </a:r>
            <a:r>
              <a:rPr lang="vi-VN" sz="2000" dirty="0"/>
              <a:t>cấp các yêu cầu trên một tài nguyên được chia sẻ duy nhất, như máy in, lập lịch tác vụ CPU, </a:t>
            </a:r>
            <a:r>
              <a:rPr lang="en-US" sz="2000" dirty="0" smtClean="0"/>
              <a:t>…</a:t>
            </a:r>
          </a:p>
          <a:p>
            <a:pPr lvl="1">
              <a:lnSpc>
                <a:spcPct val="150000"/>
              </a:lnSpc>
            </a:pPr>
            <a:r>
              <a:rPr lang="vi-VN" sz="2000" dirty="0" smtClean="0"/>
              <a:t>Trong thực </a:t>
            </a:r>
            <a:r>
              <a:rPr lang="vi-VN" sz="2000" dirty="0"/>
              <a:t>tế, hệ thống điện thoại Call Center sử dụng </a:t>
            </a:r>
            <a:r>
              <a:rPr lang="en-US" sz="2000" dirty="0" smtClean="0"/>
              <a:t>Queue </a:t>
            </a:r>
            <a:r>
              <a:rPr lang="vi-VN" sz="2000" dirty="0" smtClean="0"/>
              <a:t>để </a:t>
            </a:r>
            <a:r>
              <a:rPr lang="en-US" sz="2000" dirty="0" err="1" smtClean="0"/>
              <a:t>xếp</a:t>
            </a:r>
            <a:r>
              <a:rPr lang="en-US" sz="2000" dirty="0" smtClean="0"/>
              <a:t> </a:t>
            </a:r>
            <a:r>
              <a:rPr lang="vi-VN" sz="2000" dirty="0" smtClean="0"/>
              <a:t>những </a:t>
            </a:r>
            <a:r>
              <a:rPr lang="vi-VN" sz="2000" dirty="0"/>
              <a:t>người đang gọi cho </a:t>
            </a:r>
            <a:r>
              <a:rPr lang="vi-VN" sz="2000" dirty="0" smtClean="0"/>
              <a:t>theo </a:t>
            </a:r>
            <a:r>
              <a:rPr lang="vi-VN" sz="2000" dirty="0"/>
              <a:t>thứ </a:t>
            </a:r>
            <a:r>
              <a:rPr lang="vi-VN" sz="2000" dirty="0" smtClean="0"/>
              <a:t>tự</a:t>
            </a:r>
            <a:r>
              <a:rPr lang="en-US" sz="2000" dirty="0" smtClean="0"/>
              <a:t> </a:t>
            </a:r>
            <a:r>
              <a:rPr lang="en-US" sz="2000" dirty="0" err="1" smtClean="0"/>
              <a:t>họ</a:t>
            </a:r>
            <a:r>
              <a:rPr lang="en-US" sz="2000" dirty="0" smtClean="0"/>
              <a:t> </a:t>
            </a:r>
            <a:r>
              <a:rPr lang="en-US" sz="2000" dirty="0" err="1" smtClean="0"/>
              <a:t>gọi</a:t>
            </a:r>
            <a:r>
              <a:rPr lang="en-US" sz="2000" dirty="0" smtClean="0"/>
              <a:t> </a:t>
            </a:r>
            <a:r>
              <a:rPr lang="en-US" sz="2000" dirty="0" err="1" smtClean="0"/>
              <a:t>đến</a:t>
            </a:r>
            <a:r>
              <a:rPr lang="vi-VN" sz="2000" dirty="0" smtClean="0"/>
              <a:t>.</a:t>
            </a:r>
            <a:endParaRPr lang="en-US" sz="2000" dirty="0" smtClean="0"/>
          </a:p>
          <a:p>
            <a:pPr lvl="1">
              <a:lnSpc>
                <a:spcPct val="150000"/>
              </a:lnSpc>
            </a:pPr>
            <a:r>
              <a:rPr lang="en-US" sz="2000" dirty="0" smtClean="0"/>
              <a:t> …</a:t>
            </a:r>
            <a:endParaRPr lang="en-US" sz="2000" dirty="0"/>
          </a:p>
        </p:txBody>
      </p:sp>
      <p:sp>
        <p:nvSpPr>
          <p:cNvPr id="5" name="Slide Number Placeholder 4"/>
          <p:cNvSpPr>
            <a:spLocks noGrp="1"/>
          </p:cNvSpPr>
          <p:nvPr>
            <p:ph type="sldNum" sz="quarter" idx="12"/>
          </p:nvPr>
        </p:nvSpPr>
        <p:spPr/>
        <p:txBody>
          <a:bodyPr/>
          <a:lstStyle/>
          <a:p>
            <a:fld id="{B24627E5-2E3F-4AE1-995E-77E2B7EB78DF}" type="slidenum">
              <a:rPr lang="en-US" smtClean="0"/>
              <a:t>29</a:t>
            </a:fld>
            <a:endParaRPr lang="en-US"/>
          </a:p>
        </p:txBody>
      </p:sp>
    </p:spTree>
    <p:extLst>
      <p:ext uri="{BB962C8B-B14F-4D97-AF65-F5344CB8AC3E}">
        <p14:creationId xmlns:p14="http://schemas.microsoft.com/office/powerpoint/2010/main" val="421773599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68490" y="415993"/>
            <a:ext cx="10058400" cy="759871"/>
          </a:xfrm>
        </p:spPr>
        <p:txBody>
          <a:bodyPr/>
          <a:lstStyle/>
          <a:p>
            <a:r>
              <a:rPr lang="en-US" dirty="0">
                <a:solidFill>
                  <a:srgbClr val="0070C0"/>
                </a:solidFill>
              </a:rPr>
              <a:t>Thao </a:t>
            </a:r>
            <a:r>
              <a:rPr lang="en-US" dirty="0" err="1">
                <a:solidFill>
                  <a:srgbClr val="0070C0"/>
                </a:solidFill>
              </a:rPr>
              <a:t>tác</a:t>
            </a:r>
            <a:r>
              <a:rPr lang="en-US" dirty="0">
                <a:solidFill>
                  <a:srgbClr val="0070C0"/>
                </a:solidFill>
              </a:rPr>
              <a:t> </a:t>
            </a:r>
            <a:r>
              <a:rPr lang="en-US" dirty="0" err="1">
                <a:solidFill>
                  <a:srgbClr val="0070C0"/>
                </a:solidFill>
              </a:rPr>
              <a:t>cơ</a:t>
            </a:r>
            <a:r>
              <a:rPr lang="en-US" dirty="0">
                <a:solidFill>
                  <a:srgbClr val="0070C0"/>
                </a:solidFill>
              </a:rPr>
              <a:t> </a:t>
            </a:r>
            <a:r>
              <a:rPr lang="en-US" dirty="0" err="1">
                <a:solidFill>
                  <a:srgbClr val="0070C0"/>
                </a:solidFill>
              </a:rPr>
              <a:t>bản</a:t>
            </a:r>
            <a:r>
              <a:rPr lang="en-US" dirty="0">
                <a:solidFill>
                  <a:srgbClr val="0070C0"/>
                </a:solidFill>
              </a:rPr>
              <a:t> </a:t>
            </a:r>
            <a:r>
              <a:rPr lang="en-US" dirty="0" err="1">
                <a:solidFill>
                  <a:srgbClr val="0070C0"/>
                </a:solidFill>
              </a:rPr>
              <a:t>trên</a:t>
            </a:r>
            <a:r>
              <a:rPr lang="en-US" dirty="0">
                <a:solidFill>
                  <a:srgbClr val="0070C0"/>
                </a:solidFill>
              </a:rPr>
              <a:t> </a:t>
            </a:r>
            <a:r>
              <a:rPr lang="en-US" dirty="0" smtClean="0">
                <a:solidFill>
                  <a:srgbClr val="0070C0"/>
                </a:solidFill>
              </a:rPr>
              <a:t>Queue</a:t>
            </a:r>
            <a:endParaRPr lang="en-US" dirty="0">
              <a:solidFill>
                <a:srgbClr val="0070C0"/>
              </a:solidFill>
            </a:endParaRPr>
          </a:p>
        </p:txBody>
      </p:sp>
      <p:sp>
        <p:nvSpPr>
          <p:cNvPr id="5" name="Slide Number Placeholder 4"/>
          <p:cNvSpPr>
            <a:spLocks noGrp="1"/>
          </p:cNvSpPr>
          <p:nvPr>
            <p:ph type="sldNum" sz="quarter" idx="12"/>
          </p:nvPr>
        </p:nvSpPr>
        <p:spPr/>
        <p:txBody>
          <a:bodyPr/>
          <a:lstStyle/>
          <a:p>
            <a:fld id="{B24627E5-2E3F-4AE1-995E-77E2B7EB78DF}" type="slidenum">
              <a:rPr lang="en-US" smtClean="0"/>
              <a:t>30</a:t>
            </a:fld>
            <a:endParaRPr lang="en-US"/>
          </a:p>
        </p:txBody>
      </p:sp>
      <p:sp>
        <p:nvSpPr>
          <p:cNvPr id="6" name="Content Placeholder 2">
            <a:extLst>
              <a:ext uri="{FF2B5EF4-FFF2-40B4-BE49-F238E27FC236}">
                <a16:creationId xmlns:a16="http://schemas.microsoft.com/office/drawing/2014/main" id="{A639024D-3A5F-4458-8041-617C8C7ABCAE}"/>
              </a:ext>
            </a:extLst>
          </p:cNvPr>
          <p:cNvSpPr txBox="1">
            <a:spLocks/>
          </p:cNvSpPr>
          <p:nvPr/>
        </p:nvSpPr>
        <p:spPr>
          <a:xfrm>
            <a:off x="79737" y="1375012"/>
            <a:ext cx="9339390" cy="4953000"/>
          </a:xfrm>
          <a:prstGeom prst="rect">
            <a:avLst/>
          </a:prstGeom>
        </p:spPr>
        <p:txBody>
          <a:bodyPr vert="horz" lIns="0" tIns="45720" rIns="0" bIns="45720" rtlCol="0">
            <a:normAutofit/>
          </a:bodyPr>
          <a:lstStyle>
            <a:lvl1pPr marL="91440" indent="-91440" algn="just" defTabSz="914400" rtl="0" eaLnBrk="1" latinLnBrk="0" hangingPunct="1">
              <a:lnSpc>
                <a:spcPct val="90000"/>
              </a:lnSpc>
              <a:spcBef>
                <a:spcPts val="1200"/>
              </a:spcBef>
              <a:spcAft>
                <a:spcPts val="200"/>
              </a:spcAft>
              <a:buClr>
                <a:schemeClr val="accent1"/>
              </a:buClr>
              <a:buSzPct val="100000"/>
              <a:buFont typeface="Wingdings" panose="05000000000000000000" pitchFamily="2" charset="2"/>
              <a:buChar char="v"/>
              <a:defRPr sz="20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384048" indent="-182880" algn="just" defTabSz="914400" rtl="0" eaLnBrk="1" latinLnBrk="0" hangingPunct="1">
              <a:lnSpc>
                <a:spcPct val="90000"/>
              </a:lnSpc>
              <a:spcBef>
                <a:spcPts val="200"/>
              </a:spcBef>
              <a:spcAft>
                <a:spcPts val="400"/>
              </a:spcAft>
              <a:buClr>
                <a:schemeClr val="accent1"/>
              </a:buClr>
              <a:buFont typeface="Wingdings" panose="05000000000000000000" pitchFamily="2" charset="2"/>
              <a:buChar char="v"/>
              <a:defRPr sz="18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566928" indent="-182880" algn="just" defTabSz="914400" rtl="0" eaLnBrk="1" latinLnBrk="0" hangingPunct="1">
              <a:lnSpc>
                <a:spcPct val="90000"/>
              </a:lnSpc>
              <a:spcBef>
                <a:spcPts val="200"/>
              </a:spcBef>
              <a:spcAft>
                <a:spcPts val="400"/>
              </a:spcAft>
              <a:buClr>
                <a:schemeClr val="accent1"/>
              </a:buClr>
              <a:buFont typeface="Wingdings" panose="05000000000000000000" pitchFamily="2" charset="2"/>
              <a:buChar char="v"/>
              <a:defRPr sz="1400"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749808" indent="-182880" algn="just" defTabSz="914400" rtl="0" eaLnBrk="1" latinLnBrk="0" hangingPunct="1">
              <a:lnSpc>
                <a:spcPct val="90000"/>
              </a:lnSpc>
              <a:spcBef>
                <a:spcPts val="200"/>
              </a:spcBef>
              <a:spcAft>
                <a:spcPts val="400"/>
              </a:spcAft>
              <a:buClr>
                <a:schemeClr val="accent1"/>
              </a:buClr>
              <a:buFont typeface="Wingdings" panose="05000000000000000000" pitchFamily="2" charset="2"/>
              <a:buChar char="v"/>
              <a:defRPr sz="1400"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932688" indent="-182880" algn="just" defTabSz="914400" rtl="0" eaLnBrk="1" latinLnBrk="0" hangingPunct="1">
              <a:lnSpc>
                <a:spcPct val="90000"/>
              </a:lnSpc>
              <a:spcBef>
                <a:spcPts val="200"/>
              </a:spcBef>
              <a:spcAft>
                <a:spcPts val="400"/>
              </a:spcAft>
              <a:buClr>
                <a:schemeClr val="accent1"/>
              </a:buClr>
              <a:buFont typeface="Wingdings" panose="05000000000000000000" pitchFamily="2" charset="2"/>
              <a:buChar char="v"/>
              <a:defRPr sz="1400"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63550" indent="-463550"/>
            <a:r>
              <a:rPr lang="en-US" sz="2500" dirty="0" err="1" smtClean="0"/>
              <a:t>initQueue</a:t>
            </a:r>
            <a:r>
              <a:rPr lang="en-US" sz="2500" dirty="0" smtClean="0"/>
              <a:t>: </a:t>
            </a:r>
            <a:r>
              <a:rPr lang="en-US" sz="2500" dirty="0" err="1" smtClean="0"/>
              <a:t>khởi</a:t>
            </a:r>
            <a:r>
              <a:rPr lang="en-US" sz="2500" dirty="0" smtClean="0"/>
              <a:t> </a:t>
            </a:r>
            <a:r>
              <a:rPr lang="en-US" sz="2500" dirty="0" err="1" smtClean="0"/>
              <a:t>tạo</a:t>
            </a:r>
            <a:r>
              <a:rPr lang="en-US" sz="2500" dirty="0" smtClean="0"/>
              <a:t> </a:t>
            </a:r>
            <a:r>
              <a:rPr lang="en-US" sz="2500" dirty="0"/>
              <a:t>Queue</a:t>
            </a:r>
            <a:r>
              <a:rPr lang="en-US" sz="2500" dirty="0" smtClean="0"/>
              <a:t>.</a:t>
            </a:r>
          </a:p>
          <a:p>
            <a:pPr marL="463550" indent="-463550"/>
            <a:r>
              <a:rPr lang="en-US" sz="2500" dirty="0" err="1" smtClean="0"/>
              <a:t>isEmpty</a:t>
            </a:r>
            <a:r>
              <a:rPr lang="en-US" sz="2500" dirty="0" smtClean="0"/>
              <a:t>: </a:t>
            </a:r>
            <a:r>
              <a:rPr lang="en-US" sz="2500" dirty="0" err="1" smtClean="0"/>
              <a:t>kiểm</a:t>
            </a:r>
            <a:r>
              <a:rPr lang="en-US" sz="2500" dirty="0" smtClean="0"/>
              <a:t> </a:t>
            </a:r>
            <a:r>
              <a:rPr lang="en-US" sz="2500" dirty="0" err="1" smtClean="0"/>
              <a:t>tra</a:t>
            </a:r>
            <a:r>
              <a:rPr lang="en-US" sz="2500" dirty="0" smtClean="0"/>
              <a:t> </a:t>
            </a:r>
            <a:r>
              <a:rPr lang="en-US" sz="2500" dirty="0"/>
              <a:t>Queue</a:t>
            </a:r>
            <a:r>
              <a:rPr lang="en-US" sz="2500" dirty="0" smtClean="0"/>
              <a:t> </a:t>
            </a:r>
            <a:r>
              <a:rPr lang="en-US" sz="2500" dirty="0" err="1" smtClean="0"/>
              <a:t>rỗng</a:t>
            </a:r>
            <a:r>
              <a:rPr lang="en-US" sz="2500" dirty="0" smtClean="0"/>
              <a:t>?</a:t>
            </a:r>
          </a:p>
          <a:p>
            <a:pPr marL="463550" indent="-463550"/>
            <a:r>
              <a:rPr lang="en-US" sz="2500" dirty="0" err="1" smtClean="0">
                <a:solidFill>
                  <a:schemeClr val="tx1"/>
                </a:solidFill>
              </a:rPr>
              <a:t>isFull</a:t>
            </a:r>
            <a:r>
              <a:rPr lang="en-US" sz="2500" dirty="0" smtClean="0">
                <a:solidFill>
                  <a:schemeClr val="tx1"/>
                </a:solidFill>
              </a:rPr>
              <a:t>: </a:t>
            </a:r>
            <a:r>
              <a:rPr lang="en-US" sz="2500" dirty="0" err="1" smtClean="0">
                <a:solidFill>
                  <a:schemeClr val="tx1"/>
                </a:solidFill>
              </a:rPr>
              <a:t>kiểm</a:t>
            </a:r>
            <a:r>
              <a:rPr lang="en-US" sz="2500" dirty="0" smtClean="0">
                <a:solidFill>
                  <a:schemeClr val="tx1"/>
                </a:solidFill>
              </a:rPr>
              <a:t> </a:t>
            </a:r>
            <a:r>
              <a:rPr lang="en-US" sz="2500" dirty="0" err="1" smtClean="0">
                <a:solidFill>
                  <a:schemeClr val="tx1"/>
                </a:solidFill>
              </a:rPr>
              <a:t>tra</a:t>
            </a:r>
            <a:r>
              <a:rPr lang="en-US" sz="2500" dirty="0" smtClean="0">
                <a:solidFill>
                  <a:schemeClr val="tx1"/>
                </a:solidFill>
              </a:rPr>
              <a:t> </a:t>
            </a:r>
            <a:r>
              <a:rPr lang="en-US" sz="2500" dirty="0">
                <a:solidFill>
                  <a:schemeClr val="tx1"/>
                </a:solidFill>
              </a:rPr>
              <a:t>Queue</a:t>
            </a:r>
            <a:r>
              <a:rPr lang="en-US" sz="2500" dirty="0" smtClean="0">
                <a:solidFill>
                  <a:schemeClr val="tx1"/>
                </a:solidFill>
              </a:rPr>
              <a:t> </a:t>
            </a:r>
            <a:r>
              <a:rPr lang="en-US" sz="2500" dirty="0" err="1" smtClean="0">
                <a:solidFill>
                  <a:schemeClr val="tx1"/>
                </a:solidFill>
              </a:rPr>
              <a:t>đầy</a:t>
            </a:r>
            <a:r>
              <a:rPr lang="en-US" sz="2500" dirty="0" smtClean="0">
                <a:solidFill>
                  <a:schemeClr val="tx1"/>
                </a:solidFill>
              </a:rPr>
              <a:t>?</a:t>
            </a:r>
          </a:p>
          <a:p>
            <a:pPr marL="463550" indent="-463550"/>
            <a:endParaRPr lang="en-US" sz="2500" dirty="0" smtClean="0"/>
          </a:p>
          <a:p>
            <a:pPr marL="463550" indent="-463550"/>
            <a:r>
              <a:rPr lang="en-US" sz="2500" dirty="0" err="1" smtClean="0"/>
              <a:t>Enqueue</a:t>
            </a:r>
            <a:r>
              <a:rPr lang="en-US" sz="2500" dirty="0" smtClean="0"/>
              <a:t> </a:t>
            </a:r>
            <a:r>
              <a:rPr lang="en-US" sz="2500" dirty="0" smtClean="0">
                <a:sym typeface="Wingdings" panose="05000000000000000000" pitchFamily="2" charset="2"/>
              </a:rPr>
              <a:t> push</a:t>
            </a:r>
            <a:r>
              <a:rPr lang="en-US" sz="2500" dirty="0" smtClean="0"/>
              <a:t>: </a:t>
            </a:r>
            <a:r>
              <a:rPr lang="en-US" sz="2500" dirty="0" err="1" smtClean="0"/>
              <a:t>thêm</a:t>
            </a:r>
            <a:r>
              <a:rPr lang="en-US" sz="2500" dirty="0" smtClean="0"/>
              <a:t> 1 </a:t>
            </a:r>
            <a:r>
              <a:rPr lang="en-US" sz="2500" dirty="0" err="1" smtClean="0"/>
              <a:t>phần</a:t>
            </a:r>
            <a:r>
              <a:rPr lang="en-US" sz="2500" dirty="0" smtClean="0"/>
              <a:t> </a:t>
            </a:r>
            <a:r>
              <a:rPr lang="en-US" sz="2500" dirty="0" err="1" smtClean="0"/>
              <a:t>tử</a:t>
            </a:r>
            <a:r>
              <a:rPr lang="en-US" sz="2500" dirty="0" smtClean="0"/>
              <a:t> </a:t>
            </a:r>
            <a:r>
              <a:rPr lang="en-US" sz="2500" dirty="0" err="1" smtClean="0"/>
              <a:t>vào</a:t>
            </a:r>
            <a:r>
              <a:rPr lang="en-US" sz="2500" dirty="0" smtClean="0"/>
              <a:t> </a:t>
            </a:r>
            <a:r>
              <a:rPr lang="en-US" sz="2500" dirty="0"/>
              <a:t>Queue</a:t>
            </a:r>
            <a:r>
              <a:rPr lang="en-US" sz="2500" dirty="0" smtClean="0"/>
              <a:t>.</a:t>
            </a:r>
          </a:p>
          <a:p>
            <a:pPr marL="463550" indent="-463550"/>
            <a:r>
              <a:rPr lang="en-US" sz="2500" dirty="0" err="1" smtClean="0"/>
              <a:t>Dequeue</a:t>
            </a:r>
            <a:r>
              <a:rPr lang="en-US" sz="2500" dirty="0" smtClean="0"/>
              <a:t> </a:t>
            </a:r>
            <a:r>
              <a:rPr lang="en-US" sz="2500" dirty="0" smtClean="0">
                <a:sym typeface="Wingdings" panose="05000000000000000000" pitchFamily="2" charset="2"/>
              </a:rPr>
              <a:t> pop</a:t>
            </a:r>
            <a:r>
              <a:rPr lang="en-US" sz="2500" dirty="0" smtClean="0"/>
              <a:t>: </a:t>
            </a:r>
            <a:r>
              <a:rPr lang="en-US" sz="2500" dirty="0" err="1" smtClean="0"/>
              <a:t>lấy</a:t>
            </a:r>
            <a:r>
              <a:rPr lang="en-US" sz="2500" dirty="0" smtClean="0"/>
              <a:t> </a:t>
            </a:r>
            <a:r>
              <a:rPr lang="en-US" sz="2500" dirty="0" err="1" smtClean="0"/>
              <a:t>ra</a:t>
            </a:r>
            <a:r>
              <a:rPr lang="en-US" sz="2500" dirty="0" smtClean="0"/>
              <a:t> 1 </a:t>
            </a:r>
            <a:r>
              <a:rPr lang="en-US" sz="2500" dirty="0" err="1" smtClean="0"/>
              <a:t>phần</a:t>
            </a:r>
            <a:r>
              <a:rPr lang="en-US" sz="2500" dirty="0" smtClean="0"/>
              <a:t> </a:t>
            </a:r>
            <a:r>
              <a:rPr lang="en-US" sz="2500" dirty="0" err="1" smtClean="0"/>
              <a:t>tử</a:t>
            </a:r>
            <a:r>
              <a:rPr lang="en-US" sz="2500" dirty="0" smtClean="0"/>
              <a:t> </a:t>
            </a:r>
            <a:r>
              <a:rPr lang="en-US" sz="2500" dirty="0" err="1" smtClean="0"/>
              <a:t>khỏi</a:t>
            </a:r>
            <a:r>
              <a:rPr lang="en-US" sz="2500" dirty="0" smtClean="0"/>
              <a:t> </a:t>
            </a:r>
            <a:r>
              <a:rPr lang="en-US" sz="2500" dirty="0"/>
              <a:t>Queue</a:t>
            </a:r>
            <a:r>
              <a:rPr lang="en-US" sz="2500" dirty="0" smtClean="0"/>
              <a:t>.</a:t>
            </a:r>
          </a:p>
          <a:p>
            <a:pPr marL="463550" indent="-463550"/>
            <a:r>
              <a:rPr lang="en-US" sz="2500" dirty="0" err="1" smtClean="0"/>
              <a:t>getHead</a:t>
            </a:r>
            <a:r>
              <a:rPr lang="en-US" sz="2500" dirty="0" smtClean="0"/>
              <a:t>: </a:t>
            </a:r>
            <a:r>
              <a:rPr lang="en-US" sz="2500" dirty="0" err="1" smtClean="0"/>
              <a:t>truy</a:t>
            </a:r>
            <a:r>
              <a:rPr lang="en-US" sz="2500" dirty="0" smtClean="0"/>
              <a:t> </a:t>
            </a:r>
            <a:r>
              <a:rPr lang="en-US" sz="2500" dirty="0" err="1" smtClean="0"/>
              <a:t>xuất</a:t>
            </a:r>
            <a:r>
              <a:rPr lang="en-US" sz="2500" dirty="0" smtClean="0"/>
              <a:t> </a:t>
            </a:r>
            <a:r>
              <a:rPr lang="en-US" sz="2500" dirty="0" err="1" smtClean="0"/>
              <a:t>phần</a:t>
            </a:r>
            <a:r>
              <a:rPr lang="en-US" sz="2500" dirty="0" smtClean="0"/>
              <a:t> </a:t>
            </a:r>
            <a:r>
              <a:rPr lang="en-US" sz="2500" dirty="0" err="1" smtClean="0"/>
              <a:t>tử</a:t>
            </a:r>
            <a:r>
              <a:rPr lang="en-US" sz="2500" dirty="0" smtClean="0"/>
              <a:t> </a:t>
            </a:r>
            <a:r>
              <a:rPr lang="en-US" sz="2500" dirty="0" err="1" smtClean="0"/>
              <a:t>đầu</a:t>
            </a:r>
            <a:r>
              <a:rPr lang="en-US" sz="2500" dirty="0" smtClean="0"/>
              <a:t> Queue</a:t>
            </a:r>
          </a:p>
          <a:p>
            <a:pPr marL="463550" indent="-463550"/>
            <a:r>
              <a:rPr lang="en-US" sz="2500" dirty="0" err="1" smtClean="0"/>
              <a:t>getTail</a:t>
            </a:r>
            <a:r>
              <a:rPr lang="en-US" sz="2500" dirty="0" smtClean="0"/>
              <a:t>: </a:t>
            </a:r>
            <a:r>
              <a:rPr lang="en-US" sz="2500" dirty="0" err="1" smtClean="0"/>
              <a:t>truy</a:t>
            </a:r>
            <a:r>
              <a:rPr lang="en-US" sz="2500" dirty="0" smtClean="0"/>
              <a:t> </a:t>
            </a:r>
            <a:r>
              <a:rPr lang="en-US" sz="2500" dirty="0" err="1" smtClean="0"/>
              <a:t>xuất</a:t>
            </a:r>
            <a:r>
              <a:rPr lang="en-US" sz="2500" dirty="0" smtClean="0"/>
              <a:t> </a:t>
            </a:r>
            <a:r>
              <a:rPr lang="en-US" sz="2500" dirty="0" err="1" smtClean="0"/>
              <a:t>phần</a:t>
            </a:r>
            <a:r>
              <a:rPr lang="en-US" sz="2500" dirty="0" smtClean="0"/>
              <a:t> </a:t>
            </a:r>
            <a:r>
              <a:rPr lang="en-US" sz="2500" dirty="0" err="1" smtClean="0"/>
              <a:t>tử</a:t>
            </a:r>
            <a:r>
              <a:rPr lang="en-US" sz="2500" dirty="0" smtClean="0"/>
              <a:t> </a:t>
            </a:r>
            <a:r>
              <a:rPr lang="en-US" sz="2500" dirty="0" err="1" smtClean="0"/>
              <a:t>cuối</a:t>
            </a:r>
            <a:r>
              <a:rPr lang="en-US" sz="2500" dirty="0" smtClean="0"/>
              <a:t> Queue</a:t>
            </a:r>
          </a:p>
          <a:p>
            <a:endParaRPr lang="en-US" sz="2500" dirty="0"/>
          </a:p>
        </p:txBody>
      </p:sp>
      <p:grpSp>
        <p:nvGrpSpPr>
          <p:cNvPr id="3" name="Group 2"/>
          <p:cNvGrpSpPr/>
          <p:nvPr/>
        </p:nvGrpSpPr>
        <p:grpSpPr>
          <a:xfrm>
            <a:off x="7078555" y="1272114"/>
            <a:ext cx="5084570" cy="3925528"/>
            <a:chOff x="6565105" y="1941749"/>
            <a:chExt cx="5343525" cy="3819525"/>
          </a:xfrm>
        </p:grpSpPr>
        <p:pic>
          <p:nvPicPr>
            <p:cNvPr id="1026" name="Picture 2" descr="Stacks and Queues, data structur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5105" y="1941749"/>
              <a:ext cx="5343525" cy="3819525"/>
            </a:xfrm>
            <a:prstGeom prst="rect">
              <a:avLst/>
            </a:prstGeom>
            <a:noFill/>
            <a:extLst>
              <a:ext uri="{909E8E84-426E-40DD-AFC4-6F175D3DCCD1}">
                <a14:hiddenFill xmlns:a14="http://schemas.microsoft.com/office/drawing/2010/main">
                  <a:solidFill>
                    <a:srgbClr val="FFFFFF"/>
                  </a:solidFill>
                </a14:hiddenFill>
              </a:ext>
            </a:extLst>
          </p:spPr>
        </p:pic>
        <p:grpSp>
          <p:nvGrpSpPr>
            <p:cNvPr id="43" name="Group 42"/>
            <p:cNvGrpSpPr/>
            <p:nvPr/>
          </p:nvGrpSpPr>
          <p:grpSpPr>
            <a:xfrm>
              <a:off x="6838212" y="2135767"/>
              <a:ext cx="5070418" cy="3528896"/>
              <a:chOff x="7029280" y="3423370"/>
              <a:chExt cx="5070418" cy="3528896"/>
            </a:xfrm>
          </p:grpSpPr>
          <p:sp>
            <p:nvSpPr>
              <p:cNvPr id="47" name="TextBox 46"/>
              <p:cNvSpPr txBox="1"/>
              <p:nvPr/>
            </p:nvSpPr>
            <p:spPr>
              <a:xfrm>
                <a:off x="11218459" y="6582934"/>
                <a:ext cx="881239" cy="369332"/>
              </a:xfrm>
              <a:prstGeom prst="rect">
                <a:avLst/>
              </a:prstGeom>
              <a:solidFill>
                <a:schemeClr val="bg1"/>
              </a:solidFill>
            </p:spPr>
            <p:txBody>
              <a:bodyPr wrap="square" rtlCol="0">
                <a:spAutoFit/>
              </a:bodyPr>
              <a:lstStyle/>
              <a:p>
                <a:r>
                  <a:rPr lang="en-US" dirty="0" smtClean="0"/>
                  <a:t>tail</a:t>
                </a:r>
                <a:endParaRPr lang="en-US" dirty="0"/>
              </a:p>
            </p:txBody>
          </p:sp>
          <p:sp>
            <p:nvSpPr>
              <p:cNvPr id="48" name="TextBox 47"/>
              <p:cNvSpPr txBox="1"/>
              <p:nvPr/>
            </p:nvSpPr>
            <p:spPr>
              <a:xfrm>
                <a:off x="7029280" y="3423370"/>
                <a:ext cx="787854" cy="369332"/>
              </a:xfrm>
              <a:prstGeom prst="rect">
                <a:avLst/>
              </a:prstGeom>
              <a:solidFill>
                <a:schemeClr val="bg1"/>
              </a:solidFill>
            </p:spPr>
            <p:txBody>
              <a:bodyPr wrap="square" rtlCol="0">
                <a:spAutoFit/>
              </a:bodyPr>
              <a:lstStyle/>
              <a:p>
                <a:r>
                  <a:rPr lang="en-US" dirty="0" smtClean="0"/>
                  <a:t>head</a:t>
                </a:r>
                <a:endParaRPr lang="en-US" dirty="0"/>
              </a:p>
            </p:txBody>
          </p:sp>
        </p:grpSp>
      </p:grpSp>
    </p:spTree>
    <p:extLst>
      <p:ext uri="{BB962C8B-B14F-4D97-AF65-F5344CB8AC3E}">
        <p14:creationId xmlns:p14="http://schemas.microsoft.com/office/powerpoint/2010/main" val="286002453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24627E5-2E3F-4AE1-995E-77E2B7EB78DF}" type="slidenum">
              <a:rPr lang="en-US" smtClean="0"/>
              <a:t>31</a:t>
            </a:fld>
            <a:endParaRPr lang="en-US"/>
          </a:p>
        </p:txBody>
      </p:sp>
      <p:sp>
        <p:nvSpPr>
          <p:cNvPr id="8" name="Rectangle 3"/>
          <p:cNvSpPr>
            <a:spLocks noChangeArrowheads="1"/>
          </p:cNvSpPr>
          <p:nvPr/>
        </p:nvSpPr>
        <p:spPr bwMode="auto">
          <a:xfrm>
            <a:off x="5841240" y="269269"/>
            <a:ext cx="6031001" cy="3416320"/>
          </a:xfrm>
          <a:prstGeom prst="rect">
            <a:avLst/>
          </a:prstGeom>
          <a:solidFill>
            <a:schemeClr val="accent5">
              <a:lumMod val="20000"/>
              <a:lumOff val="80000"/>
            </a:schemeClr>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215900" algn="l"/>
              </a:tabLst>
            </a:pPr>
            <a:r>
              <a:rPr kumimoji="0" lang="en-US" b="1" i="0" u="none" strike="noStrike" cap="none" normalizeH="0" baseline="0" dirty="0" err="1">
                <a:ln>
                  <a:noFill/>
                </a:ln>
                <a:solidFill>
                  <a:schemeClr val="tx1"/>
                </a:solidFill>
                <a:effectLst/>
                <a:latin typeface="Arial Unicode MS" pitchFamily="34" charset="-128"/>
                <a:ea typeface="Arial Unicode MS" pitchFamily="34" charset="-128"/>
                <a:cs typeface="Arial Unicode MS" pitchFamily="34" charset="-128"/>
              </a:rPr>
              <a:t>Lấy</a:t>
            </a:r>
            <a:r>
              <a:rPr kumimoji="0" lang="en-US" b="1" i="0" u="none" strike="noStrike" cap="none" normalizeH="0" baseline="0" dirty="0">
                <a:ln>
                  <a:noFill/>
                </a:ln>
                <a:solidFill>
                  <a:schemeClr val="tx1"/>
                </a:solidFill>
                <a:effectLst/>
                <a:latin typeface="Arial Unicode MS" pitchFamily="34" charset="-128"/>
                <a:ea typeface="Arial Unicode MS" pitchFamily="34" charset="-128"/>
                <a:cs typeface="Arial Unicode MS" pitchFamily="34" charset="-128"/>
              </a:rPr>
              <a:t> 1 </a:t>
            </a:r>
            <a:r>
              <a:rPr kumimoji="0" lang="en-US" b="1" i="0" u="none" strike="noStrike" cap="none" normalizeH="0" baseline="0" dirty="0" err="1">
                <a:ln>
                  <a:noFill/>
                </a:ln>
                <a:solidFill>
                  <a:schemeClr val="tx1"/>
                </a:solidFill>
                <a:effectLst/>
                <a:latin typeface="Arial Unicode MS" pitchFamily="34" charset="-128"/>
                <a:ea typeface="Arial Unicode MS" pitchFamily="34" charset="-128"/>
                <a:cs typeface="Arial Unicode MS" pitchFamily="34" charset="-128"/>
              </a:rPr>
              <a:t>phần</a:t>
            </a:r>
            <a:r>
              <a:rPr kumimoji="0" lang="en-US" b="1" i="0" u="none" strike="noStrike" cap="none" normalizeH="0" baseline="0" dirty="0">
                <a:ln>
                  <a:noFill/>
                </a:ln>
                <a:solidFill>
                  <a:schemeClr val="tx1"/>
                </a:solidFill>
                <a:effectLst/>
                <a:latin typeface="Arial Unicode MS" pitchFamily="34" charset="-128"/>
                <a:ea typeface="Arial Unicode MS" pitchFamily="34" charset="-128"/>
                <a:cs typeface="Arial Unicode MS" pitchFamily="34" charset="-128"/>
              </a:rPr>
              <a:t> </a:t>
            </a:r>
            <a:r>
              <a:rPr kumimoji="0" lang="en-US" b="1" i="0" u="none" strike="noStrike" cap="none" normalizeH="0" baseline="0" dirty="0" err="1">
                <a:ln>
                  <a:noFill/>
                </a:ln>
                <a:solidFill>
                  <a:schemeClr val="tx1"/>
                </a:solidFill>
                <a:effectLst/>
                <a:latin typeface="Arial Unicode MS" pitchFamily="34" charset="-128"/>
                <a:ea typeface="Arial Unicode MS" pitchFamily="34" charset="-128"/>
                <a:cs typeface="Arial Unicode MS" pitchFamily="34" charset="-128"/>
              </a:rPr>
              <a:t>tử</a:t>
            </a:r>
            <a:r>
              <a:rPr kumimoji="0" lang="en-US" b="1" i="0" u="none" strike="noStrike" cap="none" normalizeH="0" baseline="0" dirty="0">
                <a:ln>
                  <a:noFill/>
                </a:ln>
                <a:solidFill>
                  <a:schemeClr val="tx1"/>
                </a:solidFill>
                <a:effectLst/>
                <a:latin typeface="Arial Unicode MS" pitchFamily="34" charset="-128"/>
                <a:ea typeface="Arial Unicode MS" pitchFamily="34" charset="-128"/>
                <a:cs typeface="Arial Unicode MS" pitchFamily="34" charset="-128"/>
              </a:rPr>
              <a:t> </a:t>
            </a:r>
            <a:r>
              <a:rPr kumimoji="0" lang="en-US" b="1" i="0" u="none" strike="noStrike" cap="none" normalizeH="0" baseline="0" dirty="0" err="1">
                <a:ln>
                  <a:noFill/>
                </a:ln>
                <a:solidFill>
                  <a:schemeClr val="tx1"/>
                </a:solidFill>
                <a:effectLst/>
                <a:latin typeface="Arial Unicode MS" pitchFamily="34" charset="-128"/>
                <a:ea typeface="Arial Unicode MS" pitchFamily="34" charset="-128"/>
                <a:cs typeface="Arial Unicode MS" pitchFamily="34" charset="-128"/>
              </a:rPr>
              <a:t>ra</a:t>
            </a:r>
            <a:r>
              <a:rPr kumimoji="0" lang="en-US" b="1" i="0" u="none" strike="noStrike" cap="none" normalizeH="0" baseline="0" dirty="0">
                <a:ln>
                  <a:noFill/>
                </a:ln>
                <a:solidFill>
                  <a:schemeClr val="tx1"/>
                </a:solidFill>
                <a:effectLst/>
                <a:latin typeface="Arial Unicode MS" pitchFamily="34" charset="-128"/>
                <a:ea typeface="Arial Unicode MS" pitchFamily="34" charset="-128"/>
                <a:cs typeface="Arial Unicode MS" pitchFamily="34" charset="-128"/>
              </a:rPr>
              <a:t> </a:t>
            </a:r>
            <a:r>
              <a:rPr kumimoji="0" lang="en-US" b="1" i="0" u="none" strike="noStrike" cap="none" normalizeH="0" baseline="0" dirty="0" err="1">
                <a:ln>
                  <a:noFill/>
                </a:ln>
                <a:solidFill>
                  <a:schemeClr val="tx1"/>
                </a:solidFill>
                <a:effectLst/>
                <a:latin typeface="Arial Unicode MS" pitchFamily="34" charset="-128"/>
                <a:ea typeface="Arial Unicode MS" pitchFamily="34" charset="-128"/>
                <a:cs typeface="Arial Unicode MS" pitchFamily="34" charset="-128"/>
              </a:rPr>
              <a:t>khỏi</a:t>
            </a:r>
            <a:r>
              <a:rPr kumimoji="0" lang="en-US" b="1" i="0" u="none" strike="noStrike" cap="none" normalizeH="0" baseline="0" dirty="0">
                <a:ln>
                  <a:noFill/>
                </a:ln>
                <a:solidFill>
                  <a:schemeClr val="tx1"/>
                </a:solidFill>
                <a:effectLst/>
                <a:latin typeface="Arial Unicode MS" pitchFamily="34" charset="-128"/>
                <a:ea typeface="Arial Unicode MS" pitchFamily="34" charset="-128"/>
                <a:cs typeface="Arial Unicode MS" pitchFamily="34" charset="-128"/>
              </a:rPr>
              <a:t> </a:t>
            </a:r>
            <a:r>
              <a:rPr kumimoji="0" lang="en-US" b="1" i="0" u="none" strike="noStrike" cap="none" normalizeH="0" baseline="0" dirty="0" smtClean="0">
                <a:ln>
                  <a:noFill/>
                </a:ln>
                <a:solidFill>
                  <a:schemeClr val="tx1"/>
                </a:solidFill>
                <a:effectLst/>
                <a:latin typeface="Arial Unicode MS" pitchFamily="34" charset="-128"/>
                <a:ea typeface="Arial Unicode MS" pitchFamily="34" charset="-128"/>
                <a:cs typeface="Arial Unicode MS" pitchFamily="34" charset="-128"/>
              </a:rPr>
              <a:t>Queue:</a:t>
            </a:r>
            <a:r>
              <a:rPr kumimoji="0" lang="en-US" b="1" i="0" u="none" strike="noStrike" cap="none" normalizeH="0" dirty="0" smtClean="0">
                <a:ln>
                  <a:noFill/>
                </a:ln>
                <a:solidFill>
                  <a:schemeClr val="tx1"/>
                </a:solidFill>
                <a:effectLst/>
                <a:latin typeface="Arial Unicode MS" pitchFamily="34" charset="-128"/>
                <a:ea typeface="Arial Unicode MS" pitchFamily="34" charset="-128"/>
                <a:cs typeface="Arial Unicode MS" pitchFamily="34" charset="-128"/>
              </a:rPr>
              <a:t> pop (</a:t>
            </a:r>
            <a:r>
              <a:rPr kumimoji="0" lang="en-US" b="1" i="0" u="none" strike="noStrike" cap="none" normalizeH="0" dirty="0" err="1" smtClean="0">
                <a:ln>
                  <a:noFill/>
                </a:ln>
                <a:solidFill>
                  <a:schemeClr val="tx1"/>
                </a:solidFill>
                <a:effectLst/>
                <a:latin typeface="Arial Unicode MS" pitchFamily="34" charset="-128"/>
                <a:ea typeface="Arial Unicode MS" pitchFamily="34" charset="-128"/>
                <a:cs typeface="Arial Unicode MS" pitchFamily="34" charset="-128"/>
              </a:rPr>
              <a:t>lấy</a:t>
            </a:r>
            <a:r>
              <a:rPr kumimoji="0" lang="en-US" b="1" i="0" u="none" strike="noStrike" cap="none" normalizeH="0" dirty="0" smtClean="0">
                <a:ln>
                  <a:noFill/>
                </a:ln>
                <a:solidFill>
                  <a:schemeClr val="tx1"/>
                </a:solidFill>
                <a:effectLst/>
                <a:latin typeface="Arial Unicode MS" pitchFamily="34" charset="-128"/>
                <a:ea typeface="Arial Unicode MS" pitchFamily="34" charset="-128"/>
                <a:cs typeface="Arial Unicode MS" pitchFamily="34" charset="-128"/>
              </a:rPr>
              <a:t> </a:t>
            </a:r>
            <a:r>
              <a:rPr kumimoji="0" lang="en-US" b="1" i="0" u="none" strike="noStrike" cap="none" normalizeH="0" dirty="0" err="1" smtClean="0">
                <a:ln>
                  <a:noFill/>
                </a:ln>
                <a:solidFill>
                  <a:schemeClr val="tx1"/>
                </a:solidFill>
                <a:effectLst/>
                <a:latin typeface="Arial Unicode MS" pitchFamily="34" charset="-128"/>
                <a:ea typeface="Arial Unicode MS" pitchFamily="34" charset="-128"/>
                <a:cs typeface="Arial Unicode MS" pitchFamily="34" charset="-128"/>
              </a:rPr>
              <a:t>phần</a:t>
            </a:r>
            <a:r>
              <a:rPr kumimoji="0" lang="en-US" b="1" i="0" u="none" strike="noStrike" cap="none" normalizeH="0" dirty="0" smtClean="0">
                <a:ln>
                  <a:noFill/>
                </a:ln>
                <a:solidFill>
                  <a:schemeClr val="tx1"/>
                </a:solidFill>
                <a:effectLst/>
                <a:latin typeface="Arial Unicode MS" pitchFamily="34" charset="-128"/>
                <a:ea typeface="Arial Unicode MS" pitchFamily="34" charset="-128"/>
                <a:cs typeface="Arial Unicode MS" pitchFamily="34" charset="-128"/>
              </a:rPr>
              <a:t> </a:t>
            </a:r>
            <a:r>
              <a:rPr kumimoji="0" lang="en-US" b="1" i="0" u="none" strike="noStrike" cap="none" normalizeH="0" dirty="0" err="1" smtClean="0">
                <a:ln>
                  <a:noFill/>
                </a:ln>
                <a:solidFill>
                  <a:schemeClr val="tx1"/>
                </a:solidFill>
                <a:effectLst/>
                <a:latin typeface="Arial Unicode MS" pitchFamily="34" charset="-128"/>
                <a:ea typeface="Arial Unicode MS" pitchFamily="34" charset="-128"/>
                <a:cs typeface="Arial Unicode MS" pitchFamily="34" charset="-128"/>
              </a:rPr>
              <a:t>tử</a:t>
            </a:r>
            <a:r>
              <a:rPr kumimoji="0" lang="en-US" b="1" i="0" u="none" strike="noStrike" cap="none" normalizeH="0" dirty="0" smtClean="0">
                <a:ln>
                  <a:noFill/>
                </a:ln>
                <a:solidFill>
                  <a:schemeClr val="tx1"/>
                </a:solidFill>
                <a:effectLst/>
                <a:latin typeface="Arial Unicode MS" pitchFamily="34" charset="-128"/>
                <a:ea typeface="Arial Unicode MS" pitchFamily="34" charset="-128"/>
                <a:cs typeface="Arial Unicode MS" pitchFamily="34" charset="-128"/>
              </a:rPr>
              <a:t> ở </a:t>
            </a:r>
            <a:r>
              <a:rPr kumimoji="0" lang="en-US" b="1" i="0" u="none" strike="noStrike" cap="none" normalizeH="0" dirty="0" err="1" smtClean="0">
                <a:ln>
                  <a:noFill/>
                </a:ln>
                <a:solidFill>
                  <a:schemeClr val="tx1"/>
                </a:solidFill>
                <a:effectLst/>
                <a:latin typeface="Arial Unicode MS" pitchFamily="34" charset="-128"/>
                <a:ea typeface="Arial Unicode MS" pitchFamily="34" charset="-128"/>
                <a:cs typeface="Arial Unicode MS" pitchFamily="34" charset="-128"/>
              </a:rPr>
              <a:t>đầu</a:t>
            </a:r>
            <a:r>
              <a:rPr kumimoji="0" lang="en-US" b="1" i="0" u="none" strike="noStrike" cap="none" normalizeH="0" dirty="0" smtClean="0">
                <a:ln>
                  <a:noFill/>
                </a:ln>
                <a:solidFill>
                  <a:schemeClr val="tx1"/>
                </a:solidFill>
                <a:effectLst/>
                <a:latin typeface="Arial Unicode MS" pitchFamily="34" charset="-128"/>
                <a:ea typeface="Arial Unicode MS" pitchFamily="34" charset="-128"/>
                <a:cs typeface="Arial Unicode MS" pitchFamily="34" charset="-128"/>
              </a:rPr>
              <a:t>)</a:t>
            </a:r>
            <a:endParaRPr kumimoji="0" lang="en-US" b="1"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QNode</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 </a:t>
            </a: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rPr>
              <a:t>*</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popQ</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(Queue &amp;</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qu</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a:t>
            </a:r>
            <a:endParaRPr kumimoji="0" lang="en-US" b="1"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rPr>
              <a:t>{</a:t>
            </a:r>
            <a:endParaRPr kumimoji="0" lang="en-US" b="1"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rPr>
              <a:t>	</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QNode</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 </a:t>
            </a: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rPr>
              <a:t>*p=NULL;</a:t>
            </a:r>
            <a:endParaRPr kumimoji="0" lang="en-US" b="1"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rPr>
              <a:t>	</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if(</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qu.head</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!=NULL)</a:t>
            </a: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lang="en-US" b="1" dirty="0">
                <a:latin typeface="Courier New" pitchFamily="49" charset="0"/>
                <a:ea typeface="Arial Unicode MS" pitchFamily="34" charset="-128"/>
                <a:cs typeface="Courier New" pitchFamily="49" charset="0"/>
              </a:rPr>
              <a:t> </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a:t>
            </a:r>
            <a:endParaRPr kumimoji="0" lang="en-US" b="1"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rPr>
              <a:t>	</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	p=</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qu.head</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a:t>
            </a:r>
            <a:endParaRPr kumimoji="0" lang="en-US" b="1" i="0" u="none" strike="noStrike" cap="none" normalizeH="0" baseline="0" dirty="0">
              <a:ln>
                <a:noFill/>
              </a:ln>
              <a:solidFill>
                <a:schemeClr val="tx1"/>
              </a:solidFill>
              <a:effectLst/>
              <a:latin typeface="Arial" pitchFamily="34" charset="0"/>
              <a:cs typeface="Arial" pitchFamily="34" charset="0"/>
            </a:endParaRPr>
          </a:p>
          <a:p>
            <a:pPr lvl="0" defTabSz="914400" eaLnBrk="0" fontAlgn="base" hangingPunct="0">
              <a:spcBef>
                <a:spcPct val="0"/>
              </a:spcBef>
              <a:spcAft>
                <a:spcPct val="0"/>
              </a:spcAft>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rPr>
              <a:t>	</a:t>
            </a:r>
            <a:r>
              <a:rPr lang="en-US" b="1" dirty="0">
                <a:latin typeface="Courier New" pitchFamily="49" charset="0"/>
                <a:ea typeface="Arial Unicode MS" pitchFamily="34" charset="-128"/>
                <a:cs typeface="Courier New" pitchFamily="49" charset="0"/>
              </a:rPr>
              <a:t>	</a:t>
            </a:r>
            <a:r>
              <a:rPr lang="en-US" b="1" dirty="0" err="1" smtClean="0">
                <a:latin typeface="Courier New" pitchFamily="49" charset="0"/>
                <a:ea typeface="Arial Unicode MS" pitchFamily="34" charset="-128"/>
                <a:cs typeface="Courier New" pitchFamily="49" charset="0"/>
              </a:rPr>
              <a:t>qu.head</a:t>
            </a:r>
            <a:r>
              <a:rPr lang="en-US" b="1" dirty="0" smtClean="0">
                <a:latin typeface="Courier New" pitchFamily="49" charset="0"/>
                <a:ea typeface="Arial Unicode MS" pitchFamily="34" charset="-128"/>
                <a:cs typeface="Courier New" pitchFamily="49" charset="0"/>
              </a:rPr>
              <a:t>=</a:t>
            </a:r>
            <a:r>
              <a:rPr lang="en-US" b="1" dirty="0" err="1" smtClean="0">
                <a:latin typeface="Courier New" pitchFamily="49" charset="0"/>
                <a:ea typeface="Arial Unicode MS" pitchFamily="34" charset="-128"/>
                <a:cs typeface="Courier New" pitchFamily="49" charset="0"/>
              </a:rPr>
              <a:t>qu.head</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sym typeface="Wingdings" pitchFamily="2" charset="2"/>
              </a:rPr>
              <a:t></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next</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a:t>
            </a:r>
            <a:endParaRPr kumimoji="0" lang="en-US" b="1" i="0" u="none" strike="noStrike" cap="none" normalizeH="0" baseline="0" dirty="0">
              <a:ln>
                <a:noFill/>
              </a:ln>
              <a:solidFill>
                <a:schemeClr val="tx1"/>
              </a:solidFill>
              <a:effectLst/>
              <a:latin typeface="Arial" pitchFamily="34" charset="0"/>
              <a:cs typeface="Arial" pitchFamily="34" charset="0"/>
              <a:sym typeface="Wingdings" pitchFamily="2" charset="2"/>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sym typeface="Wingdings" pitchFamily="2" charset="2"/>
              </a:rPr>
              <a:t>		</a:t>
            </a:r>
            <a:r>
              <a:rPr kumimoji="0" lang="en-US" b="1" i="0" u="none" strike="noStrike" cap="none" normalizeH="0" baseline="0" dirty="0" err="1">
                <a:ln>
                  <a:noFill/>
                </a:ln>
                <a:solidFill>
                  <a:schemeClr val="tx1"/>
                </a:solidFill>
                <a:effectLst/>
                <a:latin typeface="Courier New" pitchFamily="49" charset="0"/>
                <a:ea typeface="Arial Unicode MS" pitchFamily="34" charset="-128"/>
                <a:cs typeface="Courier New" pitchFamily="49" charset="0"/>
                <a:sym typeface="Wingdings" pitchFamily="2" charset="2"/>
              </a:rPr>
              <a:t>p</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sym typeface="Wingdings" pitchFamily="2" charset="2"/>
              </a:rPr>
              <a:t></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next</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=NULL</a:t>
            </a: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rPr>
              <a:t>;</a:t>
            </a:r>
            <a:endParaRPr kumimoji="0" lang="en-US" b="1" i="0" u="none" strike="noStrike" cap="none" normalizeH="0" baseline="0" dirty="0">
              <a:ln>
                <a:noFill/>
              </a:ln>
              <a:solidFill>
                <a:schemeClr val="tx1"/>
              </a:solidFill>
              <a:effectLst/>
              <a:latin typeface="Arial" pitchFamily="34" charset="0"/>
              <a:cs typeface="Arial" pitchFamily="34" charset="0"/>
              <a:sym typeface="Wingdings" pitchFamily="2" charset="2"/>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sym typeface="Wingdings" pitchFamily="2" charset="2"/>
              </a:rPr>
              <a:t> }</a:t>
            </a:r>
            <a:endParaRPr kumimoji="0" lang="en-US" b="1" i="0" u="none" strike="noStrike" cap="none" normalizeH="0" baseline="0" dirty="0">
              <a:ln>
                <a:noFill/>
              </a:ln>
              <a:solidFill>
                <a:schemeClr val="tx1"/>
              </a:solidFill>
              <a:effectLst/>
              <a:latin typeface="Arial" pitchFamily="34" charset="0"/>
              <a:cs typeface="Arial" pitchFamily="34" charset="0"/>
              <a:sym typeface="Wingdings" pitchFamily="2" charset="2"/>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sym typeface="Wingdings" pitchFamily="2" charset="2"/>
              </a:rPr>
              <a:t>	return p;</a:t>
            </a:r>
            <a:endParaRPr kumimoji="0" lang="en-US" b="1" i="0" u="none" strike="noStrike" cap="none" normalizeH="0" baseline="0" dirty="0">
              <a:ln>
                <a:noFill/>
              </a:ln>
              <a:solidFill>
                <a:schemeClr val="tx1"/>
              </a:solidFill>
              <a:effectLst/>
              <a:latin typeface="Arial" pitchFamily="34" charset="0"/>
              <a:cs typeface="Arial" pitchFamily="34" charset="0"/>
              <a:sym typeface="Wingdings" pitchFamily="2" charset="2"/>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sym typeface="Wingdings" pitchFamily="2" charset="2"/>
              </a:rPr>
              <a:t>}</a:t>
            </a:r>
          </a:p>
        </p:txBody>
      </p:sp>
      <p:sp>
        <p:nvSpPr>
          <p:cNvPr id="9" name="Rectangle 1"/>
          <p:cNvSpPr>
            <a:spLocks noChangeArrowheads="1"/>
          </p:cNvSpPr>
          <p:nvPr/>
        </p:nvSpPr>
        <p:spPr bwMode="auto">
          <a:xfrm>
            <a:off x="161572" y="3446881"/>
            <a:ext cx="5535303" cy="2585323"/>
          </a:xfrm>
          <a:prstGeom prst="rect">
            <a:avLst/>
          </a:prstGeom>
          <a:solidFill>
            <a:schemeClr val="accent1">
              <a:lumMod val="20000"/>
              <a:lumOff val="80000"/>
            </a:schemeClr>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215900" algn="l"/>
              </a:tabLst>
            </a:pPr>
            <a:r>
              <a:rPr kumimoji="0" lang="en-US" b="1" i="0" u="none" strike="noStrike" cap="none" normalizeH="0" baseline="0" dirty="0" err="1" smtClean="0">
                <a:ln>
                  <a:noFill/>
                </a:ln>
                <a:solidFill>
                  <a:schemeClr val="tx1"/>
                </a:solidFill>
                <a:effectLst/>
                <a:latin typeface="Arial Unicode MS" pitchFamily="34" charset="-128"/>
                <a:ea typeface="Arial Unicode MS" pitchFamily="34" charset="-128"/>
                <a:cs typeface="Arial Unicode MS" pitchFamily="34" charset="-128"/>
              </a:rPr>
              <a:t>Khai</a:t>
            </a:r>
            <a:r>
              <a:rPr kumimoji="0" lang="en-US" b="1" i="0" u="none" strike="noStrike" cap="none" normalizeH="0" baseline="0" dirty="0" smtClean="0">
                <a:ln>
                  <a:noFill/>
                </a:ln>
                <a:solidFill>
                  <a:schemeClr val="tx1"/>
                </a:solidFill>
                <a:effectLst/>
                <a:latin typeface="Arial Unicode MS" pitchFamily="34" charset="-128"/>
                <a:ea typeface="Arial Unicode MS" pitchFamily="34" charset="-128"/>
                <a:cs typeface="Arial Unicode MS" pitchFamily="34" charset="-128"/>
              </a:rPr>
              <a:t> </a:t>
            </a:r>
            <a:r>
              <a:rPr kumimoji="0" lang="en-US" b="1" i="0" u="none" strike="noStrike" cap="none" normalizeH="0" baseline="0" dirty="0" err="1" smtClean="0">
                <a:ln>
                  <a:noFill/>
                </a:ln>
                <a:solidFill>
                  <a:schemeClr val="tx1"/>
                </a:solidFill>
                <a:effectLst/>
                <a:latin typeface="Arial Unicode MS" pitchFamily="34" charset="-128"/>
                <a:ea typeface="Arial Unicode MS" pitchFamily="34" charset="-128"/>
                <a:cs typeface="Arial Unicode MS" pitchFamily="34" charset="-128"/>
              </a:rPr>
              <a:t>báo</a:t>
            </a:r>
            <a:r>
              <a:rPr kumimoji="0" lang="en-US" b="1" i="0" u="none" strike="noStrike" cap="none" normalizeH="0" dirty="0" smtClean="0">
                <a:ln>
                  <a:noFill/>
                </a:ln>
                <a:solidFill>
                  <a:schemeClr val="tx1"/>
                </a:solidFill>
                <a:effectLst/>
                <a:latin typeface="Arial Unicode MS" pitchFamily="34" charset="-128"/>
                <a:ea typeface="Arial Unicode MS" pitchFamily="34" charset="-128"/>
                <a:cs typeface="Arial Unicode MS" pitchFamily="34" charset="-128"/>
              </a:rPr>
              <a:t> Queue</a:t>
            </a:r>
            <a:endParaRPr kumimoji="0" lang="en-US" b="1"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struct</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 </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QNode</a:t>
            </a:r>
            <a:endPar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lang="en-US" b="1" dirty="0" smtClean="0">
                <a:latin typeface="Courier New" pitchFamily="49" charset="0"/>
                <a:ea typeface="Arial Unicode MS" pitchFamily="34" charset="-128"/>
                <a:cs typeface="Courier New" pitchFamily="49" charset="0"/>
              </a:rPr>
              <a:t>{ &lt;Data&gt; info; </a:t>
            </a:r>
            <a:r>
              <a:rPr lang="en-US" sz="1600" b="1" i="1" dirty="0" smtClean="0">
                <a:solidFill>
                  <a:schemeClr val="accent4">
                    <a:lumMod val="75000"/>
                  </a:schemeClr>
                </a:solidFill>
                <a:latin typeface="Courier New" pitchFamily="49" charset="0"/>
                <a:ea typeface="Arial Unicode MS" pitchFamily="34" charset="-128"/>
                <a:cs typeface="Courier New" pitchFamily="49" charset="0"/>
              </a:rPr>
              <a:t>//</a:t>
            </a:r>
            <a:r>
              <a:rPr lang="en-US" sz="1600" b="1" i="1" dirty="0" err="1" smtClean="0">
                <a:solidFill>
                  <a:schemeClr val="accent4">
                    <a:lumMod val="75000"/>
                  </a:schemeClr>
                </a:solidFill>
                <a:latin typeface="Courier New" pitchFamily="49" charset="0"/>
                <a:ea typeface="Arial Unicode MS" pitchFamily="34" charset="-128"/>
                <a:cs typeface="Courier New" pitchFamily="49" charset="0"/>
              </a:rPr>
              <a:t>giả</a:t>
            </a:r>
            <a:r>
              <a:rPr lang="en-US" sz="1600" b="1" i="1" dirty="0" smtClean="0">
                <a:solidFill>
                  <a:schemeClr val="accent4">
                    <a:lumMod val="75000"/>
                  </a:schemeClr>
                </a:solidFill>
                <a:latin typeface="Courier New" pitchFamily="49" charset="0"/>
                <a:ea typeface="Arial Unicode MS" pitchFamily="34" charset="-128"/>
                <a:cs typeface="Courier New" pitchFamily="49" charset="0"/>
              </a:rPr>
              <a:t> </a:t>
            </a:r>
            <a:r>
              <a:rPr lang="en-US" sz="1600" b="1" i="1" dirty="0" err="1" smtClean="0">
                <a:solidFill>
                  <a:schemeClr val="accent4">
                    <a:lumMod val="75000"/>
                  </a:schemeClr>
                </a:solidFill>
                <a:latin typeface="Courier New" pitchFamily="49" charset="0"/>
                <a:ea typeface="Arial Unicode MS" pitchFamily="34" charset="-128"/>
                <a:cs typeface="Courier New" pitchFamily="49" charset="0"/>
              </a:rPr>
              <a:t>sử</a:t>
            </a:r>
            <a:r>
              <a:rPr lang="en-US" sz="1600" b="1" i="1" dirty="0" smtClean="0">
                <a:solidFill>
                  <a:schemeClr val="accent4">
                    <a:lumMod val="75000"/>
                  </a:schemeClr>
                </a:solidFill>
                <a:latin typeface="Courier New" pitchFamily="49" charset="0"/>
                <a:ea typeface="Arial Unicode MS" pitchFamily="34" charset="-128"/>
                <a:cs typeface="Courier New" pitchFamily="49" charset="0"/>
              </a:rPr>
              <a:t> Queue </a:t>
            </a:r>
            <a:r>
              <a:rPr lang="en-US" sz="1600" b="1" i="1" dirty="0" err="1" smtClean="0">
                <a:solidFill>
                  <a:schemeClr val="accent4">
                    <a:lumMod val="75000"/>
                  </a:schemeClr>
                </a:solidFill>
                <a:latin typeface="Courier New" pitchFamily="49" charset="0"/>
                <a:ea typeface="Arial Unicode MS" pitchFamily="34" charset="-128"/>
                <a:cs typeface="Courier New" pitchFamily="49" charset="0"/>
              </a:rPr>
              <a:t>chứa</a:t>
            </a:r>
            <a:r>
              <a:rPr lang="en-US" sz="1600" b="1" i="1" dirty="0" smtClean="0">
                <a:solidFill>
                  <a:schemeClr val="accent4">
                    <a:lumMod val="75000"/>
                  </a:schemeClr>
                </a:solidFill>
                <a:latin typeface="Courier New" pitchFamily="49" charset="0"/>
                <a:ea typeface="Arial Unicode MS" pitchFamily="34" charset="-128"/>
                <a:cs typeface="Courier New" pitchFamily="49" charset="0"/>
              </a:rPr>
              <a:t> </a:t>
            </a:r>
            <a:r>
              <a:rPr lang="en-US" sz="1600" b="1" i="1" dirty="0" err="1" smtClean="0">
                <a:solidFill>
                  <a:schemeClr val="accent4">
                    <a:lumMod val="75000"/>
                  </a:schemeClr>
                </a:solidFill>
                <a:latin typeface="Courier New" pitchFamily="49" charset="0"/>
                <a:ea typeface="Arial Unicode MS" pitchFamily="34" charset="-128"/>
                <a:cs typeface="Courier New" pitchFamily="49" charset="0"/>
              </a:rPr>
              <a:t>số</a:t>
            </a:r>
            <a:r>
              <a:rPr lang="en-US" sz="1600" b="1" i="1" dirty="0" smtClean="0">
                <a:solidFill>
                  <a:schemeClr val="accent4">
                    <a:lumMod val="75000"/>
                  </a:schemeClr>
                </a:solidFill>
                <a:latin typeface="Courier New" pitchFamily="49" charset="0"/>
                <a:ea typeface="Arial Unicode MS" pitchFamily="34" charset="-128"/>
                <a:cs typeface="Courier New" pitchFamily="49" charset="0"/>
              </a:rPr>
              <a:t> </a:t>
            </a:r>
            <a:r>
              <a:rPr lang="en-US" sz="1600" b="1" i="1" dirty="0" err="1" smtClean="0">
                <a:solidFill>
                  <a:schemeClr val="accent4">
                    <a:lumMod val="75000"/>
                  </a:schemeClr>
                </a:solidFill>
                <a:latin typeface="Courier New" pitchFamily="49" charset="0"/>
                <a:ea typeface="Arial Unicode MS" pitchFamily="34" charset="-128"/>
                <a:cs typeface="Courier New" pitchFamily="49" charset="0"/>
              </a:rPr>
              <a:t>int</a:t>
            </a:r>
            <a:endParaRPr lang="en-US" sz="1600" b="1" i="1" dirty="0" smtClean="0">
              <a:solidFill>
                <a:schemeClr val="accent4">
                  <a:lumMod val="75000"/>
                </a:schemeClr>
              </a:solidFill>
              <a:latin typeface="Courier New" pitchFamily="49" charset="0"/>
              <a:ea typeface="Arial Unicode MS" pitchFamily="34" charset="-128"/>
              <a:cs typeface="Courier New"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lang="en-US" b="1" dirty="0">
                <a:latin typeface="Courier New" pitchFamily="49" charset="0"/>
                <a:ea typeface="Arial Unicode MS" pitchFamily="34" charset="-128"/>
                <a:cs typeface="Courier New" pitchFamily="49" charset="0"/>
              </a:rPr>
              <a:t>	</a:t>
            </a:r>
            <a:r>
              <a:rPr lang="en-US" b="1" dirty="0" err="1" smtClean="0">
                <a:latin typeface="Courier New" pitchFamily="49" charset="0"/>
                <a:ea typeface="Arial Unicode MS" pitchFamily="34" charset="-128"/>
                <a:cs typeface="Courier New" pitchFamily="49" charset="0"/>
              </a:rPr>
              <a:t>QNode</a:t>
            </a:r>
            <a:r>
              <a:rPr lang="en-US" b="1" dirty="0" smtClean="0">
                <a:latin typeface="Courier New" pitchFamily="49" charset="0"/>
                <a:ea typeface="Arial Unicode MS" pitchFamily="34" charset="-128"/>
                <a:cs typeface="Courier New" pitchFamily="49" charset="0"/>
              </a:rPr>
              <a:t> *next;</a:t>
            </a: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lang="en-US" b="1" dirty="0" smtClean="0">
                <a:latin typeface="Courier New" pitchFamily="49" charset="0"/>
                <a:ea typeface="Arial Unicode MS" pitchFamily="34" charset="-128"/>
                <a:cs typeface="Courier New"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struct</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 Queue</a:t>
            </a: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lang="en-US" b="1" dirty="0" smtClean="0">
                <a:latin typeface="Courier New" pitchFamily="49" charset="0"/>
                <a:ea typeface="Arial Unicode MS" pitchFamily="34" charset="-128"/>
                <a:cs typeface="Courier New"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lang="en-US" b="1" dirty="0">
                <a:latin typeface="Courier New" pitchFamily="49" charset="0"/>
                <a:ea typeface="Arial Unicode MS" pitchFamily="34" charset="-128"/>
                <a:cs typeface="Courier New" pitchFamily="49" charset="0"/>
              </a:rPr>
              <a:t> </a:t>
            </a:r>
            <a:r>
              <a:rPr lang="en-US" b="1" dirty="0" smtClean="0">
                <a:latin typeface="Courier New" pitchFamily="49" charset="0"/>
                <a:ea typeface="Arial Unicode MS" pitchFamily="34" charset="-128"/>
                <a:cs typeface="Courier New" pitchFamily="49" charset="0"/>
              </a:rPr>
              <a:t>  </a:t>
            </a:r>
            <a:r>
              <a:rPr lang="en-US" b="1" dirty="0" err="1" smtClean="0">
                <a:latin typeface="Courier New" pitchFamily="49" charset="0"/>
                <a:ea typeface="Arial Unicode MS" pitchFamily="34" charset="-128"/>
                <a:cs typeface="Courier New" pitchFamily="49" charset="0"/>
              </a:rPr>
              <a:t>QNode</a:t>
            </a:r>
            <a:r>
              <a:rPr lang="en-US" b="1" dirty="0" smtClean="0">
                <a:latin typeface="Courier New" pitchFamily="49" charset="0"/>
                <a:ea typeface="Arial Unicode MS" pitchFamily="34" charset="-128"/>
                <a:cs typeface="Courier New" pitchFamily="49" charset="0"/>
              </a:rPr>
              <a:t> *head, *tail; </a:t>
            </a:r>
            <a:endParaRPr lang="en-US" b="1" dirty="0" smtClean="0">
              <a:solidFill>
                <a:srgbClr val="FF0000"/>
              </a:solidFill>
              <a:latin typeface="Courier New" pitchFamily="49" charset="0"/>
              <a:ea typeface="Arial Unicode MS" pitchFamily="34" charset="-128"/>
              <a:cs typeface="Courier New"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lang="en-US" b="1" dirty="0" smtClean="0">
                <a:latin typeface="Courier New" pitchFamily="49" charset="0"/>
                <a:ea typeface="Arial Unicode MS" pitchFamily="34" charset="-128"/>
                <a:cs typeface="Courier New" pitchFamily="49" charset="0"/>
              </a:rPr>
              <a:t>}</a:t>
            </a:r>
            <a:r>
              <a:rPr lang="en-US" b="1" dirty="0">
                <a:latin typeface="Courier New" pitchFamily="49" charset="0"/>
                <a:ea typeface="Arial Unicode MS" pitchFamily="34" charset="-128"/>
                <a:cs typeface="Courier New" pitchFamily="49" charset="0"/>
              </a:rPr>
              <a:t>;</a:t>
            </a:r>
            <a:endParaRPr kumimoji="0" lang="en-US" b="1" i="0" u="none" strike="noStrike" cap="none" normalizeH="0" baseline="0" dirty="0">
              <a:ln>
                <a:noFill/>
              </a:ln>
              <a:solidFill>
                <a:schemeClr val="tx1"/>
              </a:solidFill>
              <a:effectLst/>
              <a:latin typeface="Arial" pitchFamily="34" charset="0"/>
              <a:cs typeface="Arial" pitchFamily="34" charset="0"/>
            </a:endParaRPr>
          </a:p>
        </p:txBody>
      </p:sp>
      <p:sp>
        <p:nvSpPr>
          <p:cNvPr id="7" name="Rectangle 2"/>
          <p:cNvSpPr>
            <a:spLocks noChangeArrowheads="1"/>
          </p:cNvSpPr>
          <p:nvPr/>
        </p:nvSpPr>
        <p:spPr bwMode="auto">
          <a:xfrm>
            <a:off x="5841241" y="3718679"/>
            <a:ext cx="6031001" cy="3139321"/>
          </a:xfrm>
          <a:prstGeom prst="rect">
            <a:avLst/>
          </a:prstGeom>
          <a:solidFill>
            <a:schemeClr val="tx2">
              <a:lumMod val="20000"/>
              <a:lumOff val="80000"/>
            </a:schemeClr>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215900" algn="l"/>
              </a:tabLst>
            </a:pPr>
            <a:r>
              <a:rPr kumimoji="0" lang="en-US" b="1" i="0" u="none" strike="noStrike" cap="none" normalizeH="0" baseline="0" dirty="0" err="1">
                <a:ln>
                  <a:noFill/>
                </a:ln>
                <a:solidFill>
                  <a:schemeClr val="tx1"/>
                </a:solidFill>
                <a:effectLst/>
                <a:latin typeface="Arial Unicode MS" pitchFamily="34" charset="-128"/>
                <a:ea typeface="Arial Unicode MS" pitchFamily="34" charset="-128"/>
                <a:cs typeface="Arial Unicode MS" pitchFamily="34" charset="-128"/>
              </a:rPr>
              <a:t>Thêm</a:t>
            </a:r>
            <a:r>
              <a:rPr kumimoji="0" lang="en-US" b="1" i="0" u="none" strike="noStrike" cap="none" normalizeH="0" baseline="0" dirty="0">
                <a:ln>
                  <a:noFill/>
                </a:ln>
                <a:solidFill>
                  <a:schemeClr val="tx1"/>
                </a:solidFill>
                <a:effectLst/>
                <a:latin typeface="Arial Unicode MS" pitchFamily="34" charset="-128"/>
                <a:ea typeface="Arial Unicode MS" pitchFamily="34" charset="-128"/>
                <a:cs typeface="Arial Unicode MS" pitchFamily="34" charset="-128"/>
              </a:rPr>
              <a:t> 1 </a:t>
            </a:r>
            <a:r>
              <a:rPr kumimoji="0" lang="en-US" b="1" i="0" u="none" strike="noStrike" cap="none" normalizeH="0" baseline="0" dirty="0" err="1">
                <a:ln>
                  <a:noFill/>
                </a:ln>
                <a:solidFill>
                  <a:schemeClr val="tx1"/>
                </a:solidFill>
                <a:effectLst/>
                <a:latin typeface="Arial Unicode MS" pitchFamily="34" charset="-128"/>
                <a:ea typeface="Arial Unicode MS" pitchFamily="34" charset="-128"/>
                <a:cs typeface="Arial Unicode MS" pitchFamily="34" charset="-128"/>
              </a:rPr>
              <a:t>phần</a:t>
            </a:r>
            <a:r>
              <a:rPr kumimoji="0" lang="en-US" b="1" i="0" u="none" strike="noStrike" cap="none" normalizeH="0" baseline="0" dirty="0">
                <a:ln>
                  <a:noFill/>
                </a:ln>
                <a:solidFill>
                  <a:schemeClr val="tx1"/>
                </a:solidFill>
                <a:effectLst/>
                <a:latin typeface="Arial Unicode MS" pitchFamily="34" charset="-128"/>
                <a:ea typeface="Arial Unicode MS" pitchFamily="34" charset="-128"/>
                <a:cs typeface="Arial Unicode MS" pitchFamily="34" charset="-128"/>
              </a:rPr>
              <a:t> </a:t>
            </a:r>
            <a:r>
              <a:rPr kumimoji="0" lang="en-US" b="1" i="0" u="none" strike="noStrike" cap="none" normalizeH="0" baseline="0" dirty="0" err="1">
                <a:ln>
                  <a:noFill/>
                </a:ln>
                <a:solidFill>
                  <a:schemeClr val="tx1"/>
                </a:solidFill>
                <a:effectLst/>
                <a:latin typeface="Arial Unicode MS" pitchFamily="34" charset="-128"/>
                <a:ea typeface="Arial Unicode MS" pitchFamily="34" charset="-128"/>
                <a:cs typeface="Arial Unicode MS" pitchFamily="34" charset="-128"/>
              </a:rPr>
              <a:t>tử</a:t>
            </a:r>
            <a:r>
              <a:rPr kumimoji="0" lang="en-US" b="1" i="0" u="none" strike="noStrike" cap="none" normalizeH="0" baseline="0" dirty="0">
                <a:ln>
                  <a:noFill/>
                </a:ln>
                <a:solidFill>
                  <a:schemeClr val="tx1"/>
                </a:solidFill>
                <a:effectLst/>
                <a:latin typeface="Arial Unicode MS" pitchFamily="34" charset="-128"/>
                <a:ea typeface="Arial Unicode MS" pitchFamily="34" charset="-128"/>
                <a:cs typeface="Arial Unicode MS" pitchFamily="34" charset="-128"/>
              </a:rPr>
              <a:t> </a:t>
            </a:r>
            <a:r>
              <a:rPr kumimoji="0" lang="en-US" b="1" i="0" u="none" strike="noStrike" cap="none" normalizeH="0" baseline="0" dirty="0" err="1">
                <a:ln>
                  <a:noFill/>
                </a:ln>
                <a:solidFill>
                  <a:schemeClr val="tx1"/>
                </a:solidFill>
                <a:effectLst/>
                <a:latin typeface="Arial Unicode MS" pitchFamily="34" charset="-128"/>
                <a:ea typeface="Arial Unicode MS" pitchFamily="34" charset="-128"/>
                <a:cs typeface="Arial Unicode MS" pitchFamily="34" charset="-128"/>
              </a:rPr>
              <a:t>vào</a:t>
            </a:r>
            <a:r>
              <a:rPr kumimoji="0" lang="en-US" b="1" i="0" u="none" strike="noStrike" cap="none" normalizeH="0" baseline="0" dirty="0">
                <a:ln>
                  <a:noFill/>
                </a:ln>
                <a:solidFill>
                  <a:schemeClr val="tx1"/>
                </a:solidFill>
                <a:effectLst/>
                <a:latin typeface="Arial Unicode MS" pitchFamily="34" charset="-128"/>
                <a:ea typeface="Arial Unicode MS" pitchFamily="34" charset="-128"/>
                <a:cs typeface="Arial Unicode MS" pitchFamily="34" charset="-128"/>
              </a:rPr>
              <a:t> </a:t>
            </a:r>
            <a:r>
              <a:rPr kumimoji="0" lang="en-US" b="1" i="0" u="none" strike="noStrike" cap="none" normalizeH="0" baseline="0" dirty="0" smtClean="0">
                <a:ln>
                  <a:noFill/>
                </a:ln>
                <a:solidFill>
                  <a:schemeClr val="tx1"/>
                </a:solidFill>
                <a:effectLst/>
                <a:latin typeface="Arial Unicode MS" pitchFamily="34" charset="-128"/>
                <a:ea typeface="Arial Unicode MS" pitchFamily="34" charset="-128"/>
                <a:cs typeface="Arial Unicode MS" pitchFamily="34" charset="-128"/>
              </a:rPr>
              <a:t>Queue</a:t>
            </a:r>
            <a:r>
              <a:rPr lang="en-US" b="1" dirty="0" smtClean="0">
                <a:latin typeface="Arial Unicode MS" pitchFamily="34" charset="-128"/>
                <a:ea typeface="Arial Unicode MS" pitchFamily="34" charset="-128"/>
                <a:cs typeface="Arial Unicode MS" pitchFamily="34" charset="-128"/>
              </a:rPr>
              <a:t> : push (</a:t>
            </a:r>
            <a:r>
              <a:rPr lang="en-US" b="1" dirty="0" err="1" smtClean="0">
                <a:latin typeface="Arial Unicode MS" pitchFamily="34" charset="-128"/>
                <a:ea typeface="Arial Unicode MS" pitchFamily="34" charset="-128"/>
                <a:cs typeface="Arial Unicode MS" pitchFamily="34" charset="-128"/>
              </a:rPr>
              <a:t>thêm</a:t>
            </a:r>
            <a:r>
              <a:rPr lang="en-US" b="1" dirty="0" smtClean="0">
                <a:latin typeface="Arial Unicode MS" pitchFamily="34" charset="-128"/>
                <a:ea typeface="Arial Unicode MS" pitchFamily="34" charset="-128"/>
                <a:cs typeface="Arial Unicode MS" pitchFamily="34" charset="-128"/>
              </a:rPr>
              <a:t> </a:t>
            </a:r>
            <a:r>
              <a:rPr lang="en-US" b="1" dirty="0" err="1" smtClean="0">
                <a:latin typeface="Arial Unicode MS" pitchFamily="34" charset="-128"/>
                <a:ea typeface="Arial Unicode MS" pitchFamily="34" charset="-128"/>
                <a:cs typeface="Arial Unicode MS" pitchFamily="34" charset="-128"/>
              </a:rPr>
              <a:t>phần</a:t>
            </a:r>
            <a:r>
              <a:rPr lang="en-US" b="1" dirty="0" smtClean="0">
                <a:latin typeface="Arial Unicode MS" pitchFamily="34" charset="-128"/>
                <a:ea typeface="Arial Unicode MS" pitchFamily="34" charset="-128"/>
                <a:cs typeface="Arial Unicode MS" pitchFamily="34" charset="-128"/>
              </a:rPr>
              <a:t> </a:t>
            </a:r>
            <a:r>
              <a:rPr lang="en-US" b="1" dirty="0" err="1" smtClean="0">
                <a:latin typeface="Arial Unicode MS" pitchFamily="34" charset="-128"/>
                <a:ea typeface="Arial Unicode MS" pitchFamily="34" charset="-128"/>
                <a:cs typeface="Arial Unicode MS" pitchFamily="34" charset="-128"/>
              </a:rPr>
              <a:t>tử</a:t>
            </a:r>
            <a:r>
              <a:rPr lang="en-US" b="1" dirty="0" smtClean="0">
                <a:latin typeface="Arial Unicode MS" pitchFamily="34" charset="-128"/>
                <a:ea typeface="Arial Unicode MS" pitchFamily="34" charset="-128"/>
                <a:cs typeface="Arial Unicode MS" pitchFamily="34" charset="-128"/>
              </a:rPr>
              <a:t> ở </a:t>
            </a:r>
            <a:r>
              <a:rPr lang="en-US" b="1" dirty="0" err="1" smtClean="0">
                <a:latin typeface="Arial Unicode MS" pitchFamily="34" charset="-128"/>
                <a:ea typeface="Arial Unicode MS" pitchFamily="34" charset="-128"/>
                <a:cs typeface="Arial Unicode MS" pitchFamily="34" charset="-128"/>
              </a:rPr>
              <a:t>cuối</a:t>
            </a:r>
            <a:r>
              <a:rPr lang="en-US" b="1" dirty="0" smtClean="0">
                <a:latin typeface="Arial Unicode MS" pitchFamily="34" charset="-128"/>
                <a:ea typeface="Arial Unicode MS" pitchFamily="34" charset="-128"/>
                <a:cs typeface="Arial Unicode MS" pitchFamily="34" charset="-128"/>
              </a:rPr>
              <a:t>)</a:t>
            </a:r>
            <a:endParaRPr kumimoji="0" lang="en-US" b="1"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rPr>
              <a:t>void </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pushQ</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(Queue &amp;</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qu</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 </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QNode</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 </a:t>
            </a: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rPr>
              <a:t>*p)</a:t>
            </a:r>
            <a:endParaRPr kumimoji="0" lang="en-US" b="1"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rPr>
              <a:t>{</a:t>
            </a:r>
            <a:endParaRPr kumimoji="0" lang="en-US" b="1"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rPr>
              <a:t>	</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if(p!=NULL)</a:t>
            </a:r>
          </a:p>
          <a:p>
            <a:pPr lvl="0" defTabSz="914400" eaLnBrk="0" fontAlgn="base" hangingPunct="0">
              <a:spcBef>
                <a:spcPct val="0"/>
              </a:spcBef>
              <a:spcAft>
                <a:spcPct val="0"/>
              </a:spcAft>
              <a:tabLst>
                <a:tab pos="215900" algn="l"/>
              </a:tabLst>
            </a:pPr>
            <a:r>
              <a:rPr lang="en-US" b="1" dirty="0">
                <a:latin typeface="Courier New" pitchFamily="49" charset="0"/>
                <a:ea typeface="Arial Unicode MS" pitchFamily="34" charset="-128"/>
                <a:cs typeface="Courier New" pitchFamily="49" charset="0"/>
              </a:rPr>
              <a:t>		</a:t>
            </a:r>
            <a:r>
              <a:rPr lang="en-US" b="1" dirty="0" smtClean="0">
                <a:latin typeface="Courier New" pitchFamily="49" charset="0"/>
                <a:ea typeface="Arial Unicode MS" pitchFamily="34" charset="-128"/>
                <a:cs typeface="Courier New" pitchFamily="49" charset="0"/>
              </a:rPr>
              <a:t>if(</a:t>
            </a:r>
            <a:r>
              <a:rPr lang="en-US" b="1" dirty="0" err="1" smtClean="0">
                <a:latin typeface="Courier New" pitchFamily="49" charset="0"/>
                <a:ea typeface="Arial Unicode MS" pitchFamily="34" charset="-128"/>
                <a:cs typeface="Courier New" pitchFamily="49" charset="0"/>
              </a:rPr>
              <a:t>qu.head</a:t>
            </a:r>
            <a:r>
              <a:rPr lang="en-US" b="1" dirty="0" smtClean="0">
                <a:latin typeface="Courier New" pitchFamily="49" charset="0"/>
                <a:ea typeface="Arial Unicode MS" pitchFamily="34" charset="-128"/>
                <a:cs typeface="Courier New" pitchFamily="49" charset="0"/>
              </a:rPr>
              <a:t>==NULL) </a:t>
            </a:r>
            <a:r>
              <a:rPr lang="en-US" b="1" dirty="0" err="1" smtClean="0">
                <a:latin typeface="Courier New" pitchFamily="49" charset="0"/>
                <a:ea typeface="Arial Unicode MS" pitchFamily="34" charset="-128"/>
                <a:cs typeface="Courier New" pitchFamily="49" charset="0"/>
              </a:rPr>
              <a:t>qu.head</a:t>
            </a:r>
            <a:r>
              <a:rPr lang="en-US" b="1" dirty="0" smtClean="0">
                <a:latin typeface="Courier New" pitchFamily="49" charset="0"/>
                <a:ea typeface="Arial Unicode MS" pitchFamily="34" charset="-128"/>
                <a:cs typeface="Courier New" pitchFamily="49" charset="0"/>
              </a:rPr>
              <a:t>=p;</a:t>
            </a:r>
            <a:endParaRPr kumimoji="0" lang="en-US" b="1"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rPr>
              <a:t>		</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else</a:t>
            </a:r>
            <a:endParaRPr kumimoji="0" lang="en-US" b="1"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rPr>
              <a:t>		{</a:t>
            </a:r>
            <a:endParaRPr kumimoji="0" lang="en-US" b="1"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rPr>
              <a:t>			</a:t>
            </a:r>
            <a:r>
              <a:rPr kumimoji="0" lang="en-US" b="1" i="0" u="none" strike="noStrike" cap="none" normalizeH="0" baseline="0" dirty="0" err="1" smtClean="0">
                <a:ln>
                  <a:noFill/>
                </a:ln>
                <a:solidFill>
                  <a:schemeClr val="tx1"/>
                </a:solidFill>
                <a:effectLst/>
                <a:latin typeface="Courier New" pitchFamily="49" charset="0"/>
                <a:ea typeface="Arial Unicode MS" pitchFamily="34" charset="-128"/>
                <a:cs typeface="Courier New" pitchFamily="49" charset="0"/>
              </a:rPr>
              <a:t>qu.tail</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rPr>
              <a:t>-&gt;next=p;</a:t>
            </a:r>
            <a:endParaRPr kumimoji="0" lang="en-US" b="1" i="0" u="none" strike="noStrike" cap="none" normalizeH="0" baseline="0" dirty="0">
              <a:ln>
                <a:noFill/>
              </a:ln>
              <a:solidFill>
                <a:schemeClr val="tx1"/>
              </a:solidFill>
              <a:effectLst/>
              <a:latin typeface="Arial" pitchFamily="34" charset="0"/>
              <a:cs typeface="Arial" pitchFamily="34" charset="0"/>
              <a:sym typeface="Wingdings" pitchFamily="2" charset="2"/>
            </a:endParaRPr>
          </a:p>
          <a:p>
            <a:pPr lvl="0" defTabSz="914400" eaLnBrk="0" fontAlgn="base" hangingPunct="0">
              <a:spcBef>
                <a:spcPct val="0"/>
              </a:spcBef>
              <a:spcAft>
                <a:spcPct val="0"/>
              </a:spcAft>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sym typeface="Wingdings" pitchFamily="2" charset="2"/>
              </a:rPr>
              <a:t>			</a:t>
            </a:r>
            <a:r>
              <a:rPr lang="en-US" b="1" dirty="0" err="1" smtClean="0">
                <a:latin typeface="Courier New" pitchFamily="49" charset="0"/>
                <a:ea typeface="Arial Unicode MS" pitchFamily="34" charset="-128"/>
                <a:cs typeface="Courier New" pitchFamily="49" charset="0"/>
              </a:rPr>
              <a:t>qu.tail</a:t>
            </a: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sym typeface="Wingdings" pitchFamily="2" charset="2"/>
              </a:rPr>
              <a:t>=p</a:t>
            </a: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sym typeface="Wingdings" pitchFamily="2" charset="2"/>
              </a:rPr>
              <a:t>;</a:t>
            </a:r>
            <a:endParaRPr kumimoji="0" lang="en-US" b="1" i="0" u="none" strike="noStrike" cap="none" normalizeH="0" baseline="0" dirty="0">
              <a:ln>
                <a:noFill/>
              </a:ln>
              <a:solidFill>
                <a:schemeClr val="tx1"/>
              </a:solidFill>
              <a:effectLst/>
              <a:latin typeface="Arial" pitchFamily="34" charset="0"/>
              <a:cs typeface="Arial" pitchFamily="34" charset="0"/>
              <a:sym typeface="Wingdings" pitchFamily="2" charset="2"/>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sym typeface="Wingdings" pitchFamily="2" charset="2"/>
              </a:rPr>
              <a:t>		}</a:t>
            </a:r>
            <a:endParaRPr kumimoji="0" lang="en-US" b="1" i="0" u="none" strike="noStrike" cap="none" normalizeH="0" baseline="0" dirty="0">
              <a:ln>
                <a:noFill/>
              </a:ln>
              <a:solidFill>
                <a:schemeClr val="tx1"/>
              </a:solidFill>
              <a:effectLst/>
              <a:latin typeface="Arial" pitchFamily="34" charset="0"/>
              <a:cs typeface="Arial" pitchFamily="34" charset="0"/>
              <a:sym typeface="Wingdings" pitchFamily="2" charset="2"/>
            </a:endParaRPr>
          </a:p>
          <a:p>
            <a:pPr marL="0" marR="0" lvl="0" indent="0" algn="l" defTabSz="914400" rtl="0" eaLnBrk="0" fontAlgn="base" latinLnBrk="0" hangingPunct="0">
              <a:lnSpc>
                <a:spcPct val="100000"/>
              </a:lnSpc>
              <a:spcBef>
                <a:spcPct val="0"/>
              </a:spcBef>
              <a:spcAft>
                <a:spcPct val="0"/>
              </a:spcAft>
              <a:buClrTx/>
              <a:buSzTx/>
              <a:buFontTx/>
              <a:buNone/>
              <a:tabLst>
                <a:tab pos="215900" algn="l"/>
              </a:tabLst>
            </a:pPr>
            <a:r>
              <a:rPr kumimoji="0" lang="en-US" b="1" i="0" u="none" strike="noStrike" cap="none" normalizeH="0" baseline="0" dirty="0" smtClean="0">
                <a:ln>
                  <a:noFill/>
                </a:ln>
                <a:solidFill>
                  <a:schemeClr val="tx1"/>
                </a:solidFill>
                <a:effectLst/>
                <a:latin typeface="Courier New" pitchFamily="49" charset="0"/>
                <a:ea typeface="Arial Unicode MS" pitchFamily="34" charset="-128"/>
                <a:cs typeface="Courier New" pitchFamily="49" charset="0"/>
                <a:sym typeface="Wingdings" pitchFamily="2" charset="2"/>
              </a:rPr>
              <a:t>}</a:t>
            </a:r>
            <a:r>
              <a:rPr kumimoji="0" lang="en-US" b="1" i="0" u="none" strike="noStrike" cap="none" normalizeH="0" baseline="0" dirty="0" smtClean="0">
                <a:ln>
                  <a:noFill/>
                </a:ln>
                <a:solidFill>
                  <a:schemeClr val="tx1"/>
                </a:solidFill>
                <a:effectLst/>
                <a:latin typeface="Arial" pitchFamily="34" charset="0"/>
                <a:cs typeface="Arial" pitchFamily="34" charset="0"/>
                <a:sym typeface="Wingdings" pitchFamily="2" charset="2"/>
              </a:rPr>
              <a:t> </a:t>
            </a:r>
            <a:endParaRPr kumimoji="0" lang="en-US" b="1" i="0" u="none" strike="noStrike" cap="none" normalizeH="0" baseline="0" dirty="0">
              <a:ln>
                <a:noFill/>
              </a:ln>
              <a:solidFill>
                <a:schemeClr val="tx1"/>
              </a:solidFill>
              <a:effectLst/>
              <a:latin typeface="Courier New" pitchFamily="49" charset="0"/>
              <a:ea typeface="Arial Unicode MS" pitchFamily="34" charset="-128"/>
              <a:cs typeface="Courier New" pitchFamily="49" charset="0"/>
              <a:sym typeface="Wingdings" pitchFamily="2" charset="2"/>
            </a:endParaRPr>
          </a:p>
        </p:txBody>
      </p:sp>
      <p:sp>
        <p:nvSpPr>
          <p:cNvPr id="11" name="Title 1"/>
          <p:cNvSpPr>
            <a:spLocks noGrp="1"/>
          </p:cNvSpPr>
          <p:nvPr>
            <p:ph type="title"/>
          </p:nvPr>
        </p:nvSpPr>
        <p:spPr>
          <a:xfrm>
            <a:off x="338992" y="750628"/>
            <a:ext cx="5502249" cy="1760561"/>
          </a:xfrm>
          <a:solidFill>
            <a:schemeClr val="bg1"/>
          </a:solidFill>
        </p:spPr>
        <p:txBody>
          <a:bodyPr>
            <a:normAutofit/>
          </a:bodyPr>
          <a:lstStyle/>
          <a:p>
            <a:r>
              <a:rPr lang="en-US" dirty="0" err="1" smtClean="0">
                <a:solidFill>
                  <a:srgbClr val="0070C0"/>
                </a:solidFill>
              </a:rPr>
              <a:t>Một</a:t>
            </a:r>
            <a:r>
              <a:rPr lang="en-US" dirty="0" smtClean="0">
                <a:solidFill>
                  <a:srgbClr val="0070C0"/>
                </a:solidFill>
              </a:rPr>
              <a:t> </a:t>
            </a:r>
            <a:r>
              <a:rPr lang="en-US" dirty="0" err="1" smtClean="0">
                <a:solidFill>
                  <a:srgbClr val="0070C0"/>
                </a:solidFill>
              </a:rPr>
              <a:t>số</a:t>
            </a:r>
            <a:r>
              <a:rPr lang="en-US" dirty="0" smtClean="0">
                <a:solidFill>
                  <a:srgbClr val="0070C0"/>
                </a:solidFill>
              </a:rPr>
              <a:t> </a:t>
            </a:r>
            <a:r>
              <a:rPr lang="en-US" dirty="0" err="1" smtClean="0">
                <a:solidFill>
                  <a:srgbClr val="0070C0"/>
                </a:solidFill>
              </a:rPr>
              <a:t>cài</a:t>
            </a:r>
            <a:r>
              <a:rPr lang="en-US" dirty="0" smtClean="0">
                <a:solidFill>
                  <a:srgbClr val="0070C0"/>
                </a:solidFill>
              </a:rPr>
              <a:t> </a:t>
            </a:r>
            <a:r>
              <a:rPr lang="en-US" dirty="0" err="1" smtClean="0">
                <a:solidFill>
                  <a:srgbClr val="0070C0"/>
                </a:solidFill>
              </a:rPr>
              <a:t>đặt</a:t>
            </a:r>
            <a:r>
              <a:rPr lang="en-US" dirty="0" smtClean="0">
                <a:solidFill>
                  <a:srgbClr val="0070C0"/>
                </a:solidFill>
              </a:rPr>
              <a:t> </a:t>
            </a:r>
            <a:r>
              <a:rPr lang="en-US" dirty="0" err="1" smtClean="0">
                <a:solidFill>
                  <a:srgbClr val="0070C0"/>
                </a:solidFill>
              </a:rPr>
              <a:t>cơ</a:t>
            </a:r>
            <a:r>
              <a:rPr lang="en-US" dirty="0" smtClean="0">
                <a:solidFill>
                  <a:srgbClr val="0070C0"/>
                </a:solidFill>
              </a:rPr>
              <a:t> </a:t>
            </a:r>
            <a:r>
              <a:rPr lang="en-US" dirty="0" err="1" smtClean="0">
                <a:solidFill>
                  <a:srgbClr val="0070C0"/>
                </a:solidFill>
              </a:rPr>
              <a:t>bản</a:t>
            </a:r>
            <a:r>
              <a:rPr lang="en-US" dirty="0" smtClean="0">
                <a:solidFill>
                  <a:srgbClr val="0070C0"/>
                </a:solidFill>
              </a:rPr>
              <a:t> </a:t>
            </a:r>
            <a:r>
              <a:rPr lang="en-US" dirty="0" err="1" smtClean="0">
                <a:solidFill>
                  <a:srgbClr val="0070C0"/>
                </a:solidFill>
              </a:rPr>
              <a:t>xây</a:t>
            </a:r>
            <a:r>
              <a:rPr lang="en-US" dirty="0" smtClean="0">
                <a:solidFill>
                  <a:srgbClr val="0070C0"/>
                </a:solidFill>
              </a:rPr>
              <a:t> </a:t>
            </a:r>
            <a:r>
              <a:rPr lang="en-US" dirty="0" err="1" smtClean="0">
                <a:solidFill>
                  <a:srgbClr val="0070C0"/>
                </a:solidFill>
              </a:rPr>
              <a:t>dựng</a:t>
            </a:r>
            <a:r>
              <a:rPr lang="en-US" dirty="0" smtClean="0">
                <a:solidFill>
                  <a:srgbClr val="0070C0"/>
                </a:solidFill>
              </a:rPr>
              <a:t> Queue </a:t>
            </a:r>
            <a:r>
              <a:rPr lang="en-US" dirty="0" err="1" smtClean="0">
                <a:solidFill>
                  <a:srgbClr val="0070C0"/>
                </a:solidFill>
              </a:rPr>
              <a:t>dùng</a:t>
            </a:r>
            <a:r>
              <a:rPr lang="en-US" dirty="0" smtClean="0">
                <a:solidFill>
                  <a:srgbClr val="0070C0"/>
                </a:solidFill>
              </a:rPr>
              <a:t> DSLK </a:t>
            </a:r>
            <a:r>
              <a:rPr lang="en-US" dirty="0" err="1" smtClean="0">
                <a:solidFill>
                  <a:srgbClr val="0070C0"/>
                </a:solidFill>
              </a:rPr>
              <a:t>đơn</a:t>
            </a:r>
            <a:endParaRPr lang="en-US" dirty="0">
              <a:solidFill>
                <a:srgbClr val="0070C0"/>
              </a:solidFill>
            </a:endParaRPr>
          </a:p>
        </p:txBody>
      </p:sp>
    </p:spTree>
    <p:extLst>
      <p:ext uri="{BB962C8B-B14F-4D97-AF65-F5344CB8AC3E}">
        <p14:creationId xmlns:p14="http://schemas.microsoft.com/office/powerpoint/2010/main" val="244902411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24627E5-2E3F-4AE1-995E-77E2B7EB78DF}" type="slidenum">
              <a:rPr lang="en-US" smtClean="0"/>
              <a:t>32</a:t>
            </a:fld>
            <a:endParaRPr lang="en-US"/>
          </a:p>
        </p:txBody>
      </p:sp>
      <p:sp>
        <p:nvSpPr>
          <p:cNvPr id="6" name="Rectangle 5"/>
          <p:cNvSpPr/>
          <p:nvPr/>
        </p:nvSpPr>
        <p:spPr>
          <a:xfrm>
            <a:off x="712264" y="1270525"/>
            <a:ext cx="8191099" cy="2616101"/>
          </a:xfrm>
          <a:prstGeom prst="rect">
            <a:avLst/>
          </a:prstGeom>
          <a:solidFill>
            <a:schemeClr val="bg1"/>
          </a:solidFill>
          <a:ln w="6350">
            <a:solidFill>
              <a:schemeClr val="tx1"/>
            </a:solidFill>
          </a:ln>
        </p:spPr>
        <p:txBody>
          <a:bodyPr wrap="square">
            <a:spAutoFit/>
          </a:bodyPr>
          <a:lstStyle/>
          <a:p>
            <a:r>
              <a:rPr lang="en-US" sz="2400" b="1">
                <a:solidFill>
                  <a:srgbClr val="0070C0"/>
                </a:solidFill>
              </a:rPr>
              <a:t>getHead: truy xuất phần tử đầu Queue</a:t>
            </a:r>
          </a:p>
          <a:p>
            <a:endParaRPr lang="en-US" sz="2000" smtClean="0">
              <a:solidFill>
                <a:srgbClr val="0000FF"/>
              </a:solidFill>
              <a:highlight>
                <a:srgbClr val="FFFFFF"/>
              </a:highlight>
              <a:latin typeface="Consolas" panose="020B0609020204030204" pitchFamily="49" charset="0"/>
            </a:endParaRPr>
          </a:p>
          <a:p>
            <a:r>
              <a:rPr lang="en-US" sz="2000" smtClean="0">
                <a:solidFill>
                  <a:srgbClr val="0000FF"/>
                </a:solidFill>
                <a:highlight>
                  <a:srgbClr val="FFFFFF"/>
                </a:highlight>
                <a:latin typeface="Consolas" panose="020B0609020204030204" pitchFamily="49" charset="0"/>
              </a:rPr>
              <a:t>int</a:t>
            </a:r>
            <a:r>
              <a:rPr lang="en-US" sz="2000" smtClean="0">
                <a:solidFill>
                  <a:srgbClr val="000000"/>
                </a:solidFill>
                <a:highlight>
                  <a:srgbClr val="FFFFFF"/>
                </a:highlight>
                <a:latin typeface="Consolas" panose="020B0609020204030204" pitchFamily="49" charset="0"/>
              </a:rPr>
              <a:t> </a:t>
            </a:r>
            <a:r>
              <a:rPr lang="en-US" sz="2000">
                <a:solidFill>
                  <a:srgbClr val="000000"/>
                </a:solidFill>
                <a:highlight>
                  <a:srgbClr val="FFFFFF"/>
                </a:highlight>
                <a:latin typeface="Consolas" panose="020B0609020204030204" pitchFamily="49" charset="0"/>
              </a:rPr>
              <a:t>getHead(</a:t>
            </a:r>
            <a:r>
              <a:rPr lang="en-US" sz="2000">
                <a:solidFill>
                  <a:srgbClr val="2B91AF"/>
                </a:solidFill>
                <a:highlight>
                  <a:srgbClr val="FFFFFF"/>
                </a:highlight>
                <a:latin typeface="Consolas" panose="020B0609020204030204" pitchFamily="49" charset="0"/>
              </a:rPr>
              <a:t>Queue</a:t>
            </a:r>
            <a:r>
              <a:rPr lang="en-US" sz="2000">
                <a:solidFill>
                  <a:srgbClr val="000000"/>
                </a:solidFill>
                <a:highlight>
                  <a:srgbClr val="FFFFFF"/>
                </a:highlight>
                <a:latin typeface="Consolas" panose="020B0609020204030204" pitchFamily="49" charset="0"/>
              </a:rPr>
              <a:t> </a:t>
            </a:r>
            <a:r>
              <a:rPr lang="en-US" sz="2000">
                <a:solidFill>
                  <a:srgbClr val="808080"/>
                </a:solidFill>
                <a:highlight>
                  <a:srgbClr val="FFFFFF"/>
                </a:highlight>
                <a:latin typeface="Consolas" panose="020B0609020204030204" pitchFamily="49" charset="0"/>
              </a:rPr>
              <a:t>q</a:t>
            </a:r>
            <a:r>
              <a:rPr lang="en-US" sz="2000">
                <a:solidFill>
                  <a:srgbClr val="000000"/>
                </a:solidFill>
                <a:highlight>
                  <a:srgbClr val="FFFFFF"/>
                </a:highlight>
                <a:latin typeface="Consolas" panose="020B0609020204030204" pitchFamily="49" charset="0"/>
              </a:rPr>
              <a:t>) </a:t>
            </a:r>
            <a:r>
              <a:rPr lang="en-US" sz="2000">
                <a:solidFill>
                  <a:srgbClr val="008000"/>
                </a:solidFill>
                <a:highlight>
                  <a:srgbClr val="FFFFFF"/>
                </a:highlight>
                <a:latin typeface="Consolas" panose="020B0609020204030204" pitchFamily="49" charset="0"/>
              </a:rPr>
              <a:t>//lấy phan tu dau tien</a:t>
            </a:r>
            <a:endParaRPr lang="en-US" sz="2000">
              <a:solidFill>
                <a:srgbClr val="000000"/>
              </a:solidFill>
              <a:highlight>
                <a:srgbClr val="FFFFFF"/>
              </a:highlight>
              <a:latin typeface="Consolas" panose="020B0609020204030204" pitchFamily="49" charset="0"/>
            </a:endParaRPr>
          </a:p>
          <a:p>
            <a:r>
              <a:rPr lang="en-US" sz="2000">
                <a:solidFill>
                  <a:srgbClr val="000000"/>
                </a:solidFill>
                <a:highlight>
                  <a:srgbClr val="FFFFFF"/>
                </a:highlight>
                <a:latin typeface="Consolas" panose="020B0609020204030204" pitchFamily="49" charset="0"/>
              </a:rPr>
              <a:t>{</a:t>
            </a:r>
          </a:p>
          <a:p>
            <a:r>
              <a:rPr lang="en-US" sz="2000">
                <a:solidFill>
                  <a:srgbClr val="000000"/>
                </a:solidFill>
                <a:highlight>
                  <a:srgbClr val="FFFFFF"/>
                </a:highlight>
                <a:latin typeface="Consolas" panose="020B0609020204030204" pitchFamily="49" charset="0"/>
              </a:rPr>
              <a:t>    </a:t>
            </a:r>
            <a:r>
              <a:rPr lang="en-US" sz="2000" smtClean="0">
                <a:solidFill>
                  <a:srgbClr val="0000FF"/>
                </a:solidFill>
                <a:highlight>
                  <a:srgbClr val="FFFFFF"/>
                </a:highlight>
                <a:latin typeface="Consolas" panose="020B0609020204030204" pitchFamily="49" charset="0"/>
              </a:rPr>
              <a:t>if</a:t>
            </a:r>
            <a:r>
              <a:rPr lang="en-US" sz="2000" smtClean="0">
                <a:solidFill>
                  <a:srgbClr val="000000"/>
                </a:solidFill>
                <a:highlight>
                  <a:srgbClr val="FFFFFF"/>
                </a:highlight>
                <a:latin typeface="Consolas" panose="020B0609020204030204" pitchFamily="49" charset="0"/>
              </a:rPr>
              <a:t> </a:t>
            </a:r>
            <a:r>
              <a:rPr lang="en-US" sz="2000">
                <a:solidFill>
                  <a:srgbClr val="000000"/>
                </a:solidFill>
                <a:highlight>
                  <a:srgbClr val="FFFFFF"/>
                </a:highlight>
                <a:latin typeface="Consolas" panose="020B0609020204030204" pitchFamily="49" charset="0"/>
              </a:rPr>
              <a:t>(IsEmpty(</a:t>
            </a:r>
            <a:r>
              <a:rPr lang="en-US" sz="2000">
                <a:solidFill>
                  <a:srgbClr val="808080"/>
                </a:solidFill>
                <a:highlight>
                  <a:srgbClr val="FFFFFF"/>
                </a:highlight>
                <a:latin typeface="Consolas" panose="020B0609020204030204" pitchFamily="49" charset="0"/>
              </a:rPr>
              <a:t>q</a:t>
            </a:r>
            <a:r>
              <a:rPr lang="en-US" sz="2000">
                <a:solidFill>
                  <a:srgbClr val="000000"/>
                </a:solidFill>
                <a:highlight>
                  <a:srgbClr val="FFFFFF"/>
                </a:highlight>
                <a:latin typeface="Consolas" panose="020B0609020204030204" pitchFamily="49" charset="0"/>
              </a:rPr>
              <a:t>))</a:t>
            </a:r>
          </a:p>
          <a:p>
            <a:r>
              <a:rPr lang="en-US" sz="2000">
                <a:solidFill>
                  <a:srgbClr val="000000"/>
                </a:solidFill>
                <a:highlight>
                  <a:srgbClr val="FFFFFF"/>
                </a:highlight>
                <a:latin typeface="Consolas" panose="020B0609020204030204" pitchFamily="49" charset="0"/>
              </a:rPr>
              <a:t>        </a:t>
            </a:r>
            <a:r>
              <a:rPr lang="en-US" sz="2000">
                <a:solidFill>
                  <a:srgbClr val="0000FF"/>
                </a:solidFill>
                <a:highlight>
                  <a:srgbClr val="FFFFFF"/>
                </a:highlight>
                <a:latin typeface="Consolas" panose="020B0609020204030204" pitchFamily="49" charset="0"/>
              </a:rPr>
              <a:t>return</a:t>
            </a:r>
            <a:r>
              <a:rPr lang="en-US" sz="2000">
                <a:solidFill>
                  <a:srgbClr val="000000"/>
                </a:solidFill>
                <a:highlight>
                  <a:srgbClr val="FFFFFF"/>
                </a:highlight>
                <a:latin typeface="Consolas" panose="020B0609020204030204" pitchFamily="49" charset="0"/>
              </a:rPr>
              <a:t> 0;</a:t>
            </a:r>
          </a:p>
          <a:p>
            <a:r>
              <a:rPr lang="en-US" sz="2000" smtClean="0">
                <a:solidFill>
                  <a:srgbClr val="0000FF"/>
                </a:solidFill>
                <a:highlight>
                  <a:srgbClr val="FFFFFF"/>
                </a:highlight>
                <a:latin typeface="Consolas" panose="020B0609020204030204" pitchFamily="49" charset="0"/>
              </a:rPr>
              <a:t>	  return</a:t>
            </a:r>
            <a:r>
              <a:rPr lang="en-US" sz="2000" smtClean="0">
                <a:solidFill>
                  <a:srgbClr val="000000"/>
                </a:solidFill>
                <a:highlight>
                  <a:srgbClr val="FFFFFF"/>
                </a:highlight>
                <a:latin typeface="Consolas" panose="020B0609020204030204" pitchFamily="49" charset="0"/>
              </a:rPr>
              <a:t> </a:t>
            </a:r>
            <a:r>
              <a:rPr lang="en-US" sz="2000">
                <a:solidFill>
                  <a:srgbClr val="808080"/>
                </a:solidFill>
                <a:highlight>
                  <a:srgbClr val="FFFFFF"/>
                </a:highlight>
                <a:latin typeface="Consolas" panose="020B0609020204030204" pitchFamily="49" charset="0"/>
              </a:rPr>
              <a:t>q</a:t>
            </a:r>
            <a:r>
              <a:rPr lang="en-US" sz="2000">
                <a:solidFill>
                  <a:srgbClr val="000000"/>
                </a:solidFill>
                <a:highlight>
                  <a:srgbClr val="FFFFFF"/>
                </a:highlight>
                <a:latin typeface="Consolas" panose="020B0609020204030204" pitchFamily="49" charset="0"/>
              </a:rPr>
              <a:t>.Head-&gt;Info;</a:t>
            </a:r>
          </a:p>
          <a:p>
            <a:r>
              <a:rPr lang="en-US" sz="2000">
                <a:solidFill>
                  <a:srgbClr val="000000"/>
                </a:solidFill>
                <a:highlight>
                  <a:srgbClr val="FFFFFF"/>
                </a:highlight>
                <a:latin typeface="Consolas" panose="020B0609020204030204" pitchFamily="49" charset="0"/>
              </a:rPr>
              <a:t>}</a:t>
            </a:r>
            <a:endParaRPr lang="en-US" sz="2000"/>
          </a:p>
        </p:txBody>
      </p:sp>
      <p:sp>
        <p:nvSpPr>
          <p:cNvPr id="7" name="Rectangle 6"/>
          <p:cNvSpPr/>
          <p:nvPr/>
        </p:nvSpPr>
        <p:spPr>
          <a:xfrm>
            <a:off x="3968081" y="3929515"/>
            <a:ext cx="7274221" cy="2677656"/>
          </a:xfrm>
          <a:prstGeom prst="rect">
            <a:avLst/>
          </a:prstGeom>
          <a:ln w="6350">
            <a:solidFill>
              <a:schemeClr val="tx1"/>
            </a:solidFill>
          </a:ln>
        </p:spPr>
        <p:txBody>
          <a:bodyPr wrap="square">
            <a:spAutoFit/>
          </a:bodyPr>
          <a:lstStyle/>
          <a:p>
            <a:r>
              <a:rPr lang="en-US" sz="2400" b="1" smtClean="0">
                <a:solidFill>
                  <a:srgbClr val="0070C0"/>
                </a:solidFill>
              </a:rPr>
              <a:t>getTail</a:t>
            </a:r>
            <a:r>
              <a:rPr lang="en-US" sz="2400" b="1">
                <a:solidFill>
                  <a:srgbClr val="0070C0"/>
                </a:solidFill>
              </a:rPr>
              <a:t>: truy xuất phần tử cuối </a:t>
            </a:r>
            <a:r>
              <a:rPr lang="en-US" sz="2400" b="1" smtClean="0">
                <a:solidFill>
                  <a:srgbClr val="0070C0"/>
                </a:solidFill>
              </a:rPr>
              <a:t>Queue</a:t>
            </a:r>
          </a:p>
          <a:p>
            <a:endParaRPr lang="en-US" sz="2400" b="1">
              <a:solidFill>
                <a:srgbClr val="0070C0"/>
              </a:solidFill>
            </a:endParaRPr>
          </a:p>
          <a:p>
            <a:r>
              <a:rPr lang="fr-FR" sz="2000" smtClean="0">
                <a:solidFill>
                  <a:srgbClr val="0000FF"/>
                </a:solidFill>
                <a:highlight>
                  <a:srgbClr val="FFFFFF"/>
                </a:highlight>
                <a:latin typeface="Consolas" panose="020B0609020204030204" pitchFamily="49" charset="0"/>
              </a:rPr>
              <a:t>int</a:t>
            </a:r>
            <a:r>
              <a:rPr lang="fr-FR" sz="2000" smtClean="0">
                <a:solidFill>
                  <a:srgbClr val="000000"/>
                </a:solidFill>
                <a:highlight>
                  <a:srgbClr val="FFFFFF"/>
                </a:highlight>
                <a:latin typeface="Consolas" panose="020B0609020204030204" pitchFamily="49" charset="0"/>
              </a:rPr>
              <a:t> </a:t>
            </a:r>
            <a:r>
              <a:rPr lang="fr-FR" sz="2000">
                <a:solidFill>
                  <a:srgbClr val="000000"/>
                </a:solidFill>
                <a:highlight>
                  <a:srgbClr val="FFFFFF"/>
                </a:highlight>
                <a:latin typeface="Consolas" panose="020B0609020204030204" pitchFamily="49" charset="0"/>
              </a:rPr>
              <a:t>getTail(</a:t>
            </a:r>
            <a:r>
              <a:rPr lang="fr-FR" sz="2000">
                <a:solidFill>
                  <a:srgbClr val="2B91AF"/>
                </a:solidFill>
                <a:highlight>
                  <a:srgbClr val="FFFFFF"/>
                </a:highlight>
                <a:latin typeface="Consolas" panose="020B0609020204030204" pitchFamily="49" charset="0"/>
              </a:rPr>
              <a:t>Queue</a:t>
            </a:r>
            <a:r>
              <a:rPr lang="fr-FR" sz="2000">
                <a:solidFill>
                  <a:srgbClr val="000000"/>
                </a:solidFill>
                <a:highlight>
                  <a:srgbClr val="FFFFFF"/>
                </a:highlight>
                <a:latin typeface="Consolas" panose="020B0609020204030204" pitchFamily="49" charset="0"/>
              </a:rPr>
              <a:t> </a:t>
            </a:r>
            <a:r>
              <a:rPr lang="fr-FR" sz="2000">
                <a:solidFill>
                  <a:srgbClr val="808080"/>
                </a:solidFill>
                <a:highlight>
                  <a:srgbClr val="FFFFFF"/>
                </a:highlight>
                <a:latin typeface="Consolas" panose="020B0609020204030204" pitchFamily="49" charset="0"/>
              </a:rPr>
              <a:t>q</a:t>
            </a:r>
            <a:r>
              <a:rPr lang="fr-FR" sz="2000">
                <a:solidFill>
                  <a:srgbClr val="000000"/>
                </a:solidFill>
                <a:highlight>
                  <a:srgbClr val="FFFFFF"/>
                </a:highlight>
                <a:latin typeface="Consolas" panose="020B0609020204030204" pitchFamily="49" charset="0"/>
              </a:rPr>
              <a:t>) </a:t>
            </a:r>
            <a:r>
              <a:rPr lang="fr-FR" sz="2000">
                <a:solidFill>
                  <a:srgbClr val="008000"/>
                </a:solidFill>
                <a:highlight>
                  <a:srgbClr val="FFFFFF"/>
                </a:highlight>
                <a:latin typeface="Consolas" panose="020B0609020204030204" pitchFamily="49" charset="0"/>
              </a:rPr>
              <a:t>//lấy phan tu cuối</a:t>
            </a:r>
            <a:endParaRPr lang="fr-FR" sz="2000">
              <a:solidFill>
                <a:srgbClr val="000000"/>
              </a:solidFill>
              <a:highlight>
                <a:srgbClr val="FFFFFF"/>
              </a:highlight>
              <a:latin typeface="Consolas" panose="020B0609020204030204" pitchFamily="49" charset="0"/>
            </a:endParaRPr>
          </a:p>
          <a:p>
            <a:r>
              <a:rPr lang="en-US" sz="2000">
                <a:solidFill>
                  <a:srgbClr val="000000"/>
                </a:solidFill>
                <a:highlight>
                  <a:srgbClr val="FFFFFF"/>
                </a:highlight>
                <a:latin typeface="Consolas" panose="020B0609020204030204" pitchFamily="49" charset="0"/>
              </a:rPr>
              <a:t>{</a:t>
            </a:r>
          </a:p>
          <a:p>
            <a:r>
              <a:rPr lang="en-US" sz="2000">
                <a:solidFill>
                  <a:srgbClr val="000000"/>
                </a:solidFill>
                <a:highlight>
                  <a:srgbClr val="FFFFFF"/>
                </a:highlight>
                <a:latin typeface="Consolas" panose="020B0609020204030204" pitchFamily="49" charset="0"/>
              </a:rPr>
              <a:t>    </a:t>
            </a:r>
            <a:r>
              <a:rPr lang="en-US" sz="2000">
                <a:solidFill>
                  <a:srgbClr val="0000FF"/>
                </a:solidFill>
                <a:highlight>
                  <a:srgbClr val="FFFFFF"/>
                </a:highlight>
                <a:latin typeface="Consolas" panose="020B0609020204030204" pitchFamily="49" charset="0"/>
              </a:rPr>
              <a:t>if</a:t>
            </a:r>
            <a:r>
              <a:rPr lang="en-US" sz="2000">
                <a:solidFill>
                  <a:srgbClr val="000000"/>
                </a:solidFill>
                <a:highlight>
                  <a:srgbClr val="FFFFFF"/>
                </a:highlight>
                <a:latin typeface="Consolas" panose="020B0609020204030204" pitchFamily="49" charset="0"/>
              </a:rPr>
              <a:t> (IsEmpty(</a:t>
            </a:r>
            <a:r>
              <a:rPr lang="en-US" sz="2000">
                <a:solidFill>
                  <a:srgbClr val="808080"/>
                </a:solidFill>
                <a:highlight>
                  <a:srgbClr val="FFFFFF"/>
                </a:highlight>
                <a:latin typeface="Consolas" panose="020B0609020204030204" pitchFamily="49" charset="0"/>
              </a:rPr>
              <a:t>q</a:t>
            </a:r>
            <a:r>
              <a:rPr lang="en-US" sz="2000">
                <a:solidFill>
                  <a:srgbClr val="000000"/>
                </a:solidFill>
                <a:highlight>
                  <a:srgbClr val="FFFFFF"/>
                </a:highlight>
                <a:latin typeface="Consolas" panose="020B0609020204030204" pitchFamily="49" charset="0"/>
              </a:rPr>
              <a:t>))</a:t>
            </a:r>
          </a:p>
          <a:p>
            <a:r>
              <a:rPr lang="en-US" sz="2000">
                <a:solidFill>
                  <a:srgbClr val="000000"/>
                </a:solidFill>
                <a:highlight>
                  <a:srgbClr val="FFFFFF"/>
                </a:highlight>
                <a:latin typeface="Consolas" panose="020B0609020204030204" pitchFamily="49" charset="0"/>
              </a:rPr>
              <a:t>        </a:t>
            </a:r>
            <a:r>
              <a:rPr lang="en-US" sz="2000">
                <a:solidFill>
                  <a:srgbClr val="0000FF"/>
                </a:solidFill>
                <a:highlight>
                  <a:srgbClr val="FFFFFF"/>
                </a:highlight>
                <a:latin typeface="Consolas" panose="020B0609020204030204" pitchFamily="49" charset="0"/>
              </a:rPr>
              <a:t>return</a:t>
            </a:r>
            <a:r>
              <a:rPr lang="en-US" sz="2000">
                <a:solidFill>
                  <a:srgbClr val="000000"/>
                </a:solidFill>
                <a:highlight>
                  <a:srgbClr val="FFFFFF"/>
                </a:highlight>
                <a:latin typeface="Consolas" panose="020B0609020204030204" pitchFamily="49" charset="0"/>
              </a:rPr>
              <a:t> 0;</a:t>
            </a:r>
          </a:p>
          <a:p>
            <a:r>
              <a:rPr lang="en-US" sz="2000" smtClean="0">
                <a:solidFill>
                  <a:srgbClr val="0000FF"/>
                </a:solidFill>
                <a:highlight>
                  <a:srgbClr val="FFFFFF"/>
                </a:highlight>
                <a:latin typeface="Consolas" panose="020B0609020204030204" pitchFamily="49" charset="0"/>
              </a:rPr>
              <a:t>     return</a:t>
            </a:r>
            <a:r>
              <a:rPr lang="en-US" sz="2000" smtClean="0">
                <a:solidFill>
                  <a:srgbClr val="000000"/>
                </a:solidFill>
                <a:highlight>
                  <a:srgbClr val="FFFFFF"/>
                </a:highlight>
                <a:latin typeface="Consolas" panose="020B0609020204030204" pitchFamily="49" charset="0"/>
              </a:rPr>
              <a:t> </a:t>
            </a:r>
            <a:r>
              <a:rPr lang="en-US" sz="2000">
                <a:solidFill>
                  <a:srgbClr val="808080"/>
                </a:solidFill>
                <a:highlight>
                  <a:srgbClr val="FFFFFF"/>
                </a:highlight>
                <a:latin typeface="Consolas" panose="020B0609020204030204" pitchFamily="49" charset="0"/>
              </a:rPr>
              <a:t>q</a:t>
            </a:r>
            <a:r>
              <a:rPr lang="en-US" sz="2000">
                <a:solidFill>
                  <a:srgbClr val="000000"/>
                </a:solidFill>
                <a:highlight>
                  <a:srgbClr val="FFFFFF"/>
                </a:highlight>
                <a:latin typeface="Consolas" panose="020B0609020204030204" pitchFamily="49" charset="0"/>
              </a:rPr>
              <a:t>.Tail-&gt;Info;</a:t>
            </a:r>
          </a:p>
          <a:p>
            <a:r>
              <a:rPr lang="en-US" sz="2000">
                <a:solidFill>
                  <a:srgbClr val="000000"/>
                </a:solidFill>
                <a:highlight>
                  <a:srgbClr val="FFFFFF"/>
                </a:highlight>
                <a:latin typeface="Consolas" panose="020B0609020204030204" pitchFamily="49" charset="0"/>
              </a:rPr>
              <a:t>}</a:t>
            </a:r>
            <a:endParaRPr lang="en-US" sz="2000"/>
          </a:p>
        </p:txBody>
      </p:sp>
      <p:sp>
        <p:nvSpPr>
          <p:cNvPr id="8" name="Title 1"/>
          <p:cNvSpPr>
            <a:spLocks noGrp="1"/>
          </p:cNvSpPr>
          <p:nvPr>
            <p:ph type="title"/>
          </p:nvPr>
        </p:nvSpPr>
        <p:spPr>
          <a:xfrm>
            <a:off x="57750" y="221254"/>
            <a:ext cx="12118206" cy="953044"/>
          </a:xfrm>
          <a:noFill/>
        </p:spPr>
        <p:txBody>
          <a:bodyPr>
            <a:normAutofit fontScale="90000"/>
          </a:bodyPr>
          <a:lstStyle/>
          <a:p>
            <a:r>
              <a:rPr lang="en-US" dirty="0" err="1" smtClean="0">
                <a:solidFill>
                  <a:srgbClr val="0070C0"/>
                </a:solidFill>
              </a:rPr>
              <a:t>Một</a:t>
            </a:r>
            <a:r>
              <a:rPr lang="en-US" dirty="0" smtClean="0">
                <a:solidFill>
                  <a:srgbClr val="0070C0"/>
                </a:solidFill>
              </a:rPr>
              <a:t> </a:t>
            </a:r>
            <a:r>
              <a:rPr lang="en-US" dirty="0" err="1" smtClean="0">
                <a:solidFill>
                  <a:srgbClr val="0070C0"/>
                </a:solidFill>
              </a:rPr>
              <a:t>số</a:t>
            </a:r>
            <a:r>
              <a:rPr lang="en-US" dirty="0" smtClean="0">
                <a:solidFill>
                  <a:srgbClr val="0070C0"/>
                </a:solidFill>
              </a:rPr>
              <a:t> </a:t>
            </a:r>
            <a:r>
              <a:rPr lang="en-US" dirty="0" err="1" smtClean="0">
                <a:solidFill>
                  <a:srgbClr val="0070C0"/>
                </a:solidFill>
              </a:rPr>
              <a:t>cài</a:t>
            </a:r>
            <a:r>
              <a:rPr lang="en-US" dirty="0" smtClean="0">
                <a:solidFill>
                  <a:srgbClr val="0070C0"/>
                </a:solidFill>
              </a:rPr>
              <a:t> </a:t>
            </a:r>
            <a:r>
              <a:rPr lang="en-US" dirty="0" err="1" smtClean="0">
                <a:solidFill>
                  <a:srgbClr val="0070C0"/>
                </a:solidFill>
              </a:rPr>
              <a:t>đặt</a:t>
            </a:r>
            <a:r>
              <a:rPr lang="en-US" dirty="0" smtClean="0">
                <a:solidFill>
                  <a:srgbClr val="0070C0"/>
                </a:solidFill>
              </a:rPr>
              <a:t> </a:t>
            </a:r>
            <a:r>
              <a:rPr lang="en-US" dirty="0" err="1" smtClean="0">
                <a:solidFill>
                  <a:srgbClr val="0070C0"/>
                </a:solidFill>
              </a:rPr>
              <a:t>cơ</a:t>
            </a:r>
            <a:r>
              <a:rPr lang="en-US" dirty="0" smtClean="0">
                <a:solidFill>
                  <a:srgbClr val="0070C0"/>
                </a:solidFill>
              </a:rPr>
              <a:t> </a:t>
            </a:r>
            <a:r>
              <a:rPr lang="en-US" dirty="0" err="1" smtClean="0">
                <a:solidFill>
                  <a:srgbClr val="0070C0"/>
                </a:solidFill>
              </a:rPr>
              <a:t>bản</a:t>
            </a:r>
            <a:r>
              <a:rPr lang="en-US" dirty="0" smtClean="0">
                <a:solidFill>
                  <a:srgbClr val="0070C0"/>
                </a:solidFill>
              </a:rPr>
              <a:t> </a:t>
            </a:r>
            <a:r>
              <a:rPr lang="en-US" dirty="0" err="1" smtClean="0">
                <a:solidFill>
                  <a:srgbClr val="0070C0"/>
                </a:solidFill>
              </a:rPr>
              <a:t>xây</a:t>
            </a:r>
            <a:r>
              <a:rPr lang="en-US" dirty="0" smtClean="0">
                <a:solidFill>
                  <a:srgbClr val="0070C0"/>
                </a:solidFill>
              </a:rPr>
              <a:t> </a:t>
            </a:r>
            <a:r>
              <a:rPr lang="en-US" dirty="0" err="1" smtClean="0">
                <a:solidFill>
                  <a:srgbClr val="0070C0"/>
                </a:solidFill>
              </a:rPr>
              <a:t>dựng</a:t>
            </a:r>
            <a:r>
              <a:rPr lang="en-US" dirty="0" smtClean="0">
                <a:solidFill>
                  <a:srgbClr val="0070C0"/>
                </a:solidFill>
              </a:rPr>
              <a:t> Queue </a:t>
            </a:r>
            <a:r>
              <a:rPr lang="en-US" dirty="0" err="1" smtClean="0">
                <a:solidFill>
                  <a:srgbClr val="0070C0"/>
                </a:solidFill>
              </a:rPr>
              <a:t>dùng</a:t>
            </a:r>
            <a:r>
              <a:rPr lang="en-US" dirty="0" smtClean="0">
                <a:solidFill>
                  <a:srgbClr val="0070C0"/>
                </a:solidFill>
              </a:rPr>
              <a:t> DSLK </a:t>
            </a:r>
            <a:r>
              <a:rPr lang="en-US" dirty="0" err="1" smtClean="0">
                <a:solidFill>
                  <a:srgbClr val="0070C0"/>
                </a:solidFill>
              </a:rPr>
              <a:t>đơn</a:t>
            </a:r>
            <a:endParaRPr lang="en-US" dirty="0">
              <a:solidFill>
                <a:srgbClr val="0070C0"/>
              </a:solidFill>
            </a:endParaRPr>
          </a:p>
        </p:txBody>
      </p:sp>
    </p:spTree>
    <p:extLst>
      <p:ext uri="{BB962C8B-B14F-4D97-AF65-F5344CB8AC3E}">
        <p14:creationId xmlns:p14="http://schemas.microsoft.com/office/powerpoint/2010/main" val="128641196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373229"/>
            <a:ext cx="10058400" cy="759871"/>
          </a:xfrm>
        </p:spPr>
        <p:txBody>
          <a:bodyPr/>
          <a:lstStyle/>
          <a:p>
            <a:r>
              <a:rPr lang="en-US" dirty="0" err="1" smtClean="0">
                <a:solidFill>
                  <a:srgbClr val="0070C0"/>
                </a:solidFill>
              </a:rPr>
              <a:t>Bài</a:t>
            </a:r>
            <a:r>
              <a:rPr lang="en-US" dirty="0" smtClean="0">
                <a:solidFill>
                  <a:srgbClr val="0070C0"/>
                </a:solidFill>
              </a:rPr>
              <a:t> </a:t>
            </a:r>
            <a:r>
              <a:rPr lang="en-US" dirty="0" err="1" smtClean="0">
                <a:solidFill>
                  <a:srgbClr val="0070C0"/>
                </a:solidFill>
              </a:rPr>
              <a:t>tập</a:t>
            </a:r>
            <a:endParaRPr lang="en-US" dirty="0">
              <a:solidFill>
                <a:srgbClr val="0070C0"/>
              </a:solidFill>
            </a:endParaRPr>
          </a:p>
        </p:txBody>
      </p:sp>
      <p:sp>
        <p:nvSpPr>
          <p:cNvPr id="3" name="Content Placeholder 2"/>
          <p:cNvSpPr>
            <a:spLocks noGrp="1"/>
          </p:cNvSpPr>
          <p:nvPr>
            <p:ph idx="1"/>
          </p:nvPr>
        </p:nvSpPr>
        <p:spPr>
          <a:xfrm>
            <a:off x="279133" y="1272493"/>
            <a:ext cx="11723569" cy="4905859"/>
          </a:xfrm>
        </p:spPr>
        <p:txBody>
          <a:bodyPr>
            <a:normAutofit fontScale="85000" lnSpcReduction="10000"/>
          </a:bodyPr>
          <a:lstStyle/>
          <a:p>
            <a:pPr marL="0" indent="0">
              <a:lnSpc>
                <a:spcPct val="150000"/>
              </a:lnSpc>
              <a:buNone/>
            </a:pPr>
            <a:r>
              <a:rPr lang="en-US" b="1" dirty="0" err="1" smtClean="0"/>
              <a:t>Bài</a:t>
            </a:r>
            <a:r>
              <a:rPr lang="en-US" b="1" dirty="0" smtClean="0"/>
              <a:t> 1.</a:t>
            </a:r>
            <a:r>
              <a:rPr lang="en-US" dirty="0" smtClean="0"/>
              <a:t> SV </a:t>
            </a:r>
            <a:r>
              <a:rPr lang="en-US" dirty="0" err="1" smtClean="0"/>
              <a:t>tự</a:t>
            </a:r>
            <a:r>
              <a:rPr lang="en-US" dirty="0" smtClean="0"/>
              <a:t> </a:t>
            </a:r>
            <a:r>
              <a:rPr lang="en-US" dirty="0" err="1" smtClean="0"/>
              <a:t>cài</a:t>
            </a:r>
            <a:r>
              <a:rPr lang="en-US" dirty="0" smtClean="0"/>
              <a:t> </a:t>
            </a:r>
            <a:r>
              <a:rPr lang="en-US" dirty="0" err="1" smtClean="0"/>
              <a:t>đặt</a:t>
            </a:r>
            <a:r>
              <a:rPr lang="en-US" dirty="0" smtClean="0"/>
              <a:t> </a:t>
            </a:r>
            <a:r>
              <a:rPr lang="en-US" dirty="0" err="1" smtClean="0"/>
              <a:t>các</a:t>
            </a:r>
            <a:r>
              <a:rPr lang="en-US" dirty="0" smtClean="0"/>
              <a:t> </a:t>
            </a:r>
            <a:r>
              <a:rPr lang="en-US" dirty="0" err="1" smtClean="0"/>
              <a:t>hàm</a:t>
            </a:r>
            <a:r>
              <a:rPr lang="en-US" dirty="0" smtClean="0"/>
              <a:t> </a:t>
            </a:r>
            <a:r>
              <a:rPr lang="en-US" dirty="0" err="1" smtClean="0"/>
              <a:t>còn</a:t>
            </a:r>
            <a:r>
              <a:rPr lang="en-US" dirty="0" smtClean="0"/>
              <a:t> </a:t>
            </a:r>
            <a:r>
              <a:rPr lang="en-US" dirty="0" err="1" smtClean="0"/>
              <a:t>lại</a:t>
            </a:r>
            <a:r>
              <a:rPr lang="en-US" dirty="0" smtClean="0"/>
              <a:t> </a:t>
            </a:r>
            <a:r>
              <a:rPr lang="en-US" dirty="0" err="1" smtClean="0"/>
              <a:t>của</a:t>
            </a:r>
            <a:r>
              <a:rPr lang="en-US" dirty="0" smtClean="0"/>
              <a:t> Queue </a:t>
            </a:r>
            <a:r>
              <a:rPr lang="en-US" dirty="0" err="1" smtClean="0"/>
              <a:t>theo</a:t>
            </a:r>
            <a:r>
              <a:rPr lang="en-US" dirty="0" smtClean="0"/>
              <a:t> </a:t>
            </a:r>
            <a:r>
              <a:rPr lang="en-US" dirty="0" err="1" smtClean="0"/>
              <a:t>khai</a:t>
            </a:r>
            <a:r>
              <a:rPr lang="en-US" dirty="0" smtClean="0"/>
              <a:t> </a:t>
            </a:r>
            <a:r>
              <a:rPr lang="en-US" dirty="0" err="1" smtClean="0"/>
              <a:t>báo</a:t>
            </a:r>
            <a:r>
              <a:rPr lang="en-US" dirty="0" smtClean="0"/>
              <a:t> </a:t>
            </a:r>
            <a:r>
              <a:rPr lang="en-US" dirty="0" err="1" smtClean="0"/>
              <a:t>trên</a:t>
            </a:r>
            <a:r>
              <a:rPr lang="en-US" dirty="0" smtClean="0"/>
              <a:t>.</a:t>
            </a:r>
          </a:p>
          <a:p>
            <a:pPr marL="0" indent="0">
              <a:lnSpc>
                <a:spcPct val="150000"/>
              </a:lnSpc>
              <a:buNone/>
            </a:pPr>
            <a:r>
              <a:rPr lang="en-US" b="1" dirty="0" err="1" smtClean="0"/>
              <a:t>Bài</a:t>
            </a:r>
            <a:r>
              <a:rPr lang="en-US" b="1" dirty="0" smtClean="0"/>
              <a:t> 2.</a:t>
            </a:r>
            <a:r>
              <a:rPr lang="en-US" dirty="0" smtClean="0"/>
              <a:t> </a:t>
            </a:r>
            <a:r>
              <a:rPr lang="en-US" dirty="0" err="1" smtClean="0"/>
              <a:t>Trong</a:t>
            </a:r>
            <a:r>
              <a:rPr lang="en-US" dirty="0" smtClean="0"/>
              <a:t> </a:t>
            </a:r>
            <a:r>
              <a:rPr lang="en-US" dirty="0" err="1" smtClean="0"/>
              <a:t>phòng</a:t>
            </a:r>
            <a:r>
              <a:rPr lang="en-US" dirty="0" smtClean="0"/>
              <a:t> </a:t>
            </a:r>
            <a:r>
              <a:rPr lang="en-US" dirty="0" err="1" smtClean="0"/>
              <a:t>đào</a:t>
            </a:r>
            <a:r>
              <a:rPr lang="en-US" dirty="0" smtClean="0"/>
              <a:t> </a:t>
            </a:r>
            <a:r>
              <a:rPr lang="en-US" dirty="0" err="1" smtClean="0"/>
              <a:t>tạo</a:t>
            </a:r>
            <a:r>
              <a:rPr lang="en-US" dirty="0" smtClean="0"/>
              <a:t> </a:t>
            </a:r>
            <a:r>
              <a:rPr lang="en-US" err="1" smtClean="0"/>
              <a:t>trường</a:t>
            </a:r>
            <a:r>
              <a:rPr lang="en-US" smtClean="0"/>
              <a:t> VanHien, </a:t>
            </a:r>
            <a:r>
              <a:rPr lang="en-US" dirty="0" err="1" smtClean="0"/>
              <a:t>có</a:t>
            </a:r>
            <a:r>
              <a:rPr lang="en-US" dirty="0" smtClean="0"/>
              <a:t> 3 </a:t>
            </a:r>
            <a:r>
              <a:rPr lang="en-US" dirty="0" err="1" smtClean="0"/>
              <a:t>máy</a:t>
            </a:r>
            <a:r>
              <a:rPr lang="en-US" dirty="0" smtClean="0"/>
              <a:t> </a:t>
            </a:r>
            <a:r>
              <a:rPr lang="en-US" dirty="0" err="1" smtClean="0"/>
              <a:t>tính</a:t>
            </a:r>
            <a:r>
              <a:rPr lang="en-US" dirty="0" smtClean="0"/>
              <a:t> (client) </a:t>
            </a:r>
            <a:r>
              <a:rPr lang="en-US" dirty="0" err="1" smtClean="0"/>
              <a:t>cùng</a:t>
            </a:r>
            <a:r>
              <a:rPr lang="en-US" dirty="0" smtClean="0"/>
              <a:t> </a:t>
            </a:r>
            <a:r>
              <a:rPr lang="en-US" dirty="0" err="1" smtClean="0"/>
              <a:t>kết</a:t>
            </a:r>
            <a:r>
              <a:rPr lang="en-US" dirty="0" smtClean="0"/>
              <a:t> </a:t>
            </a:r>
            <a:r>
              <a:rPr lang="en-US" dirty="0" err="1" smtClean="0"/>
              <a:t>nối</a:t>
            </a:r>
            <a:r>
              <a:rPr lang="en-US" dirty="0" smtClean="0"/>
              <a:t> </a:t>
            </a:r>
            <a:r>
              <a:rPr lang="en-US" dirty="0" err="1" smtClean="0"/>
              <a:t>và</a:t>
            </a:r>
            <a:r>
              <a:rPr lang="en-US" dirty="0" smtClean="0"/>
              <a:t> </a:t>
            </a:r>
            <a:r>
              <a:rPr lang="en-US" dirty="0" err="1" smtClean="0"/>
              <a:t>dùng</a:t>
            </a:r>
            <a:r>
              <a:rPr lang="en-US" dirty="0" smtClean="0"/>
              <a:t> </a:t>
            </a:r>
            <a:r>
              <a:rPr lang="en-US" dirty="0" err="1" smtClean="0"/>
              <a:t>chung</a:t>
            </a:r>
            <a:r>
              <a:rPr lang="en-US" dirty="0" smtClean="0"/>
              <a:t> </a:t>
            </a:r>
            <a:r>
              <a:rPr lang="en-US" dirty="0" err="1" smtClean="0"/>
              <a:t>một</a:t>
            </a:r>
            <a:r>
              <a:rPr lang="en-US" dirty="0" smtClean="0"/>
              <a:t> </a:t>
            </a:r>
            <a:r>
              <a:rPr lang="en-US" dirty="0" err="1" smtClean="0"/>
              <a:t>máy</a:t>
            </a:r>
            <a:r>
              <a:rPr lang="en-US" dirty="0" smtClean="0"/>
              <a:t> in. </a:t>
            </a:r>
            <a:r>
              <a:rPr lang="en-US" dirty="0" err="1" smtClean="0"/>
              <a:t>Máy</a:t>
            </a:r>
            <a:r>
              <a:rPr lang="en-US" dirty="0" smtClean="0"/>
              <a:t> in </a:t>
            </a:r>
            <a:r>
              <a:rPr lang="en-US" dirty="0" err="1" smtClean="0"/>
              <a:t>thiết</a:t>
            </a:r>
            <a:r>
              <a:rPr lang="en-US" dirty="0" smtClean="0"/>
              <a:t> </a:t>
            </a:r>
            <a:r>
              <a:rPr lang="en-US" dirty="0" err="1" smtClean="0"/>
              <a:t>lập</a:t>
            </a:r>
            <a:r>
              <a:rPr lang="en-US" dirty="0" smtClean="0"/>
              <a:t> </a:t>
            </a:r>
            <a:r>
              <a:rPr lang="en-US" dirty="0" err="1" smtClean="0"/>
              <a:t>dãy</a:t>
            </a:r>
            <a:r>
              <a:rPr lang="en-US" dirty="0" smtClean="0"/>
              <a:t> </a:t>
            </a:r>
            <a:r>
              <a:rPr lang="en-US" dirty="0" err="1" smtClean="0"/>
              <a:t>các</a:t>
            </a:r>
            <a:r>
              <a:rPr lang="en-US" dirty="0" smtClean="0"/>
              <a:t> </a:t>
            </a:r>
            <a:r>
              <a:rPr lang="en-US" dirty="0" err="1" smtClean="0"/>
              <a:t>lệnh</a:t>
            </a:r>
            <a:r>
              <a:rPr lang="en-US" dirty="0" smtClean="0"/>
              <a:t> </a:t>
            </a:r>
            <a:r>
              <a:rPr lang="en-US" dirty="0" err="1" smtClean="0"/>
              <a:t>chờ</a:t>
            </a:r>
            <a:r>
              <a:rPr lang="en-US" dirty="0" smtClean="0"/>
              <a:t> in </a:t>
            </a:r>
            <a:r>
              <a:rPr lang="en-US" dirty="0" err="1" smtClean="0"/>
              <a:t>cho</a:t>
            </a:r>
            <a:r>
              <a:rPr lang="en-US" dirty="0" smtClean="0"/>
              <a:t> </a:t>
            </a:r>
            <a:r>
              <a:rPr lang="en-US" dirty="0" err="1" smtClean="0"/>
              <a:t>các</a:t>
            </a:r>
            <a:r>
              <a:rPr lang="en-US" dirty="0" smtClean="0"/>
              <a:t> file </a:t>
            </a:r>
            <a:r>
              <a:rPr lang="en-US" dirty="0" err="1" smtClean="0"/>
              <a:t>được</a:t>
            </a:r>
            <a:r>
              <a:rPr lang="en-US" dirty="0" smtClean="0"/>
              <a:t> </a:t>
            </a:r>
            <a:r>
              <a:rPr lang="en-US" dirty="0" err="1" smtClean="0"/>
              <a:t>chọn</a:t>
            </a:r>
            <a:r>
              <a:rPr lang="en-US" dirty="0" smtClean="0"/>
              <a:t> in </a:t>
            </a:r>
            <a:r>
              <a:rPr lang="en-US" dirty="0" err="1" smtClean="0"/>
              <a:t>từ</a:t>
            </a:r>
            <a:r>
              <a:rPr lang="en-US" dirty="0" smtClean="0"/>
              <a:t> client </a:t>
            </a:r>
            <a:r>
              <a:rPr lang="en-US" dirty="0" err="1" smtClean="0"/>
              <a:t>theo</a:t>
            </a:r>
            <a:r>
              <a:rPr lang="en-US" dirty="0" smtClean="0"/>
              <a:t> </a:t>
            </a:r>
            <a:r>
              <a:rPr lang="en-US" dirty="0" err="1" smtClean="0"/>
              <a:t>nguyên</a:t>
            </a:r>
            <a:r>
              <a:rPr lang="en-US" dirty="0" smtClean="0"/>
              <a:t> </a:t>
            </a:r>
            <a:r>
              <a:rPr lang="en-US" dirty="0" err="1" smtClean="0"/>
              <a:t>tắc</a:t>
            </a:r>
            <a:r>
              <a:rPr lang="en-US" dirty="0" smtClean="0"/>
              <a:t> </a:t>
            </a:r>
            <a:r>
              <a:rPr lang="en-US" dirty="0" err="1" smtClean="0"/>
              <a:t>của</a:t>
            </a:r>
            <a:r>
              <a:rPr lang="en-US" dirty="0" smtClean="0"/>
              <a:t>  Queue. </a:t>
            </a:r>
            <a:r>
              <a:rPr lang="en-US" dirty="0" err="1" smtClean="0"/>
              <a:t>Giả</a:t>
            </a:r>
            <a:r>
              <a:rPr lang="en-US" dirty="0" smtClean="0"/>
              <a:t> </a:t>
            </a:r>
            <a:r>
              <a:rPr lang="en-US" dirty="0" err="1" smtClean="0"/>
              <a:t>sử</a:t>
            </a:r>
            <a:r>
              <a:rPr lang="en-US" dirty="0" smtClean="0"/>
              <a:t> </a:t>
            </a:r>
            <a:r>
              <a:rPr lang="en-US" dirty="0" err="1" smtClean="0"/>
              <a:t>có</a:t>
            </a:r>
            <a:r>
              <a:rPr lang="en-US" dirty="0" smtClean="0"/>
              <a:t> 3 </a:t>
            </a:r>
            <a:r>
              <a:rPr lang="en-US" dirty="0" err="1" smtClean="0"/>
              <a:t>mảng</a:t>
            </a:r>
            <a:r>
              <a:rPr lang="en-US" dirty="0" smtClean="0"/>
              <a:t> 1 </a:t>
            </a:r>
            <a:r>
              <a:rPr lang="en-US" dirty="0" err="1" smtClean="0"/>
              <a:t>chiều</a:t>
            </a:r>
            <a:r>
              <a:rPr lang="en-US" dirty="0"/>
              <a:t> </a:t>
            </a:r>
            <a:r>
              <a:rPr lang="en-US" dirty="0" err="1" smtClean="0"/>
              <a:t>chứa</a:t>
            </a:r>
            <a:r>
              <a:rPr lang="en-US" dirty="0" smtClean="0"/>
              <a:t> </a:t>
            </a:r>
            <a:r>
              <a:rPr lang="en-US" dirty="0" err="1" smtClean="0"/>
              <a:t>dãy</a:t>
            </a:r>
            <a:r>
              <a:rPr lang="en-US" dirty="0" smtClean="0"/>
              <a:t> </a:t>
            </a:r>
            <a:r>
              <a:rPr lang="en-US" dirty="0" err="1" smtClean="0"/>
              <a:t>các</a:t>
            </a:r>
            <a:r>
              <a:rPr lang="en-US" dirty="0" smtClean="0"/>
              <a:t> file </a:t>
            </a:r>
            <a:r>
              <a:rPr lang="en-US" dirty="0" err="1" smtClean="0"/>
              <a:t>của</a:t>
            </a:r>
            <a:r>
              <a:rPr lang="en-US" dirty="0" smtClean="0"/>
              <a:t> 3 client. </a:t>
            </a:r>
          </a:p>
          <a:p>
            <a:pPr marL="0" indent="0">
              <a:lnSpc>
                <a:spcPct val="150000"/>
              </a:lnSpc>
              <a:buNone/>
            </a:pPr>
            <a:r>
              <a:rPr lang="en-US" dirty="0" smtClean="0"/>
              <a:t>A = {a1,a2,a3,…,an); B = {b1, b2, …, </a:t>
            </a:r>
            <a:r>
              <a:rPr lang="en-US" dirty="0" err="1" smtClean="0"/>
              <a:t>bn</a:t>
            </a:r>
            <a:r>
              <a:rPr lang="en-US" dirty="0" smtClean="0"/>
              <a:t>}; C = {c1, c2, …, </a:t>
            </a:r>
            <a:r>
              <a:rPr lang="en-US" dirty="0" err="1" smtClean="0"/>
              <a:t>cn</a:t>
            </a:r>
            <a:r>
              <a:rPr lang="en-US" dirty="0" smtClean="0"/>
              <a:t>}</a:t>
            </a:r>
          </a:p>
          <a:p>
            <a:pPr marL="0" indent="0">
              <a:lnSpc>
                <a:spcPct val="150000"/>
              </a:lnSpc>
              <a:buNone/>
            </a:pPr>
            <a:r>
              <a:rPr lang="en-US" dirty="0" err="1" smtClean="0"/>
              <a:t>Hãy</a:t>
            </a:r>
            <a:r>
              <a:rPr lang="en-US" dirty="0" smtClean="0"/>
              <a:t> </a:t>
            </a:r>
            <a:r>
              <a:rPr lang="en-US" dirty="0" err="1" smtClean="0"/>
              <a:t>viết</a:t>
            </a:r>
            <a:r>
              <a:rPr lang="en-US" dirty="0" smtClean="0"/>
              <a:t> </a:t>
            </a:r>
            <a:r>
              <a:rPr lang="en-US" dirty="0" err="1" smtClean="0"/>
              <a:t>chương</a:t>
            </a:r>
            <a:r>
              <a:rPr lang="en-US" dirty="0" smtClean="0"/>
              <a:t> </a:t>
            </a:r>
            <a:r>
              <a:rPr lang="en-US" dirty="0" err="1" smtClean="0"/>
              <a:t>trình</a:t>
            </a:r>
            <a:r>
              <a:rPr lang="en-US" dirty="0" smtClean="0"/>
              <a:t> minh </a:t>
            </a:r>
            <a:r>
              <a:rPr lang="en-US" dirty="0" err="1" smtClean="0"/>
              <a:t>họa</a:t>
            </a:r>
            <a:r>
              <a:rPr lang="en-US" dirty="0" smtClean="0"/>
              <a:t> </a:t>
            </a:r>
            <a:r>
              <a:rPr lang="en-US" dirty="0" err="1" smtClean="0"/>
              <a:t>việc</a:t>
            </a:r>
            <a:r>
              <a:rPr lang="en-US" dirty="0" smtClean="0"/>
              <a:t> </a:t>
            </a:r>
            <a:r>
              <a:rPr lang="en-US" dirty="0" err="1" smtClean="0"/>
              <a:t>xếp</a:t>
            </a:r>
            <a:r>
              <a:rPr lang="en-US" dirty="0" smtClean="0"/>
              <a:t> </a:t>
            </a:r>
            <a:r>
              <a:rPr lang="en-US" dirty="0" err="1" smtClean="0"/>
              <a:t>lịch</a:t>
            </a:r>
            <a:r>
              <a:rPr lang="en-US" dirty="0" smtClean="0"/>
              <a:t> </a:t>
            </a:r>
            <a:r>
              <a:rPr lang="en-US" dirty="0" err="1" smtClean="0"/>
              <a:t>chờ</a:t>
            </a:r>
            <a:r>
              <a:rPr lang="en-US" dirty="0" smtClean="0"/>
              <a:t> in </a:t>
            </a:r>
            <a:r>
              <a:rPr lang="en-US" dirty="0" err="1" smtClean="0"/>
              <a:t>và</a:t>
            </a:r>
            <a:r>
              <a:rPr lang="en-US" dirty="0" smtClean="0"/>
              <a:t> </a:t>
            </a:r>
            <a:r>
              <a:rPr lang="en-US" dirty="0" err="1" smtClean="0"/>
              <a:t>thứ</a:t>
            </a:r>
            <a:r>
              <a:rPr lang="en-US" dirty="0" smtClean="0"/>
              <a:t> </a:t>
            </a:r>
            <a:r>
              <a:rPr lang="en-US" dirty="0" err="1" smtClean="0"/>
              <a:t>tự</a:t>
            </a:r>
            <a:r>
              <a:rPr lang="en-US" dirty="0" smtClean="0"/>
              <a:t> in </a:t>
            </a:r>
            <a:r>
              <a:rPr lang="en-US" dirty="0" err="1" smtClean="0"/>
              <a:t>các</a:t>
            </a:r>
            <a:r>
              <a:rPr lang="en-US" dirty="0" smtClean="0"/>
              <a:t> </a:t>
            </a:r>
            <a:r>
              <a:rPr lang="en-US" dirty="0" err="1" smtClean="0"/>
              <a:t>tập</a:t>
            </a:r>
            <a:r>
              <a:rPr lang="en-US" dirty="0" smtClean="0"/>
              <a:t> tin </a:t>
            </a:r>
            <a:r>
              <a:rPr lang="en-US" dirty="0" err="1" smtClean="0"/>
              <a:t>từ</a:t>
            </a:r>
            <a:r>
              <a:rPr lang="en-US" dirty="0" smtClean="0"/>
              <a:t> 3 </a:t>
            </a:r>
            <a:r>
              <a:rPr lang="en-US" dirty="0" err="1" smtClean="0"/>
              <a:t>máy</a:t>
            </a:r>
            <a:r>
              <a:rPr lang="en-US" dirty="0" smtClean="0"/>
              <a:t> client:</a:t>
            </a:r>
          </a:p>
          <a:p>
            <a:pPr>
              <a:lnSpc>
                <a:spcPct val="150000"/>
              </a:lnSpc>
              <a:buFontTx/>
              <a:buChar char="-"/>
            </a:pPr>
            <a:r>
              <a:rPr lang="en-US" i="1" dirty="0" err="1" smtClean="0"/>
              <a:t>Tạo</a:t>
            </a:r>
            <a:r>
              <a:rPr lang="en-US" i="1" dirty="0" smtClean="0"/>
              <a:t> </a:t>
            </a:r>
            <a:r>
              <a:rPr lang="en-US" i="1" dirty="0" err="1" smtClean="0"/>
              <a:t>mảng</a:t>
            </a:r>
            <a:r>
              <a:rPr lang="en-US" i="1" dirty="0" smtClean="0"/>
              <a:t> 1 </a:t>
            </a:r>
            <a:r>
              <a:rPr lang="en-US" i="1" dirty="0" err="1" smtClean="0"/>
              <a:t>chiều</a:t>
            </a:r>
            <a:r>
              <a:rPr lang="en-US" i="1" dirty="0" smtClean="0"/>
              <a:t> D </a:t>
            </a:r>
            <a:r>
              <a:rPr lang="en-US" i="1" dirty="0" err="1" smtClean="0"/>
              <a:t>chứa</a:t>
            </a:r>
            <a:r>
              <a:rPr lang="en-US" i="1" dirty="0" smtClean="0"/>
              <a:t> </a:t>
            </a:r>
            <a:r>
              <a:rPr lang="en-US" i="1" dirty="0" err="1" smtClean="0"/>
              <a:t>dãy</a:t>
            </a:r>
            <a:r>
              <a:rPr lang="en-US" i="1" dirty="0" smtClean="0"/>
              <a:t> </a:t>
            </a:r>
            <a:r>
              <a:rPr lang="en-US" i="1" dirty="0" err="1" smtClean="0"/>
              <a:t>các</a:t>
            </a:r>
            <a:r>
              <a:rPr lang="en-US" i="1" dirty="0" smtClean="0"/>
              <a:t> </a:t>
            </a:r>
            <a:r>
              <a:rPr lang="en-US" i="1" dirty="0" err="1" smtClean="0"/>
              <a:t>tập</a:t>
            </a:r>
            <a:r>
              <a:rPr lang="en-US" i="1" dirty="0" smtClean="0"/>
              <a:t> tin </a:t>
            </a:r>
            <a:r>
              <a:rPr lang="en-US" i="1" dirty="0" err="1" smtClean="0"/>
              <a:t>chờ</a:t>
            </a:r>
            <a:r>
              <a:rPr lang="en-US" i="1" dirty="0" smtClean="0"/>
              <a:t> in </a:t>
            </a:r>
            <a:r>
              <a:rPr lang="en-US" i="1" dirty="0" err="1" smtClean="0"/>
              <a:t>từ</a:t>
            </a:r>
            <a:r>
              <a:rPr lang="en-US" i="1" dirty="0" smtClean="0"/>
              <a:t> 3 </a:t>
            </a:r>
            <a:r>
              <a:rPr lang="en-US" i="1" dirty="0" err="1" smtClean="0"/>
              <a:t>máy</a:t>
            </a:r>
            <a:r>
              <a:rPr lang="en-US" i="1" dirty="0" smtClean="0"/>
              <a:t> client.</a:t>
            </a:r>
          </a:p>
          <a:p>
            <a:pPr>
              <a:lnSpc>
                <a:spcPct val="150000"/>
              </a:lnSpc>
              <a:buFontTx/>
              <a:buChar char="-"/>
            </a:pPr>
            <a:r>
              <a:rPr lang="en-US" i="1" dirty="0" err="1" smtClean="0"/>
              <a:t>Chọn</a:t>
            </a:r>
            <a:r>
              <a:rPr lang="en-US" i="1" dirty="0" smtClean="0"/>
              <a:t> </a:t>
            </a:r>
            <a:r>
              <a:rPr lang="en-US" i="1" dirty="0" err="1" smtClean="0"/>
              <a:t>ngẫu</a:t>
            </a:r>
            <a:r>
              <a:rPr lang="en-US" i="1" dirty="0" smtClean="0"/>
              <a:t> </a:t>
            </a:r>
            <a:r>
              <a:rPr lang="en-US" i="1" dirty="0" err="1" smtClean="0"/>
              <a:t>nhiên</a:t>
            </a:r>
            <a:r>
              <a:rPr lang="en-US" i="1" dirty="0" smtClean="0"/>
              <a:t> </a:t>
            </a:r>
            <a:r>
              <a:rPr lang="en-US" i="1" dirty="0" err="1" smtClean="0"/>
              <a:t>các</a:t>
            </a:r>
            <a:r>
              <a:rPr lang="en-US" i="1" dirty="0" smtClean="0"/>
              <a:t> </a:t>
            </a:r>
            <a:r>
              <a:rPr lang="en-US" i="1" dirty="0" err="1" smtClean="0"/>
              <a:t>giá</a:t>
            </a:r>
            <a:r>
              <a:rPr lang="en-US" i="1" dirty="0" smtClean="0"/>
              <a:t> </a:t>
            </a:r>
            <a:r>
              <a:rPr lang="en-US" i="1" dirty="0" err="1" smtClean="0"/>
              <a:t>trị</a:t>
            </a:r>
            <a:r>
              <a:rPr lang="en-US" i="1" dirty="0" smtClean="0"/>
              <a:t> </a:t>
            </a:r>
            <a:r>
              <a:rPr lang="en-US" i="1" dirty="0" err="1" smtClean="0"/>
              <a:t>lần</a:t>
            </a:r>
            <a:r>
              <a:rPr lang="en-US" i="1" dirty="0" smtClean="0"/>
              <a:t> </a:t>
            </a:r>
            <a:r>
              <a:rPr lang="en-US" i="1" dirty="0" err="1" smtClean="0"/>
              <a:t>lượt</a:t>
            </a:r>
            <a:r>
              <a:rPr lang="en-US" i="1" dirty="0" smtClean="0"/>
              <a:t> </a:t>
            </a:r>
            <a:r>
              <a:rPr lang="en-US" i="1" dirty="0" err="1" smtClean="0"/>
              <a:t>của</a:t>
            </a:r>
            <a:r>
              <a:rPr lang="en-US" i="1" dirty="0" smtClean="0"/>
              <a:t> 3 </a:t>
            </a:r>
            <a:r>
              <a:rPr lang="en-US" i="1" dirty="0" err="1" smtClean="0"/>
              <a:t>mảng</a:t>
            </a:r>
            <a:r>
              <a:rPr lang="en-US" i="1" dirty="0" smtClean="0"/>
              <a:t> </a:t>
            </a:r>
            <a:r>
              <a:rPr lang="en-US" i="1" dirty="0" err="1" smtClean="0"/>
              <a:t>đưa</a:t>
            </a:r>
            <a:r>
              <a:rPr lang="en-US" i="1" dirty="0" smtClean="0"/>
              <a:t> </a:t>
            </a:r>
            <a:r>
              <a:rPr lang="en-US" i="1" dirty="0" err="1" smtClean="0"/>
              <a:t>vào</a:t>
            </a:r>
            <a:r>
              <a:rPr lang="en-US" i="1" dirty="0" smtClean="0"/>
              <a:t> D. </a:t>
            </a:r>
            <a:r>
              <a:rPr lang="en-US" i="1" dirty="0" smtClean="0">
                <a:sym typeface="Wingdings" panose="05000000000000000000" pitchFamily="2" charset="2"/>
              </a:rPr>
              <a:t> 3 client </a:t>
            </a:r>
            <a:r>
              <a:rPr lang="en-US" i="1" dirty="0" err="1" smtClean="0">
                <a:sym typeface="Wingdings" panose="05000000000000000000" pitchFamily="2" charset="2"/>
              </a:rPr>
              <a:t>chọn</a:t>
            </a:r>
            <a:r>
              <a:rPr lang="en-US" i="1" dirty="0" smtClean="0">
                <a:sym typeface="Wingdings" panose="05000000000000000000" pitchFamily="2" charset="2"/>
              </a:rPr>
              <a:t> in, queue </a:t>
            </a:r>
            <a:r>
              <a:rPr lang="en-US" i="1" dirty="0" err="1" smtClean="0">
                <a:sym typeface="Wingdings" panose="05000000000000000000" pitchFamily="2" charset="2"/>
              </a:rPr>
              <a:t>xếp</a:t>
            </a:r>
            <a:r>
              <a:rPr lang="en-US" i="1" dirty="0" smtClean="0">
                <a:sym typeface="Wingdings" panose="05000000000000000000" pitchFamily="2" charset="2"/>
              </a:rPr>
              <a:t> </a:t>
            </a:r>
            <a:r>
              <a:rPr lang="en-US" i="1" dirty="0" err="1" smtClean="0">
                <a:sym typeface="Wingdings" panose="05000000000000000000" pitchFamily="2" charset="2"/>
              </a:rPr>
              <a:t>thứ</a:t>
            </a:r>
            <a:r>
              <a:rPr lang="en-US" i="1" dirty="0" smtClean="0">
                <a:sym typeface="Wingdings" panose="05000000000000000000" pitchFamily="2" charset="2"/>
              </a:rPr>
              <a:t> </a:t>
            </a:r>
            <a:r>
              <a:rPr lang="en-US" i="1" dirty="0" err="1" smtClean="0">
                <a:sym typeface="Wingdings" panose="05000000000000000000" pitchFamily="2" charset="2"/>
              </a:rPr>
              <a:t>tự</a:t>
            </a:r>
            <a:r>
              <a:rPr lang="en-US" i="1" dirty="0" smtClean="0">
                <a:sym typeface="Wingdings" panose="05000000000000000000" pitchFamily="2" charset="2"/>
              </a:rPr>
              <a:t> </a:t>
            </a:r>
            <a:r>
              <a:rPr lang="en-US" i="1" dirty="0" err="1" smtClean="0">
                <a:sym typeface="Wingdings" panose="05000000000000000000" pitchFamily="2" charset="2"/>
              </a:rPr>
              <a:t>trước</a:t>
            </a:r>
            <a:r>
              <a:rPr lang="en-US" i="1" dirty="0" smtClean="0">
                <a:sym typeface="Wingdings" panose="05000000000000000000" pitchFamily="2" charset="2"/>
              </a:rPr>
              <a:t> </a:t>
            </a:r>
            <a:r>
              <a:rPr lang="en-US" i="1" dirty="0" err="1" smtClean="0">
                <a:sym typeface="Wingdings" panose="05000000000000000000" pitchFamily="2" charset="2"/>
              </a:rPr>
              <a:t>sau</a:t>
            </a:r>
            <a:r>
              <a:rPr lang="en-US" i="1" dirty="0" smtClean="0">
                <a:sym typeface="Wingdings" panose="05000000000000000000" pitchFamily="2" charset="2"/>
              </a:rPr>
              <a:t> </a:t>
            </a:r>
            <a:r>
              <a:rPr lang="en-US" i="1" dirty="0" err="1" smtClean="0">
                <a:sym typeface="Wingdings" panose="05000000000000000000" pitchFamily="2" charset="2"/>
              </a:rPr>
              <a:t>dựa</a:t>
            </a:r>
            <a:r>
              <a:rPr lang="en-US" i="1" dirty="0" smtClean="0">
                <a:sym typeface="Wingdings" panose="05000000000000000000" pitchFamily="2" charset="2"/>
              </a:rPr>
              <a:t> </a:t>
            </a:r>
            <a:r>
              <a:rPr lang="en-US" i="1" dirty="0" err="1" smtClean="0">
                <a:sym typeface="Wingdings" panose="05000000000000000000" pitchFamily="2" charset="2"/>
              </a:rPr>
              <a:t>vào</a:t>
            </a:r>
            <a:r>
              <a:rPr lang="en-US" i="1" dirty="0" smtClean="0">
                <a:sym typeface="Wingdings" panose="05000000000000000000" pitchFamily="2" charset="2"/>
              </a:rPr>
              <a:t> file </a:t>
            </a:r>
            <a:r>
              <a:rPr lang="en-US" i="1" dirty="0" err="1" smtClean="0">
                <a:sym typeface="Wingdings" panose="05000000000000000000" pitchFamily="2" charset="2"/>
              </a:rPr>
              <a:t>nào</a:t>
            </a:r>
            <a:r>
              <a:rPr lang="en-US" i="1" dirty="0" smtClean="0">
                <a:sym typeface="Wingdings" panose="05000000000000000000" pitchFamily="2" charset="2"/>
              </a:rPr>
              <a:t> </a:t>
            </a:r>
            <a:r>
              <a:rPr lang="en-US" i="1" dirty="0" err="1" smtClean="0">
                <a:sym typeface="Wingdings" panose="05000000000000000000" pitchFamily="2" charset="2"/>
              </a:rPr>
              <a:t>của</a:t>
            </a:r>
            <a:r>
              <a:rPr lang="en-US" i="1" dirty="0" smtClean="0">
                <a:sym typeface="Wingdings" panose="05000000000000000000" pitchFamily="2" charset="2"/>
              </a:rPr>
              <a:t> </a:t>
            </a:r>
            <a:r>
              <a:rPr lang="en-US" i="1" dirty="0" err="1" smtClean="0">
                <a:sym typeface="Wingdings" panose="05000000000000000000" pitchFamily="2" charset="2"/>
              </a:rPr>
              <a:t>máy</a:t>
            </a:r>
            <a:r>
              <a:rPr lang="en-US" i="1" dirty="0" smtClean="0">
                <a:sym typeface="Wingdings" panose="05000000000000000000" pitchFamily="2" charset="2"/>
              </a:rPr>
              <a:t> </a:t>
            </a:r>
            <a:r>
              <a:rPr lang="en-US" i="1" dirty="0" err="1" smtClean="0">
                <a:sym typeface="Wingdings" panose="05000000000000000000" pitchFamily="2" charset="2"/>
              </a:rPr>
              <a:t>nào</a:t>
            </a:r>
            <a:r>
              <a:rPr lang="en-US" i="1" dirty="0" smtClean="0">
                <a:sym typeface="Wingdings" panose="05000000000000000000" pitchFamily="2" charset="2"/>
              </a:rPr>
              <a:t> </a:t>
            </a:r>
            <a:r>
              <a:rPr lang="en-US" i="1" dirty="0" err="1" smtClean="0">
                <a:sym typeface="Wingdings" panose="05000000000000000000" pitchFamily="2" charset="2"/>
              </a:rPr>
              <a:t>được</a:t>
            </a:r>
            <a:r>
              <a:rPr lang="en-US" i="1" dirty="0" smtClean="0">
                <a:sym typeface="Wingdings" panose="05000000000000000000" pitchFamily="2" charset="2"/>
              </a:rPr>
              <a:t> </a:t>
            </a:r>
            <a:r>
              <a:rPr lang="en-US" i="1" dirty="0" err="1" smtClean="0">
                <a:sym typeface="Wingdings" panose="05000000000000000000" pitchFamily="2" charset="2"/>
              </a:rPr>
              <a:t>chọn</a:t>
            </a:r>
            <a:r>
              <a:rPr lang="en-US" i="1" dirty="0" smtClean="0">
                <a:sym typeface="Wingdings" panose="05000000000000000000" pitchFamily="2" charset="2"/>
              </a:rPr>
              <a:t> in </a:t>
            </a:r>
            <a:r>
              <a:rPr lang="en-US" i="1" dirty="0" err="1" smtClean="0">
                <a:sym typeface="Wingdings" panose="05000000000000000000" pitchFamily="2" charset="2"/>
              </a:rPr>
              <a:t>trước</a:t>
            </a:r>
            <a:endParaRPr lang="en-US" i="1" dirty="0" smtClean="0"/>
          </a:p>
          <a:p>
            <a:pPr>
              <a:lnSpc>
                <a:spcPct val="150000"/>
              </a:lnSpc>
              <a:buFontTx/>
              <a:buChar char="-"/>
            </a:pPr>
            <a:r>
              <a:rPr lang="en-US" i="1" dirty="0" err="1" smtClean="0"/>
              <a:t>Xuất</a:t>
            </a:r>
            <a:r>
              <a:rPr lang="en-US" i="1" dirty="0" smtClean="0"/>
              <a:t> </a:t>
            </a:r>
            <a:r>
              <a:rPr lang="en-US" i="1" dirty="0" err="1" smtClean="0"/>
              <a:t>các</a:t>
            </a:r>
            <a:r>
              <a:rPr lang="en-US" i="1" dirty="0" smtClean="0"/>
              <a:t> </a:t>
            </a:r>
            <a:r>
              <a:rPr lang="en-US" i="1" dirty="0" err="1" smtClean="0"/>
              <a:t>giá</a:t>
            </a:r>
            <a:r>
              <a:rPr lang="en-US" i="1" dirty="0" smtClean="0"/>
              <a:t> </a:t>
            </a:r>
            <a:r>
              <a:rPr lang="en-US" i="1" dirty="0" err="1" smtClean="0"/>
              <a:t>trị</a:t>
            </a:r>
            <a:r>
              <a:rPr lang="en-US" i="1" dirty="0" smtClean="0"/>
              <a:t> </a:t>
            </a:r>
            <a:r>
              <a:rPr lang="en-US" i="1" dirty="0" err="1" smtClean="0"/>
              <a:t>lấy</a:t>
            </a:r>
            <a:r>
              <a:rPr lang="en-US" i="1" dirty="0" smtClean="0"/>
              <a:t> </a:t>
            </a:r>
            <a:r>
              <a:rPr lang="en-US" i="1" dirty="0" err="1" smtClean="0"/>
              <a:t>ra</a:t>
            </a:r>
            <a:r>
              <a:rPr lang="en-US" i="1" dirty="0" smtClean="0"/>
              <a:t> </a:t>
            </a:r>
            <a:r>
              <a:rPr lang="en-US" i="1" dirty="0" err="1" smtClean="0"/>
              <a:t>từ</a:t>
            </a:r>
            <a:r>
              <a:rPr lang="en-US" i="1" dirty="0" smtClean="0"/>
              <a:t> D </a:t>
            </a:r>
            <a:r>
              <a:rPr lang="en-US" i="1" dirty="0" smtClean="0">
                <a:sym typeface="Wingdings" panose="05000000000000000000" pitchFamily="2" charset="2"/>
              </a:rPr>
              <a:t> </a:t>
            </a:r>
            <a:r>
              <a:rPr lang="en-US" i="1" dirty="0" err="1" smtClean="0">
                <a:sym typeface="Wingdings" panose="05000000000000000000" pitchFamily="2" charset="2"/>
              </a:rPr>
              <a:t>thứ</a:t>
            </a:r>
            <a:r>
              <a:rPr lang="en-US" i="1" dirty="0" smtClean="0">
                <a:sym typeface="Wingdings" panose="05000000000000000000" pitchFamily="2" charset="2"/>
              </a:rPr>
              <a:t> </a:t>
            </a:r>
            <a:r>
              <a:rPr lang="en-US" i="1" dirty="0" err="1" smtClean="0">
                <a:sym typeface="Wingdings" panose="05000000000000000000" pitchFamily="2" charset="2"/>
              </a:rPr>
              <a:t>tự</a:t>
            </a:r>
            <a:r>
              <a:rPr lang="en-US" i="1" dirty="0" smtClean="0">
                <a:sym typeface="Wingdings" panose="05000000000000000000" pitchFamily="2" charset="2"/>
              </a:rPr>
              <a:t> </a:t>
            </a:r>
            <a:r>
              <a:rPr lang="en-US" i="1" dirty="0" err="1" smtClean="0">
                <a:sym typeface="Wingdings" panose="05000000000000000000" pitchFamily="2" charset="2"/>
              </a:rPr>
              <a:t>các</a:t>
            </a:r>
            <a:r>
              <a:rPr lang="en-US" i="1" dirty="0" smtClean="0">
                <a:sym typeface="Wingdings" panose="05000000000000000000" pitchFamily="2" charset="2"/>
              </a:rPr>
              <a:t> file </a:t>
            </a:r>
            <a:r>
              <a:rPr lang="en-US" i="1" dirty="0" err="1" smtClean="0">
                <a:sym typeface="Wingdings" panose="05000000000000000000" pitchFamily="2" charset="2"/>
              </a:rPr>
              <a:t>được</a:t>
            </a:r>
            <a:r>
              <a:rPr lang="en-US" i="1" dirty="0" smtClean="0">
                <a:sym typeface="Wingdings" panose="05000000000000000000" pitchFamily="2" charset="2"/>
              </a:rPr>
              <a:t> in </a:t>
            </a:r>
            <a:r>
              <a:rPr lang="en-US" i="1" dirty="0" err="1" smtClean="0">
                <a:sym typeface="Wingdings" panose="05000000000000000000" pitchFamily="2" charset="2"/>
              </a:rPr>
              <a:t>của</a:t>
            </a:r>
            <a:r>
              <a:rPr lang="en-US" i="1" dirty="0" smtClean="0">
                <a:sym typeface="Wingdings" panose="05000000000000000000" pitchFamily="2" charset="2"/>
              </a:rPr>
              <a:t> 3 client</a:t>
            </a:r>
            <a:endParaRPr lang="en-US" i="1" dirty="0"/>
          </a:p>
        </p:txBody>
      </p:sp>
      <p:sp>
        <p:nvSpPr>
          <p:cNvPr id="5" name="Slide Number Placeholder 4"/>
          <p:cNvSpPr>
            <a:spLocks noGrp="1"/>
          </p:cNvSpPr>
          <p:nvPr>
            <p:ph type="sldNum" sz="quarter" idx="12"/>
          </p:nvPr>
        </p:nvSpPr>
        <p:spPr/>
        <p:txBody>
          <a:bodyPr/>
          <a:lstStyle/>
          <a:p>
            <a:fld id="{B24627E5-2E3F-4AE1-995E-77E2B7EB78DF}" type="slidenum">
              <a:rPr lang="en-US" smtClean="0"/>
              <a:t>33</a:t>
            </a:fld>
            <a:endParaRPr lang="en-US"/>
          </a:p>
        </p:txBody>
      </p:sp>
    </p:spTree>
    <p:extLst>
      <p:ext uri="{BB962C8B-B14F-4D97-AF65-F5344CB8AC3E}">
        <p14:creationId xmlns:p14="http://schemas.microsoft.com/office/powerpoint/2010/main" val="176670038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363604"/>
            <a:ext cx="10058400" cy="759871"/>
          </a:xfrm>
        </p:spPr>
        <p:txBody>
          <a:bodyPr/>
          <a:lstStyle/>
          <a:p>
            <a:r>
              <a:rPr lang="en-US" dirty="0" err="1" smtClean="0">
                <a:solidFill>
                  <a:srgbClr val="0070C0"/>
                </a:solidFill>
              </a:rPr>
              <a:t>Bài</a:t>
            </a:r>
            <a:r>
              <a:rPr lang="en-US" dirty="0" smtClean="0">
                <a:solidFill>
                  <a:srgbClr val="0070C0"/>
                </a:solidFill>
              </a:rPr>
              <a:t> </a:t>
            </a:r>
            <a:r>
              <a:rPr lang="en-US" dirty="0" err="1" smtClean="0">
                <a:solidFill>
                  <a:srgbClr val="0070C0"/>
                </a:solidFill>
              </a:rPr>
              <a:t>tập</a:t>
            </a:r>
            <a:r>
              <a:rPr lang="en-US" dirty="0" smtClean="0">
                <a:solidFill>
                  <a:srgbClr val="0070C0"/>
                </a:solidFill>
              </a:rPr>
              <a:t> (</a:t>
            </a:r>
            <a:r>
              <a:rPr lang="en-US" dirty="0" err="1" smtClean="0">
                <a:solidFill>
                  <a:srgbClr val="0070C0"/>
                </a:solidFill>
              </a:rPr>
              <a:t>tt</a:t>
            </a:r>
            <a:r>
              <a:rPr lang="en-US" dirty="0" smtClean="0">
                <a:solidFill>
                  <a:srgbClr val="0070C0"/>
                </a:solidFill>
              </a:rPr>
              <a:t>)</a:t>
            </a:r>
            <a:endParaRPr lang="en-US" dirty="0">
              <a:solidFill>
                <a:srgbClr val="0070C0"/>
              </a:solidFill>
            </a:endParaRPr>
          </a:p>
        </p:txBody>
      </p:sp>
      <p:sp>
        <p:nvSpPr>
          <p:cNvPr id="3" name="Content Placeholder 2"/>
          <p:cNvSpPr>
            <a:spLocks noGrp="1"/>
          </p:cNvSpPr>
          <p:nvPr>
            <p:ph idx="1"/>
          </p:nvPr>
        </p:nvSpPr>
        <p:spPr>
          <a:xfrm>
            <a:off x="232011" y="1185407"/>
            <a:ext cx="11800331" cy="4905859"/>
          </a:xfrm>
        </p:spPr>
        <p:txBody>
          <a:bodyPr>
            <a:normAutofit fontScale="92500"/>
          </a:bodyPr>
          <a:lstStyle/>
          <a:p>
            <a:pPr marL="0" indent="0">
              <a:lnSpc>
                <a:spcPct val="130000"/>
              </a:lnSpc>
              <a:spcBef>
                <a:spcPts val="600"/>
              </a:spcBef>
              <a:buNone/>
            </a:pPr>
            <a:r>
              <a:rPr lang="en-US" b="1" dirty="0" err="1" smtClean="0"/>
              <a:t>Bài</a:t>
            </a:r>
            <a:r>
              <a:rPr lang="en-US" b="1" dirty="0" smtClean="0"/>
              <a:t> 3.</a:t>
            </a:r>
            <a:r>
              <a:rPr lang="en-US" dirty="0" smtClean="0"/>
              <a:t> An</a:t>
            </a:r>
            <a:r>
              <a:rPr lang="vi-VN" dirty="0" smtClean="0"/>
              <a:t> </a:t>
            </a:r>
            <a:r>
              <a:rPr lang="vi-VN" dirty="0"/>
              <a:t>có một cái điện thoại, màn hình điện thoại của </a:t>
            </a:r>
            <a:r>
              <a:rPr lang="en-US" dirty="0" smtClean="0"/>
              <a:t>An</a:t>
            </a:r>
            <a:r>
              <a:rPr lang="vi-VN" dirty="0" smtClean="0"/>
              <a:t> </a:t>
            </a:r>
            <a:r>
              <a:rPr lang="vi-VN" dirty="0"/>
              <a:t>chỉ hiển thị được tối đa </a:t>
            </a:r>
            <a:r>
              <a:rPr lang="vi-VN" i="1" dirty="0"/>
              <a:t>k</a:t>
            </a:r>
            <a:r>
              <a:rPr lang="vi-VN" dirty="0"/>
              <a:t> tin </a:t>
            </a:r>
            <a:r>
              <a:rPr lang="vi-VN" dirty="0" smtClean="0"/>
              <a:t>nhắn</a:t>
            </a:r>
            <a:r>
              <a:rPr lang="en-US" dirty="0" smtClean="0"/>
              <a:t> </a:t>
            </a:r>
            <a:r>
              <a:rPr lang="en-US" dirty="0" err="1" smtClean="0"/>
              <a:t>theo</a:t>
            </a:r>
            <a:r>
              <a:rPr lang="en-US" dirty="0" smtClean="0"/>
              <a:t> </a:t>
            </a:r>
            <a:r>
              <a:rPr lang="en-US" dirty="0" err="1" smtClean="0"/>
              <a:t>thứ</a:t>
            </a:r>
            <a:r>
              <a:rPr lang="en-US" dirty="0" smtClean="0"/>
              <a:t> </a:t>
            </a:r>
            <a:r>
              <a:rPr lang="en-US" dirty="0" err="1" smtClean="0"/>
              <a:t>tự</a:t>
            </a:r>
            <a:r>
              <a:rPr lang="en-US" dirty="0" smtClean="0"/>
              <a:t> </a:t>
            </a:r>
            <a:r>
              <a:rPr lang="en-US" dirty="0" err="1" smtClean="0"/>
              <a:t>từ</a:t>
            </a:r>
            <a:r>
              <a:rPr lang="en-US" dirty="0" smtClean="0"/>
              <a:t> </a:t>
            </a:r>
            <a:r>
              <a:rPr lang="en-US" dirty="0" err="1" smtClean="0"/>
              <a:t>trên</a:t>
            </a:r>
            <a:r>
              <a:rPr lang="en-US" dirty="0" smtClean="0"/>
              <a:t> </a:t>
            </a:r>
            <a:r>
              <a:rPr lang="en-US" dirty="0" err="1" smtClean="0"/>
              <a:t>xuống</a:t>
            </a:r>
            <a:r>
              <a:rPr lang="vi-VN" dirty="0" smtClean="0"/>
              <a:t>. </a:t>
            </a:r>
            <a:r>
              <a:rPr lang="vi-VN" dirty="0"/>
              <a:t>Màn hình của </a:t>
            </a:r>
            <a:r>
              <a:rPr lang="en-US" dirty="0" smtClean="0"/>
              <a:t>An</a:t>
            </a:r>
            <a:r>
              <a:rPr lang="vi-VN" dirty="0" smtClean="0"/>
              <a:t> </a:t>
            </a:r>
            <a:r>
              <a:rPr lang="vi-VN" dirty="0"/>
              <a:t>hiện thị như sau</a:t>
            </a:r>
            <a:r>
              <a:rPr lang="vi-VN" dirty="0" smtClean="0"/>
              <a:t>:</a:t>
            </a:r>
            <a:endParaRPr lang="vi-VN" dirty="0"/>
          </a:p>
          <a:p>
            <a:pPr marL="465138" indent="-349250">
              <a:lnSpc>
                <a:spcPct val="130000"/>
              </a:lnSpc>
              <a:spcBef>
                <a:spcPts val="600"/>
              </a:spcBef>
              <a:buFont typeface="Wingdings" panose="05000000000000000000" pitchFamily="2" charset="2"/>
              <a:buChar char="§"/>
            </a:pPr>
            <a:r>
              <a:rPr lang="vi-VN" dirty="0"/>
              <a:t>Không hiện thị 2 tin nhắn của cùng một số điện thoại (SĐT) trên cùng một khung hình, nếu SĐT </a:t>
            </a:r>
            <a:r>
              <a:rPr lang="en-US" dirty="0" smtClean="0"/>
              <a:t>A</a:t>
            </a:r>
            <a:r>
              <a:rPr lang="vi-VN" dirty="0" smtClean="0"/>
              <a:t> </a:t>
            </a:r>
            <a:r>
              <a:rPr lang="vi-VN" dirty="0"/>
              <a:t>gửi tin nhắn đến mà trên màn hình đã có tin nhắn của SĐT </a:t>
            </a:r>
            <a:r>
              <a:rPr lang="en-US" dirty="0" smtClean="0"/>
              <a:t>A</a:t>
            </a:r>
            <a:r>
              <a:rPr lang="vi-VN" dirty="0" smtClean="0"/>
              <a:t> </a:t>
            </a:r>
            <a:r>
              <a:rPr lang="vi-VN" dirty="0"/>
              <a:t>thì màn hình không thay đổi gì.</a:t>
            </a:r>
          </a:p>
          <a:p>
            <a:pPr marL="465138" indent="-349250">
              <a:lnSpc>
                <a:spcPct val="130000"/>
              </a:lnSpc>
              <a:spcBef>
                <a:spcPts val="600"/>
              </a:spcBef>
              <a:buFont typeface="Wingdings" panose="05000000000000000000" pitchFamily="2" charset="2"/>
              <a:buChar char="§"/>
            </a:pPr>
            <a:r>
              <a:rPr lang="vi-VN" dirty="0"/>
              <a:t>Khi SĐT </a:t>
            </a:r>
            <a:r>
              <a:rPr lang="en-US" dirty="0" smtClean="0"/>
              <a:t>A</a:t>
            </a:r>
            <a:r>
              <a:rPr lang="vi-VN" dirty="0" smtClean="0"/>
              <a:t> </a:t>
            </a:r>
            <a:r>
              <a:rPr lang="vi-VN" dirty="0"/>
              <a:t>gửi tin nhắn đến mà trên màn hình chưa có tin nhắn của SĐT </a:t>
            </a:r>
            <a:r>
              <a:rPr lang="en-US" dirty="0" smtClean="0"/>
              <a:t>A</a:t>
            </a:r>
            <a:r>
              <a:rPr lang="vi-VN" dirty="0" smtClean="0"/>
              <a:t> </a:t>
            </a:r>
            <a:r>
              <a:rPr lang="vi-VN" dirty="0"/>
              <a:t>thì:</a:t>
            </a:r>
          </a:p>
          <a:p>
            <a:pPr marL="757746" lvl="1" indent="-349250">
              <a:lnSpc>
                <a:spcPct val="130000"/>
              </a:lnSpc>
              <a:spcBef>
                <a:spcPts val="600"/>
              </a:spcBef>
              <a:buFont typeface="Wingdings" panose="05000000000000000000" pitchFamily="2" charset="2"/>
              <a:buChar char="§"/>
            </a:pPr>
            <a:r>
              <a:rPr lang="vi-VN" dirty="0"/>
              <a:t>Nếu màn hình chưa đủ k tin nhắn thì tin nhắn của SĐT </a:t>
            </a:r>
            <a:r>
              <a:rPr lang="en-US" dirty="0" smtClean="0"/>
              <a:t>A</a:t>
            </a:r>
            <a:r>
              <a:rPr lang="vi-VN" dirty="0" smtClean="0"/>
              <a:t> </a:t>
            </a:r>
            <a:r>
              <a:rPr lang="vi-VN" dirty="0"/>
              <a:t>sẽ được chèn vào </a:t>
            </a:r>
            <a:r>
              <a:rPr lang="en-US" dirty="0" err="1" smtClean="0"/>
              <a:t>đầu</a:t>
            </a:r>
            <a:r>
              <a:rPr lang="vi-VN" dirty="0" smtClean="0"/>
              <a:t> </a:t>
            </a:r>
            <a:r>
              <a:rPr lang="vi-VN" dirty="0"/>
              <a:t>màn hình. </a:t>
            </a:r>
          </a:p>
          <a:p>
            <a:pPr marL="757746" lvl="1" indent="-349250">
              <a:lnSpc>
                <a:spcPct val="130000"/>
              </a:lnSpc>
              <a:spcBef>
                <a:spcPts val="600"/>
              </a:spcBef>
              <a:buFont typeface="Wingdings" panose="05000000000000000000" pitchFamily="2" charset="2"/>
              <a:buChar char="§"/>
            </a:pPr>
            <a:r>
              <a:rPr lang="vi-VN" dirty="0"/>
              <a:t>Nếu màn hình đã có đủ k tin nhắn thì </a:t>
            </a:r>
            <a:r>
              <a:rPr lang="vi-VN" dirty="0" smtClean="0"/>
              <a:t>màn </a:t>
            </a:r>
            <a:r>
              <a:rPr lang="vi-VN" dirty="0"/>
              <a:t>hình sẽ đẩy tin nhắn </a:t>
            </a:r>
            <a:r>
              <a:rPr lang="en-US" dirty="0" err="1" smtClean="0"/>
              <a:t>dưới</a:t>
            </a:r>
            <a:r>
              <a:rPr lang="vi-VN" dirty="0" smtClean="0"/>
              <a:t> </a:t>
            </a:r>
            <a:r>
              <a:rPr lang="vi-VN" dirty="0"/>
              <a:t>cùng ra và sau đó chèn tin nhắn của SĐT </a:t>
            </a:r>
            <a:r>
              <a:rPr lang="en-US" dirty="0" smtClean="0"/>
              <a:t>A</a:t>
            </a:r>
            <a:r>
              <a:rPr lang="vi-VN" dirty="0" smtClean="0"/>
              <a:t> </a:t>
            </a:r>
            <a:r>
              <a:rPr lang="vi-VN" dirty="0"/>
              <a:t>vào </a:t>
            </a:r>
            <a:r>
              <a:rPr lang="en-US" dirty="0" err="1" smtClean="0"/>
              <a:t>đầu</a:t>
            </a:r>
            <a:r>
              <a:rPr lang="vi-VN" dirty="0" smtClean="0"/>
              <a:t> </a:t>
            </a:r>
            <a:r>
              <a:rPr lang="en-US" dirty="0" err="1" smtClean="0"/>
              <a:t>màn</a:t>
            </a:r>
            <a:r>
              <a:rPr lang="en-US" dirty="0" smtClean="0"/>
              <a:t> </a:t>
            </a:r>
            <a:r>
              <a:rPr lang="vi-VN" dirty="0" smtClean="0"/>
              <a:t>hình.</a:t>
            </a:r>
            <a:endParaRPr lang="vi-VN" dirty="0"/>
          </a:p>
          <a:p>
            <a:pPr marL="0" indent="0">
              <a:lnSpc>
                <a:spcPct val="130000"/>
              </a:lnSpc>
              <a:spcBef>
                <a:spcPts val="600"/>
              </a:spcBef>
              <a:buNone/>
            </a:pPr>
            <a:r>
              <a:rPr lang="vi-VN" dirty="0"/>
              <a:t>Cho dãy </a:t>
            </a:r>
            <a:r>
              <a:rPr lang="en-US" dirty="0" smtClean="0"/>
              <a:t>b</a:t>
            </a:r>
            <a:r>
              <a:rPr lang="vi-VN" dirty="0" smtClean="0"/>
              <a:t> </a:t>
            </a:r>
            <a:r>
              <a:rPr lang="vi-VN" dirty="0"/>
              <a:t>là </a:t>
            </a:r>
            <a:r>
              <a:rPr lang="en-US" dirty="0" err="1" smtClean="0"/>
              <a:t>dãy</a:t>
            </a:r>
            <a:r>
              <a:rPr lang="en-US" dirty="0" smtClean="0"/>
              <a:t> </a:t>
            </a:r>
            <a:r>
              <a:rPr lang="vi-VN" dirty="0" smtClean="0"/>
              <a:t>các </a:t>
            </a:r>
            <a:r>
              <a:rPr lang="vi-VN" dirty="0"/>
              <a:t>SĐT sẽ gửi tin nhắn cho </a:t>
            </a:r>
            <a:r>
              <a:rPr lang="en-US" dirty="0" smtClean="0"/>
              <a:t>An</a:t>
            </a:r>
            <a:r>
              <a:rPr lang="vi-VN" dirty="0" smtClean="0"/>
              <a:t>. </a:t>
            </a:r>
            <a:r>
              <a:rPr lang="vi-VN" dirty="0"/>
              <a:t>Hỏi sau khi nhận được tin nhắn cuối cùng thì màn hình của </a:t>
            </a:r>
            <a:r>
              <a:rPr lang="en-US" dirty="0" smtClean="0"/>
              <a:t>An</a:t>
            </a:r>
            <a:r>
              <a:rPr lang="vi-VN" dirty="0" smtClean="0"/>
              <a:t> </a:t>
            </a:r>
            <a:r>
              <a:rPr lang="vi-VN" dirty="0"/>
              <a:t>đang hiển thì tin nhắn của các SĐT nào, </a:t>
            </a:r>
            <a:r>
              <a:rPr lang="en-US" dirty="0" err="1" smtClean="0"/>
              <a:t>xuất</a:t>
            </a:r>
            <a:r>
              <a:rPr lang="vi-VN" dirty="0" smtClean="0"/>
              <a:t> </a:t>
            </a:r>
            <a:r>
              <a:rPr lang="vi-VN" dirty="0"/>
              <a:t>ra theo thứ tự từ trên xuống dưới của màn hình</a:t>
            </a:r>
            <a:r>
              <a:rPr lang="vi-VN" dirty="0" smtClean="0"/>
              <a:t>.</a:t>
            </a:r>
            <a:endParaRPr lang="en-US" dirty="0" smtClean="0"/>
          </a:p>
          <a:p>
            <a:pPr marL="0" indent="0">
              <a:lnSpc>
                <a:spcPct val="130000"/>
              </a:lnSpc>
              <a:spcBef>
                <a:spcPts val="600"/>
              </a:spcBef>
              <a:buNone/>
            </a:pPr>
            <a:r>
              <a:rPr lang="en-US" dirty="0" err="1" smtClean="0"/>
              <a:t>Ví</a:t>
            </a:r>
            <a:r>
              <a:rPr lang="en-US" dirty="0" smtClean="0"/>
              <a:t> </a:t>
            </a:r>
            <a:r>
              <a:rPr lang="en-US" dirty="0" err="1" smtClean="0"/>
              <a:t>dụ</a:t>
            </a:r>
            <a:r>
              <a:rPr lang="en-US" dirty="0" smtClean="0"/>
              <a:t>: input: b= 1, 2, 1, 3, 4; k=3. </a:t>
            </a:r>
            <a:r>
              <a:rPr lang="en-US" dirty="0" smtClean="0">
                <a:sym typeface="Wingdings" panose="05000000000000000000" pitchFamily="2" charset="2"/>
              </a:rPr>
              <a:t> output:</a:t>
            </a:r>
            <a:endParaRPr lang="en-US" dirty="0"/>
          </a:p>
        </p:txBody>
      </p:sp>
      <p:sp>
        <p:nvSpPr>
          <p:cNvPr id="5" name="Slide Number Placeholder 4"/>
          <p:cNvSpPr>
            <a:spLocks noGrp="1"/>
          </p:cNvSpPr>
          <p:nvPr>
            <p:ph type="sldNum" sz="quarter" idx="12"/>
          </p:nvPr>
        </p:nvSpPr>
        <p:spPr/>
        <p:txBody>
          <a:bodyPr/>
          <a:lstStyle/>
          <a:p>
            <a:fld id="{B24627E5-2E3F-4AE1-995E-77E2B7EB78DF}" type="slidenum">
              <a:rPr lang="en-US" smtClean="0"/>
              <a:t>34</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3058767147"/>
              </p:ext>
            </p:extLst>
          </p:nvPr>
        </p:nvGraphicFramePr>
        <p:xfrm>
          <a:off x="5005761" y="5431808"/>
          <a:ext cx="900753" cy="1097280"/>
        </p:xfrm>
        <a:graphic>
          <a:graphicData uri="http://schemas.openxmlformats.org/drawingml/2006/table">
            <a:tbl>
              <a:tblPr firstRow="1" bandRow="1">
                <a:tableStyleId>{5C22544A-7EE6-4342-B048-85BDC9FD1C3A}</a:tableStyleId>
              </a:tblPr>
              <a:tblGrid>
                <a:gridCol w="900753">
                  <a:extLst>
                    <a:ext uri="{9D8B030D-6E8A-4147-A177-3AD203B41FA5}">
                      <a16:colId xmlns:a16="http://schemas.microsoft.com/office/drawing/2014/main" val="3725711129"/>
                    </a:ext>
                  </a:extLst>
                </a:gridCol>
              </a:tblGrid>
              <a:tr h="342659">
                <a:tc>
                  <a:txBody>
                    <a:bodyPr/>
                    <a:lstStyle/>
                    <a:p>
                      <a:pPr algn="ctr"/>
                      <a:r>
                        <a:rPr lang="en-US" sz="1800" b="1" dirty="0" smtClean="0">
                          <a:solidFill>
                            <a:schemeClr val="tx1"/>
                          </a:solidFill>
                        </a:rPr>
                        <a:t>4</a:t>
                      </a:r>
                      <a:endParaRPr lang="en-US" sz="1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0511650"/>
                  </a:ext>
                </a:extLst>
              </a:tr>
              <a:tr h="342659">
                <a:tc>
                  <a:txBody>
                    <a:bodyPr/>
                    <a:lstStyle/>
                    <a:p>
                      <a:pPr algn="ctr"/>
                      <a:r>
                        <a:rPr lang="en-US" sz="1800" b="1" dirty="0" smtClean="0">
                          <a:solidFill>
                            <a:schemeClr val="tx1"/>
                          </a:solidFill>
                        </a:rPr>
                        <a:t>3</a:t>
                      </a:r>
                      <a:endParaRPr lang="en-US" sz="1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8708384"/>
                  </a:ext>
                </a:extLst>
              </a:tr>
              <a:tr h="342659">
                <a:tc>
                  <a:txBody>
                    <a:bodyPr/>
                    <a:lstStyle/>
                    <a:p>
                      <a:pPr algn="ctr"/>
                      <a:r>
                        <a:rPr lang="en-US" sz="1800" b="1" dirty="0" smtClean="0">
                          <a:solidFill>
                            <a:schemeClr val="tx1"/>
                          </a:solidFill>
                        </a:rPr>
                        <a:t>2</a:t>
                      </a:r>
                      <a:endParaRPr lang="en-US" sz="1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39748263"/>
                  </a:ext>
                </a:extLst>
              </a:tr>
            </a:tbl>
          </a:graphicData>
        </a:graphic>
      </p:graphicFrame>
      <p:cxnSp>
        <p:nvCxnSpPr>
          <p:cNvPr id="8" name="Straight Arrow Connector 7"/>
          <p:cNvCxnSpPr/>
          <p:nvPr/>
        </p:nvCxnSpPr>
        <p:spPr>
          <a:xfrm>
            <a:off x="6086901" y="5527343"/>
            <a:ext cx="0" cy="709684"/>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994867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24627E5-2E3F-4AE1-995E-77E2B7EB78DF}" type="slidenum">
              <a:rPr lang="en-US" smtClean="0"/>
              <a:t>35</a:t>
            </a:fld>
            <a:endParaRPr lang="en-US"/>
          </a:p>
        </p:txBody>
      </p:sp>
      <p:pic>
        <p:nvPicPr>
          <p:cNvPr id="6" name="Picture 5"/>
          <p:cNvPicPr>
            <a:picLocks noChangeAspect="1"/>
          </p:cNvPicPr>
          <p:nvPr/>
        </p:nvPicPr>
        <p:blipFill>
          <a:blip r:embed="rId2"/>
          <a:stretch>
            <a:fillRect/>
          </a:stretch>
        </p:blipFill>
        <p:spPr>
          <a:xfrm>
            <a:off x="3112935" y="948448"/>
            <a:ext cx="5131344" cy="4552258"/>
          </a:xfrm>
          <a:prstGeom prst="rect">
            <a:avLst/>
          </a:prstGeom>
        </p:spPr>
      </p:pic>
    </p:spTree>
    <p:extLst>
      <p:ext uri="{BB962C8B-B14F-4D97-AF65-F5344CB8AC3E}">
        <p14:creationId xmlns:p14="http://schemas.microsoft.com/office/powerpoint/2010/main" val="2775538199"/>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Custom 3">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3175956FF049F48857A601B2366A1E8" ma:contentTypeVersion="9" ma:contentTypeDescription="Create a new document." ma:contentTypeScope="" ma:versionID="014ae6507a54a9ab81ce5d6d3919f678">
  <xsd:schema xmlns:xsd="http://www.w3.org/2001/XMLSchema" xmlns:xs="http://www.w3.org/2001/XMLSchema" xmlns:p="http://schemas.microsoft.com/office/2006/metadata/properties" xmlns:ns2="bec1cf72-34b8-402f-9613-ebed87436c1f" xmlns:ns3="e1f39115-eada-46af-8bbe-8d98fb8204f3" targetNamespace="http://schemas.microsoft.com/office/2006/metadata/properties" ma:root="true" ma:fieldsID="7b31a02fc3a0f10d629298896d445f41" ns2:_="" ns3:_="">
    <xsd:import namespace="bec1cf72-34b8-402f-9613-ebed87436c1f"/>
    <xsd:import namespace="e1f39115-eada-46af-8bbe-8d98fb8204f3"/>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c1cf72-34b8-402f-9613-ebed87436c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1f39115-eada-46af-8bbe-8d98fb8204f3"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B2D79DC-D2DA-405D-9591-AD345BE008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ec1cf72-34b8-402f-9613-ebed87436c1f"/>
    <ds:schemaRef ds:uri="e1f39115-eada-46af-8bbe-8d98fb8204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02C9E94-0D1B-4A75-9B0F-7FA87EBEE6B8}">
  <ds:schemaRefs>
    <ds:schemaRef ds:uri="http://schemas.microsoft.com/sharepoint/v3/contenttype/forms"/>
  </ds:schemaRefs>
</ds:datastoreItem>
</file>

<file path=customXml/itemProps3.xml><?xml version="1.0" encoding="utf-8"?>
<ds:datastoreItem xmlns:ds="http://schemas.openxmlformats.org/officeDocument/2006/customXml" ds:itemID="{96488E90-2F3E-4681-8442-C5AF5FBC9185}">
  <ds:schemaRefs>
    <ds:schemaRef ds:uri="http://purl.org/dc/terms/"/>
    <ds:schemaRef ds:uri="http://purl.org/dc/dcmitype/"/>
    <ds:schemaRef ds:uri="http://www.w3.org/XML/1998/namespace"/>
    <ds:schemaRef ds:uri="http://schemas.openxmlformats.org/package/2006/metadata/core-properties"/>
    <ds:schemaRef ds:uri="e1f39115-eada-46af-8bbe-8d98fb8204f3"/>
    <ds:schemaRef ds:uri="http://purl.org/dc/elements/1.1/"/>
    <ds:schemaRef ds:uri="http://schemas.microsoft.com/office/2006/documentManagement/types"/>
    <ds:schemaRef ds:uri="http://schemas.microsoft.com/office/2006/metadata/properties"/>
    <ds:schemaRef ds:uri="http://schemas.microsoft.com/office/infopath/2007/PartnerControls"/>
    <ds:schemaRef ds:uri="bec1cf72-34b8-402f-9613-ebed87436c1f"/>
  </ds:schemaRefs>
</ds:datastoreItem>
</file>

<file path=docProps/app.xml><?xml version="1.0" encoding="utf-8"?>
<Properties xmlns="http://schemas.openxmlformats.org/officeDocument/2006/extended-properties" xmlns:vt="http://schemas.openxmlformats.org/officeDocument/2006/docPropsVTypes">
  <Template>Retrospect</Template>
  <TotalTime>10187</TotalTime>
  <Words>3479</Words>
  <Application>Microsoft Office PowerPoint</Application>
  <PresentationFormat>Widescreen</PresentationFormat>
  <Paragraphs>628</Paragraphs>
  <Slides>35</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35</vt:i4>
      </vt:variant>
    </vt:vector>
  </HeadingPairs>
  <TitlesOfParts>
    <vt:vector size="48" baseType="lpstr">
      <vt:lpstr>Arial Unicode MS</vt:lpstr>
      <vt:lpstr>Arial</vt:lpstr>
      <vt:lpstr>Calibri</vt:lpstr>
      <vt:lpstr>Cambria</vt:lpstr>
      <vt:lpstr>Consolas</vt:lpstr>
      <vt:lpstr>Courier New</vt:lpstr>
      <vt:lpstr>Symbol</vt:lpstr>
      <vt:lpstr>Tahoma</vt:lpstr>
      <vt:lpstr>Times</vt:lpstr>
      <vt:lpstr>Times New Roman</vt:lpstr>
      <vt:lpstr>Times New Roman MT Extra Bold</vt:lpstr>
      <vt:lpstr>Wingdings</vt:lpstr>
      <vt:lpstr>Retrospect</vt:lpstr>
      <vt:lpstr>Chương 5  Ngăn xếp &amp; Hàng đợi</vt:lpstr>
      <vt:lpstr>NỘI DUNG</vt:lpstr>
      <vt:lpstr>I. Ngăn xếp - STACK</vt:lpstr>
      <vt:lpstr>Ứng dụng của Stack</vt:lpstr>
      <vt:lpstr>Thao tác cơ bản trên Stack</vt:lpstr>
      <vt:lpstr>Một số cài đặt cơ bản xây dựng Stack dùng DSLK đơn</vt:lpstr>
      <vt:lpstr>Một số cài đặt cơ bản xây dựng Stack dùng DSLK đơn</vt:lpstr>
      <vt:lpstr>Bài tập Stack</vt:lpstr>
      <vt:lpstr>Bài tập 1. Đổi cơ số</vt:lpstr>
      <vt:lpstr>Bài tập 1. Đổi cơ số (10 sang 2, 8, 16)</vt:lpstr>
      <vt:lpstr>Bài tập (tt)</vt:lpstr>
      <vt:lpstr>Gợi ý bài tập 2</vt:lpstr>
      <vt:lpstr>Bài tập (tt)</vt:lpstr>
      <vt:lpstr>Bài tập 4 Ký pháp Ba Lan (SV đọc thêm – dành làm bài tập lớn)</vt:lpstr>
      <vt:lpstr>Ký pháp Ba Lan (tt)</vt:lpstr>
      <vt:lpstr>Ký pháp Ba Lan (tt)</vt:lpstr>
      <vt:lpstr>Bài 4.1. Chuyển infix thành postfix (trung tố  hậu tố)</vt:lpstr>
      <vt:lpstr>PowerPoint Presentation</vt:lpstr>
      <vt:lpstr>Giải thuật chuyển biểu thức trung tố sang hậu tố.</vt:lpstr>
      <vt:lpstr>PowerPoint Presentation</vt:lpstr>
      <vt:lpstr>PowerPoint Presentation</vt:lpstr>
      <vt:lpstr>Bài tập </vt:lpstr>
      <vt:lpstr>Bài 4.2.Tính giá trị biểu thức hậu tố</vt:lpstr>
      <vt:lpstr>2 * ((3 + 4) - (5 - 6))</vt:lpstr>
      <vt:lpstr>Bài 4.2.Tính giá trị biểu thức hậu tố</vt:lpstr>
      <vt:lpstr>PowerPoint Presentation</vt:lpstr>
      <vt:lpstr>Bài tập</vt:lpstr>
      <vt:lpstr>II. HÀNG ĐỢI – QUEUE T2</vt:lpstr>
      <vt:lpstr>Ứng dụng của Queue</vt:lpstr>
      <vt:lpstr>Thao tác cơ bản trên Queue</vt:lpstr>
      <vt:lpstr>Một số cài đặt cơ bản xây dựng Queue dùng DSLK đơn</vt:lpstr>
      <vt:lpstr>Một số cài đặt cơ bản xây dựng Queue dùng DSLK đơn</vt:lpstr>
      <vt:lpstr>Bài tập</vt:lpstr>
      <vt:lpstr>Bài tập (tt)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Toan Le</dc:creator>
  <cp:lastModifiedBy>Windows User</cp:lastModifiedBy>
  <cp:revision>205</cp:revision>
  <dcterms:created xsi:type="dcterms:W3CDTF">2020-11-09T06:31:33Z</dcterms:created>
  <dcterms:modified xsi:type="dcterms:W3CDTF">2024-10-14T13:04:42Z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0x010100F3175956FF049F48857A601B2366A1E8</vt:lpwstr>
  </property>
</Properties>
</file>