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24"/>
  </p:notesMasterIdLst>
  <p:sldIdLst>
    <p:sldId id="267" r:id="rId3"/>
    <p:sldId id="268" r:id="rId4"/>
    <p:sldId id="272" r:id="rId5"/>
    <p:sldId id="317" r:id="rId6"/>
    <p:sldId id="319" r:id="rId7"/>
    <p:sldId id="318" r:id="rId8"/>
    <p:sldId id="320" r:id="rId9"/>
    <p:sldId id="321" r:id="rId10"/>
    <p:sldId id="322" r:id="rId11"/>
    <p:sldId id="323" r:id="rId12"/>
    <p:sldId id="316" r:id="rId13"/>
    <p:sldId id="324" r:id="rId14"/>
    <p:sldId id="325" r:id="rId15"/>
    <p:sldId id="326" r:id="rId16"/>
    <p:sldId id="327" r:id="rId17"/>
    <p:sldId id="328" r:id="rId18"/>
    <p:sldId id="329" r:id="rId19"/>
    <p:sldId id="331" r:id="rId20"/>
    <p:sldId id="330" r:id="rId21"/>
    <p:sldId id="332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HU PhongLT" initials="LP" lastIdx="1" clrIdx="0">
    <p:extLst>
      <p:ext uri="{19B8F6BF-5375-455C-9EA6-DF929625EA0E}">
        <p15:presenceInfo xmlns:p15="http://schemas.microsoft.com/office/powerpoint/2012/main" userId="S::PhongLT@vhu.edu.vn::4306c80b-b262-4f2c-bba8-9268253aa6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13" autoAdjust="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BA43B-8143-4F33-AAE5-1296640FC8E7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F8675-7A98-4090-9F9E-1290451C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23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03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2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7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8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13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7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76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340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4013"/>
            <a:ext cx="10515600" cy="401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8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00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04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07"/>
            <a:ext cx="10515600" cy="872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996965"/>
            <a:ext cx="5157787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996965"/>
            <a:ext cx="5183188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84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90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4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93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1935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19552"/>
            <a:ext cx="3932237" cy="32734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78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088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1681109"/>
            <a:ext cx="6172200" cy="45515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51083"/>
            <a:ext cx="3932237" cy="34815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5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263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75033"/>
            <a:ext cx="10515600" cy="36019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52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92771"/>
            <a:ext cx="2628900" cy="4884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92771"/>
            <a:ext cx="7734300" cy="4884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318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30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76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64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91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906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42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514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529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905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15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34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4054" y="365125"/>
            <a:ext cx="57097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4054" y="1944413"/>
            <a:ext cx="5709745" cy="4232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3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9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lethanhphong2605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>
            <a:spLocks/>
          </p:cNvSpPr>
          <p:nvPr/>
        </p:nvSpPr>
        <p:spPr>
          <a:xfrm>
            <a:off x="119941" y="5283444"/>
            <a:ext cx="4155345" cy="15859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HỌP GIAO BAN</a:t>
            </a:r>
            <a:b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</a:br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Tuần 20 - 2021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600" dirty="0">
                <a:latin typeface="Arial (Body)"/>
              </a:rPr>
              <a:t>THỰC HÀNH </a:t>
            </a:r>
            <a:r>
              <a:rPr lang="vi-VN" sz="6600" dirty="0">
                <a:latin typeface="Arial (Body)"/>
              </a:rPr>
              <a:t>LẬP TRÌNH </a:t>
            </a:r>
            <a:r>
              <a:rPr lang="en-US" sz="6600" dirty="0">
                <a:latin typeface="Arial (Body)"/>
              </a:rPr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Giảng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viên</a:t>
            </a:r>
            <a:r>
              <a:rPr lang="en-US" dirty="0">
                <a:latin typeface="Arial (Body)"/>
              </a:rPr>
              <a:t>: Lê Thanh Phong</a:t>
            </a:r>
          </a:p>
          <a:p>
            <a:r>
              <a:rPr lang="en-US" dirty="0">
                <a:latin typeface="Arial (Body)"/>
              </a:rPr>
              <a:t>Email: </a:t>
            </a:r>
            <a:r>
              <a:rPr lang="en-US" dirty="0">
                <a:latin typeface="Arial (Body)"/>
                <a:hlinkClick r:id="rId2"/>
              </a:rPr>
              <a:t>lethanhphong2605@gmail.com</a:t>
            </a:r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Điện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thoại</a:t>
            </a:r>
            <a:r>
              <a:rPr lang="en-US" dirty="0">
                <a:latin typeface="Arial (Body)"/>
              </a:rPr>
              <a:t>: 0904723279</a:t>
            </a:r>
          </a:p>
          <a:p>
            <a:r>
              <a:rPr lang="en-US" dirty="0" err="1">
                <a:latin typeface="Arial (Body)"/>
              </a:rPr>
              <a:t>Zalo</a:t>
            </a:r>
            <a:r>
              <a:rPr lang="en-US" dirty="0">
                <a:latin typeface="Arial (Body)"/>
              </a:rPr>
              <a:t> group: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1E1C2-B383-DAD0-0FD1-D409DB1B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954" y="3714351"/>
            <a:ext cx="2838846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if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FD1B8-C52D-215E-EF15-603EC9D9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36" y="3762919"/>
            <a:ext cx="7716327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5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if</a:t>
            </a:r>
            <a:endParaRPr lang="en-US" b="1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9B593-2969-FB73-5DA5-B944CA57C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26" y="3429000"/>
            <a:ext cx="696374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8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if-else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0571A5-56D5-8267-B73C-4BE8507F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27" y="3429000"/>
            <a:ext cx="605874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1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if-else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86C81-E399-F35E-0D5D-03E42F82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626" y="3429000"/>
            <a:ext cx="6782747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52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if-else-if</a:t>
            </a:r>
            <a:endParaRPr lang="en-US" b="1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A78B5-69BE-B538-7293-77BD9DE8C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31" y="3304719"/>
            <a:ext cx="7611537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9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if-else-if</a:t>
            </a:r>
            <a:endParaRPr lang="en-US" b="1" dirty="0">
              <a:latin typeface="Arial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F6213-B86E-C5A6-A1FB-E24DC791E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79" y="3114192"/>
            <a:ext cx="674464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9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switch-case</a:t>
            </a:r>
            <a:endParaRPr lang="en-US" b="1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76481-FFF3-8115-6B83-C899E1DC2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857" y="3073428"/>
            <a:ext cx="6940286" cy="349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8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2: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rẽ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nhánh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</a:t>
            </a:r>
            <a:r>
              <a:rPr lang="vi-VN" b="1" dirty="0">
                <a:latin typeface="Arial (Body)"/>
              </a:rPr>
              <a:t>switch-case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B5777-C67C-E192-3869-3A139578A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123" y="2554013"/>
            <a:ext cx="6198677" cy="401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1: Viết chương trình nhập một số nguyên và in ra màn hình: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"Số dương" nếu số lớn hơn 0.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"Số âm" nếu số nhỏ hơn 0.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"Bằng 0" nếu số bằng 0.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6584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2: Viết chương trình tính tiền lương nhân viên dựa trên số giờ làm việc: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Số giờ ≤ 40: lương = số giờ × 100.000 VNĐ. </a:t>
            </a:r>
            <a:endParaRPr lang="en-US"/>
          </a:p>
          <a:p>
            <a:pPr lvl="1">
              <a:buFont typeface="Wingdings" panose="05000000000000000000" pitchFamily="2" charset="2"/>
              <a:buChar char="ü"/>
            </a:pPr>
            <a:r>
              <a:rPr lang="vi-VN"/>
              <a:t>Số </a:t>
            </a:r>
            <a:r>
              <a:rPr lang="vi-VN" dirty="0"/>
              <a:t>giờ &gt; 40: lương = 40 × 100.000 + (số giờ - 40) × 150.000 VNĐ..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508571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3: Nhập điểm ba môn học (Toán, Lý, Hóa). Tính điểm trung bình và xếp loại: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Giỏi: Điểm trung bình ≥ 8.0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Khá: 6.5 ≤ Điểm trung bình &lt; 8.0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Trung bình: 5.0 ≤ Điểm trung bình &lt; 6.5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Yếu: Điểm trung bình &lt; 5.0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533171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4: Nhập một năm bất kỳ và kiểm tra xem năm đó có phải năm nhuận hay không.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Năm nhuận chia hết cho 4 nhưng không chia hết cho 100, hoặc chia hết cho 400.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59894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5: Nhập một số từ 1 đến 7, hiển thị thứ trong tuần tương ứng: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1: Thứ Hai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2: Thứ Ba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...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7: Chủ Nhật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82529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6: Viết chương trình nhập vào hai số và một phép toán (+, -, *, /). Tính toán kết quả dựa trên phép toán đó và in ra màn hình.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2079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7: Nhập số điện đã sử dụng và tính tiền điện theo biểu giá sau: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50 kWh đầu tiên: 1.500 VNĐ/kWh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50 kWh tiếp theo: 2.000 VNĐ/kWh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Các kWh còn lại: 2.500 VNĐ/kWh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112504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8: Viết chương trình giải phương trình bậc nhất 𝑎 𝑥 + 𝑏 = 0. Yêu cầu: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Nếu 𝑎 = 0 và 𝑏 = 0: phương trình có vô số nghiệm.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Nếu 𝑎 = 0 và 𝑏 ≠ 0: phương trình vô nghiệm.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Nếu 𝑎 ≠ 0: tính nghiệm 𝑥 = − 𝑏 / 𝑎</a:t>
            </a:r>
            <a:r>
              <a:rPr lang="en-US" dirty="0"/>
              <a:t>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4104197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</a:t>
            </a:r>
            <a:r>
              <a:rPr lang="en-US" dirty="0"/>
              <a:t>9</a:t>
            </a:r>
            <a:r>
              <a:rPr lang="vi-VN" dirty="0"/>
              <a:t>: Viết chương trình tính thuế thu nhập cá nhân dựa trên thu nhập cá nhân: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Thu nhập ≤ 5 triệu: không phải đóng thuế.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Thu nhập từ 5 triệu đến 15 triệu: thuế = 10%.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Thu nhập từ 15 triệu đến 30 triệu: thuế = 20%.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Thu nhập &gt; 30 triệu: thuế = 30%.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228930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Bài tập 1</a:t>
            </a:r>
            <a:r>
              <a:rPr lang="en-US" dirty="0"/>
              <a:t>0</a:t>
            </a:r>
            <a:r>
              <a:rPr lang="vi-VN" dirty="0"/>
              <a:t>: Nhập độ dài ba cạnh của một tam giác, kiểm tra và phân loại tam giác: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Không phải tam giác nếu tổng hai cạnh bất kỳ ≤ cạnh còn lại.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Tam giác đều nếu cả ba cạnh bằng nhau.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Tam giác vuông nếu thỏa mãn định lý Pythagore.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Tam giác cân nếu có hai cạnh bằng nhau.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Tam giác thường nếu không thuộc các loại trên.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637333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04337" y="2835723"/>
            <a:ext cx="8941936" cy="8631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Trân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trọng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và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Cảm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ơn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!</a:t>
            </a:r>
            <a:endParaRPr lang="en-US" sz="5400" b="1" dirty="0">
              <a:solidFill>
                <a:srgbClr val="C00000"/>
              </a:solidFill>
              <a:latin typeface="HungHau" panose="0200050305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6036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83F8456-9C81-47AF-8C90-D283B8C57F02}" vid="{2CEE027D-E72C-42C2-8820-F3FC89DFF69B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</TotalTime>
  <Words>668</Words>
  <Application>Microsoft Office PowerPoint</Application>
  <PresentationFormat>Widescreen</PresentationFormat>
  <Paragraphs>81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(Body)</vt:lpstr>
      <vt:lpstr>Calibri</vt:lpstr>
      <vt:lpstr>Calibri Light</vt:lpstr>
      <vt:lpstr>HungHau</vt:lpstr>
      <vt:lpstr>Wingdings</vt:lpstr>
      <vt:lpstr>4_Office Theme</vt:lpstr>
      <vt:lpstr>5_Office Theme</vt:lpstr>
      <vt:lpstr>PowerPoint Presentation</vt:lpstr>
      <vt:lpstr>THỰC HÀNH LẬP TRÌNH JAVA</vt:lpstr>
      <vt:lpstr>Chương 2: Cấu trúc rẽ nhánh</vt:lpstr>
      <vt:lpstr>Chương 2: Cấu trúc rẽ nhánh</vt:lpstr>
      <vt:lpstr>Chương 2: Cấu trúc rẽ nhánh</vt:lpstr>
      <vt:lpstr>Chương 2: Cấu trúc rẽ nhánh</vt:lpstr>
      <vt:lpstr>Chương 2: Cấu trúc rẽ nhánh</vt:lpstr>
      <vt:lpstr>Chương 2: Cấu trúc rẽ nhánh</vt:lpstr>
      <vt:lpstr>Chương 2: Cấu trúc rẽ nhánh</vt:lpstr>
      <vt:lpstr>Chương 2: Cấu trúc rẽ nhánh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HỌP GIAO BAN TUẦN 2 - 2021</dc:title>
  <dc:creator>Thai Tran Manh</dc:creator>
  <cp:lastModifiedBy>VHU PhongLT</cp:lastModifiedBy>
  <cp:revision>137</cp:revision>
  <dcterms:created xsi:type="dcterms:W3CDTF">2021-01-14T01:46:21Z</dcterms:created>
  <dcterms:modified xsi:type="dcterms:W3CDTF">2025-01-13T05:45:03Z</dcterms:modified>
</cp:coreProperties>
</file>