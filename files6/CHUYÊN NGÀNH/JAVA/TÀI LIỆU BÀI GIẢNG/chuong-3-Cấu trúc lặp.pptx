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0" r:id="rId2"/>
  </p:sldMasterIdLst>
  <p:notesMasterIdLst>
    <p:notesMasterId r:id="rId17"/>
  </p:notesMasterIdLst>
  <p:sldIdLst>
    <p:sldId id="267" r:id="rId3"/>
    <p:sldId id="268" r:id="rId4"/>
    <p:sldId id="272" r:id="rId5"/>
    <p:sldId id="274" r:id="rId6"/>
    <p:sldId id="273" r:id="rId7"/>
    <p:sldId id="275" r:id="rId8"/>
    <p:sldId id="276" r:id="rId9"/>
    <p:sldId id="277" r:id="rId10"/>
    <p:sldId id="278" r:id="rId11"/>
    <p:sldId id="280" r:id="rId12"/>
    <p:sldId id="279" r:id="rId13"/>
    <p:sldId id="281" r:id="rId14"/>
    <p:sldId id="28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HU PhongLT" initials="LP" lastIdx="1" clrIdx="0">
    <p:extLst>
      <p:ext uri="{19B8F6BF-5375-455C-9EA6-DF929625EA0E}">
        <p15:presenceInfo xmlns:p15="http://schemas.microsoft.com/office/powerpoint/2012/main" userId="S::PhongLT@vhu.edu.vn::4306c80b-b262-4f2c-bba8-9268253aa69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013" autoAdjust="0"/>
  </p:normalViewPr>
  <p:slideViewPr>
    <p:cSldViewPr snapToGrid="0">
      <p:cViewPr varScale="1">
        <p:scale>
          <a:sx n="59" d="100"/>
          <a:sy n="59" d="100"/>
        </p:scale>
        <p:origin x="9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BA43B-8143-4F33-AAE5-1296640FC8E7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F8675-7A98-4090-9F9E-1290451C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92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23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50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58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13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93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306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87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56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22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41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357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76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53401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54013"/>
            <a:ext cx="10515600" cy="401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284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00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048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4607"/>
            <a:ext cx="10515600" cy="8723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996965"/>
            <a:ext cx="5157787" cy="50810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996965"/>
            <a:ext cx="5183188" cy="50810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55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0084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909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643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935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1119352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719552"/>
            <a:ext cx="3932237" cy="32734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78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5088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1681109"/>
            <a:ext cx="6172200" cy="455152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751083"/>
            <a:ext cx="3932237" cy="34815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555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263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575033"/>
            <a:ext cx="10515600" cy="36019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521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292771"/>
            <a:ext cx="2628900" cy="4884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292771"/>
            <a:ext cx="7734300" cy="4884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318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930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776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064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911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9062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5421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5142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529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905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154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341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44054" y="365125"/>
            <a:ext cx="57097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44054" y="1944413"/>
            <a:ext cx="5709745" cy="4232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13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49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lethanhphong2605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>
            <a:spLocks/>
          </p:cNvSpPr>
          <p:nvPr/>
        </p:nvSpPr>
        <p:spPr>
          <a:xfrm>
            <a:off x="119941" y="5283444"/>
            <a:ext cx="4155345" cy="158591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chemeClr val="bg1"/>
                </a:solidFill>
                <a:latin typeface="HungHau" panose="02000503050000020004" pitchFamily="50" charset="0"/>
              </a:rPr>
              <a:t>HỌP GIAO BAN</a:t>
            </a:r>
            <a:br>
              <a:rPr lang="en-US">
                <a:solidFill>
                  <a:schemeClr val="bg1"/>
                </a:solidFill>
                <a:latin typeface="HungHau" panose="02000503050000020004" pitchFamily="50" charset="0"/>
              </a:rPr>
            </a:br>
            <a:r>
              <a:rPr lang="en-US">
                <a:solidFill>
                  <a:schemeClr val="bg1"/>
                </a:solidFill>
                <a:latin typeface="HungHau" panose="02000503050000020004" pitchFamily="50" charset="0"/>
              </a:rPr>
              <a:t>Tuần 20 - 2021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600" dirty="0">
                <a:latin typeface="Arial (Body)"/>
              </a:rPr>
              <a:t>THỰC HÀNH </a:t>
            </a:r>
            <a:r>
              <a:rPr lang="vi-VN" sz="6600" dirty="0">
                <a:latin typeface="Arial (Body)"/>
              </a:rPr>
              <a:t>LẬP TRÌNH </a:t>
            </a:r>
            <a:r>
              <a:rPr lang="en-US" sz="6600" dirty="0">
                <a:latin typeface="Arial (Body)"/>
              </a:rPr>
              <a:t>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rial (Body)"/>
            </a:endParaRPr>
          </a:p>
          <a:p>
            <a:r>
              <a:rPr lang="en-US" dirty="0" err="1">
                <a:latin typeface="Arial (Body)"/>
              </a:rPr>
              <a:t>Giảng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viên</a:t>
            </a:r>
            <a:r>
              <a:rPr lang="en-US" dirty="0">
                <a:latin typeface="Arial (Body)"/>
              </a:rPr>
              <a:t>: Lê Thanh Phong</a:t>
            </a:r>
          </a:p>
          <a:p>
            <a:r>
              <a:rPr lang="en-US" dirty="0">
                <a:latin typeface="Arial (Body)"/>
              </a:rPr>
              <a:t>Email: </a:t>
            </a:r>
            <a:r>
              <a:rPr lang="en-US" dirty="0">
                <a:latin typeface="Arial (Body)"/>
                <a:hlinkClick r:id="rId2"/>
              </a:rPr>
              <a:t>lethanhphong2605@gmail.com</a:t>
            </a:r>
            <a:endParaRPr lang="en-US" dirty="0">
              <a:latin typeface="Arial (Body)"/>
            </a:endParaRPr>
          </a:p>
          <a:p>
            <a:r>
              <a:rPr lang="en-US" dirty="0" err="1">
                <a:latin typeface="Arial (Body)"/>
              </a:rPr>
              <a:t>Điện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thoại</a:t>
            </a:r>
            <a:r>
              <a:rPr lang="en-US" dirty="0">
                <a:latin typeface="Arial (Body)"/>
              </a:rPr>
              <a:t>: 0904723279</a:t>
            </a:r>
          </a:p>
          <a:p>
            <a:r>
              <a:rPr lang="en-US" dirty="0" err="1">
                <a:latin typeface="Arial (Body)"/>
              </a:rPr>
              <a:t>Zalo</a:t>
            </a:r>
            <a:r>
              <a:rPr lang="en-US" dirty="0">
                <a:latin typeface="Arial (Body)"/>
              </a:rPr>
              <a:t> group: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F7029-B48A-33E6-CB5F-AC68753EA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954" y="3714351"/>
            <a:ext cx="2838846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06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3: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lặp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Vòng lặp </a:t>
            </a:r>
            <a:r>
              <a:rPr lang="vi-VN" b="1" dirty="0">
                <a:latin typeface="Arial (Body)"/>
              </a:rPr>
              <a:t>for</a:t>
            </a:r>
            <a:r>
              <a:rPr lang="vi-VN" dirty="0">
                <a:latin typeface="Arial (Body)"/>
              </a:rPr>
              <a:t> </a:t>
            </a:r>
            <a:endParaRPr lang="en-US" dirty="0">
              <a:latin typeface="Arial (Body)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>
                <a:latin typeface="Arial (Body)"/>
              </a:rPr>
              <a:t>Vòng lặp for thường được sử dụng khi số lần lặp đã biết trước.</a:t>
            </a:r>
            <a:endParaRPr lang="en-US" b="1" dirty="0">
              <a:latin typeface="Arial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D10E52-8C97-0990-8497-ECFBDB616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996" y="3964337"/>
            <a:ext cx="5792008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5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3: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lặp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Vòng lặp </a:t>
            </a:r>
            <a:r>
              <a:rPr lang="vi-VN" b="1" dirty="0">
                <a:latin typeface="Arial (Body)"/>
              </a:rPr>
              <a:t>for</a:t>
            </a:r>
            <a:r>
              <a:rPr lang="vi-VN" dirty="0">
                <a:latin typeface="Arial (Body)"/>
              </a:rPr>
              <a:t> </a:t>
            </a:r>
            <a:endParaRPr lang="en-US" dirty="0">
              <a:latin typeface="Arial (Body)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570D1D-0C4A-B408-2F30-A1D2336A5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075" y="3934393"/>
            <a:ext cx="4829849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81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3: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lặp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Vòng lặp for dạng cải tiến</a:t>
            </a:r>
            <a:endParaRPr lang="en-US" dirty="0">
              <a:latin typeface="Arial (Body)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>
                <a:latin typeface="Arial (Body)"/>
              </a:rPr>
              <a:t>Dùng để lặp qua các phần tử trong mảng hoặc danh sách.</a:t>
            </a:r>
            <a:endParaRPr lang="en-US" b="1" dirty="0">
              <a:latin typeface="Arial (Body)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F8FFBB-C47D-C8BA-ACA2-5B1A36C34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049" y="3710524"/>
            <a:ext cx="4667901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552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3: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lặp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Vòng lặp </a:t>
            </a:r>
            <a:r>
              <a:rPr lang="vi-VN" b="1" dirty="0">
                <a:latin typeface="Arial (Body)"/>
              </a:rPr>
              <a:t>while</a:t>
            </a:r>
            <a:r>
              <a:rPr lang="vi-VN" dirty="0">
                <a:latin typeface="Arial (Body)"/>
              </a:rPr>
              <a:t> </a:t>
            </a:r>
            <a:endParaRPr lang="en-US" dirty="0">
              <a:latin typeface="Arial (Body)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>
                <a:latin typeface="Arial (Body)"/>
              </a:rPr>
              <a:t>Vòng lặp while được sử dụng khi chưa biết trước số lần lặp, điều kiện được kiểm tra trước khi thực thi khối lệnh.</a:t>
            </a:r>
            <a:endParaRPr lang="en-US" b="1" dirty="0">
              <a:latin typeface="Arial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559CB7-524E-A15B-63A1-20DD5FCA6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023" y="3910577"/>
            <a:ext cx="4867954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64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3: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lặp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Vòng lặp </a:t>
            </a:r>
            <a:r>
              <a:rPr lang="vi-VN" b="1" dirty="0">
                <a:latin typeface="Arial (Body)"/>
              </a:rPr>
              <a:t>while</a:t>
            </a:r>
            <a:r>
              <a:rPr lang="vi-VN" dirty="0">
                <a:latin typeface="Arial (Body)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99002D-A8E0-9DE2-9D25-82270A70E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102" y="3648603"/>
            <a:ext cx="4267796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893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3: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lặp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Vòng lặp </a:t>
            </a:r>
            <a:r>
              <a:rPr lang="vi-VN" b="1" dirty="0">
                <a:latin typeface="Arial (Body)"/>
              </a:rPr>
              <a:t>do-while</a:t>
            </a:r>
            <a:r>
              <a:rPr lang="vi-VN" dirty="0">
                <a:latin typeface="Arial (Body)"/>
              </a:rPr>
              <a:t> </a:t>
            </a:r>
            <a:endParaRPr lang="en-US" dirty="0">
              <a:latin typeface="Arial (Body)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>
                <a:latin typeface="Arial (Body)"/>
              </a:rPr>
              <a:t>Vòng lặp do-while giống với while, nhưng khối lệnh được thực thi ít nhất một lần, sau đó mới kiểm tra điều kiện.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5A4841-3A61-7DB9-3685-9050D6E5B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628" y="3858182"/>
            <a:ext cx="4610743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47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3: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lặp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Vòng lặp </a:t>
            </a:r>
            <a:r>
              <a:rPr lang="vi-VN" b="1" dirty="0">
                <a:latin typeface="Arial (Body)"/>
              </a:rPr>
              <a:t>do-while</a:t>
            </a:r>
            <a:r>
              <a:rPr lang="vi-VN" dirty="0">
                <a:latin typeface="Arial (Body)"/>
              </a:rPr>
              <a:t> </a:t>
            </a:r>
            <a:endParaRPr lang="en-US" dirty="0">
              <a:latin typeface="Arial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1E13B8-C445-2410-3D6A-CD37BE908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286" y="3977225"/>
            <a:ext cx="4677428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71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3: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lặp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Câu lệnh điều khiển vòng lặp</a:t>
            </a:r>
            <a:endParaRPr lang="en-US" dirty="0">
              <a:latin typeface="Arial (Body)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>
                <a:latin typeface="Arial (Body)"/>
              </a:rPr>
              <a:t>break</a:t>
            </a:r>
            <a:r>
              <a:rPr lang="en-US" dirty="0">
                <a:latin typeface="Arial (Body)"/>
              </a:rPr>
              <a:t>: </a:t>
            </a:r>
            <a:r>
              <a:rPr lang="en-US" dirty="0" err="1">
                <a:latin typeface="Arial (Body)"/>
              </a:rPr>
              <a:t>Thoát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khỏi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vòng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lặp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ngay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lập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tức</a:t>
            </a:r>
            <a:r>
              <a:rPr lang="en-US" dirty="0">
                <a:latin typeface="Arial (Body)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388BCE-CAB7-7015-1348-7EEA41F74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837" y="3663562"/>
            <a:ext cx="7354326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87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3: </a:t>
            </a:r>
            <a:r>
              <a:rPr lang="en-GB" dirty="0" err="1">
                <a:latin typeface="Arial (Body)"/>
              </a:rPr>
              <a:t>Cấu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trúc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lặp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Câu lệnh điều khiển vòng lặp</a:t>
            </a:r>
            <a:endParaRPr lang="en-US" dirty="0">
              <a:latin typeface="Arial (Body)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>
                <a:latin typeface="Arial (Body)"/>
              </a:rPr>
              <a:t>continue: </a:t>
            </a:r>
            <a:r>
              <a:rPr lang="en-US" dirty="0" err="1">
                <a:latin typeface="Arial (Body)"/>
              </a:rPr>
              <a:t>Bỏ</a:t>
            </a:r>
            <a:r>
              <a:rPr lang="en-US" dirty="0">
                <a:latin typeface="Arial (Body)"/>
              </a:rPr>
              <a:t> qua </a:t>
            </a:r>
            <a:r>
              <a:rPr lang="en-US" dirty="0" err="1">
                <a:latin typeface="Arial (Body)"/>
              </a:rPr>
              <a:t>phần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còn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lại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của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lần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lặp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hiện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tại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và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tiếp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tục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với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lần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lặp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tiếp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theo.</a:t>
            </a:r>
            <a:endParaRPr lang="en-US" dirty="0">
              <a:latin typeface="Arial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ABE13-C19C-0065-A0BD-69A95478F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601" y="4033677"/>
            <a:ext cx="5534797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07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vi-VN" dirty="0"/>
              <a:t>In ra bảng cửu chương từ 2 đến 9.</a:t>
            </a:r>
            <a:endParaRPr lang="en-US" dirty="0"/>
          </a:p>
          <a:p>
            <a:r>
              <a:rPr lang="en-US" dirty="0">
                <a:latin typeface="Arial (Body)"/>
              </a:rPr>
              <a:t>2.</a:t>
            </a:r>
            <a:r>
              <a:rPr lang="en-GB" dirty="0"/>
              <a:t> </a:t>
            </a:r>
            <a:r>
              <a:rPr lang="en-GB" dirty="0" err="1"/>
              <a:t>Tính</a:t>
            </a:r>
            <a:r>
              <a:rPr lang="en-GB" dirty="0"/>
              <a:t> </a:t>
            </a:r>
            <a:r>
              <a:rPr lang="en-GB" dirty="0" err="1"/>
              <a:t>tổng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chẵn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1 </a:t>
            </a:r>
            <a:r>
              <a:rPr lang="en-GB" dirty="0" err="1"/>
              <a:t>đến</a:t>
            </a:r>
            <a:r>
              <a:rPr lang="en-GB" dirty="0"/>
              <a:t> 100.</a:t>
            </a:r>
          </a:p>
          <a:p>
            <a:r>
              <a:rPr lang="en-GB" dirty="0">
                <a:latin typeface="Arial (Body)"/>
              </a:rPr>
              <a:t>3. </a:t>
            </a:r>
            <a:r>
              <a:rPr lang="en-GB" dirty="0" err="1">
                <a:latin typeface="Arial (Body)"/>
              </a:rPr>
              <a:t>Tính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tổng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các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số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từ</a:t>
            </a:r>
            <a:r>
              <a:rPr lang="en-GB" dirty="0">
                <a:latin typeface="Arial (Body)"/>
              </a:rPr>
              <a:t> 1 </a:t>
            </a:r>
            <a:r>
              <a:rPr lang="en-GB" dirty="0" err="1">
                <a:latin typeface="Arial (Body)"/>
              </a:rPr>
              <a:t>đến</a:t>
            </a:r>
            <a:r>
              <a:rPr lang="en-GB" dirty="0">
                <a:latin typeface="Arial (Body)"/>
              </a:rPr>
              <a:t> 𝑛 n (</a:t>
            </a:r>
            <a:r>
              <a:rPr lang="en-GB" dirty="0" err="1">
                <a:latin typeface="Arial (Body)"/>
              </a:rPr>
              <a:t>với</a:t>
            </a:r>
            <a:r>
              <a:rPr lang="en-GB" dirty="0">
                <a:latin typeface="Arial (Body)"/>
              </a:rPr>
              <a:t> 𝑛 n </a:t>
            </a:r>
            <a:r>
              <a:rPr lang="en-GB" dirty="0" err="1">
                <a:latin typeface="Arial (Body)"/>
              </a:rPr>
              <a:t>nhập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từ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bàn</a:t>
            </a:r>
            <a:r>
              <a:rPr lang="en-GB" dirty="0">
                <a:latin typeface="Arial (Body)"/>
              </a:rPr>
              <a:t> </a:t>
            </a:r>
            <a:r>
              <a:rPr lang="en-GB" dirty="0" err="1">
                <a:latin typeface="Arial (Body)"/>
              </a:rPr>
              <a:t>phím</a:t>
            </a:r>
            <a:r>
              <a:rPr lang="en-GB" dirty="0">
                <a:latin typeface="Arial (Body)"/>
              </a:rPr>
              <a:t>).</a:t>
            </a:r>
          </a:p>
          <a:p>
            <a:r>
              <a:rPr lang="en-GB" dirty="0">
                <a:latin typeface="Arial (Body)"/>
              </a:rPr>
              <a:t>4. </a:t>
            </a:r>
            <a:r>
              <a:rPr lang="vi-VN" dirty="0">
                <a:latin typeface="Arial (Body)"/>
              </a:rPr>
              <a:t>Tìm số lớn nhất trong mảng</a:t>
            </a:r>
            <a:r>
              <a:rPr lang="en-US" dirty="0">
                <a:latin typeface="Arial (Body)"/>
              </a:rPr>
              <a:t>: </a:t>
            </a:r>
            <a:r>
              <a:rPr lang="vi-VN" dirty="0">
                <a:latin typeface="Arial (Body)"/>
              </a:rPr>
              <a:t>Nhập một mảng số nguyên từ bàn phím và tìm phần tử lớn nhất trong mảng. </a:t>
            </a:r>
            <a:endParaRPr lang="en-US" dirty="0">
              <a:latin typeface="Arial (Body)"/>
            </a:endParaRPr>
          </a:p>
          <a:p>
            <a:r>
              <a:rPr lang="en-US" dirty="0">
                <a:latin typeface="Arial (Body)"/>
              </a:rPr>
              <a:t>5. </a:t>
            </a:r>
            <a:r>
              <a:rPr lang="vi-VN" dirty="0">
                <a:latin typeface="Arial (Body)"/>
              </a:rPr>
              <a:t>Đếm số nguyên tố</a:t>
            </a:r>
            <a:r>
              <a:rPr lang="en-US" dirty="0">
                <a:latin typeface="Arial (Body)"/>
              </a:rPr>
              <a:t>: </a:t>
            </a:r>
            <a:r>
              <a:rPr lang="vi-VN" dirty="0">
                <a:latin typeface="Arial (Body)"/>
              </a:rPr>
              <a:t>Đếm số lượng số nguyên tố trong khoảng từ 1 đến 𝑛 n (với 𝑛 n nhập từ bàn phím). Gợi ý: Số nguyên tố là số chia hết cho 1 và chính nó.</a:t>
            </a:r>
            <a:endParaRPr lang="en-US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266996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6. </a:t>
            </a:r>
            <a:r>
              <a:rPr lang="vi-VN" dirty="0"/>
              <a:t>Nhập một chuỗi từ bàn phím và in ra chuỗi đảo ngược.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7. </a:t>
            </a:r>
            <a:r>
              <a:rPr lang="vi-VN" dirty="0"/>
              <a:t>Xây dựng chương trình quản lý danh sách sinh viên:</a:t>
            </a:r>
            <a:r>
              <a:rPr lang="en-US" dirty="0"/>
              <a:t> </a:t>
            </a:r>
            <a:r>
              <a:rPr lang="vi-VN" dirty="0"/>
              <a:t>Thêm sinh viên</a:t>
            </a:r>
            <a:r>
              <a:rPr lang="en-US" dirty="0"/>
              <a:t>, </a:t>
            </a:r>
            <a:r>
              <a:rPr lang="vi-VN" dirty="0"/>
              <a:t>Hiển thị danh sách sinh viên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/>
              <a:t> </a:t>
            </a:r>
            <a:r>
              <a:rPr lang="vi-VN"/>
              <a:t>Tìm </a:t>
            </a:r>
            <a:r>
              <a:rPr lang="vi-VN" dirty="0"/>
              <a:t>kiếm sinh viên theo tên.</a:t>
            </a:r>
          </a:p>
          <a:p>
            <a:r>
              <a:rPr lang="en-US" dirty="0"/>
              <a:t>8. </a:t>
            </a:r>
            <a:r>
              <a:rPr lang="vi-VN" dirty="0"/>
              <a:t>Viết chương trình in ra 𝑛 n số đầu tiên của dãy Fibonacci.</a:t>
            </a:r>
            <a:endParaRPr lang="en-US" dirty="0"/>
          </a:p>
          <a:p>
            <a:r>
              <a:rPr lang="en-US" dirty="0"/>
              <a:t>9.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.</a:t>
            </a:r>
          </a:p>
          <a:p>
            <a:r>
              <a:rPr lang="en-US" dirty="0"/>
              <a:t>10. </a:t>
            </a:r>
            <a:r>
              <a:rPr lang="vi-VN" dirty="0"/>
              <a:t>Xây dựng chương trình quản lý sách với các chức năng: Thêm sách (tên sách, tác giả, giá tiền). Hiển thị danh sách sách. Tìm kiếm sách theo tên.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483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804337" y="2835723"/>
            <a:ext cx="8941936" cy="8631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Trân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 </a:t>
            </a:r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trọng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 </a:t>
            </a:r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và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 </a:t>
            </a:r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Cảm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 </a:t>
            </a:r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ơn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!</a:t>
            </a:r>
            <a:endParaRPr lang="en-US" sz="5400" b="1" dirty="0">
              <a:solidFill>
                <a:srgbClr val="C00000"/>
              </a:solidFill>
              <a:latin typeface="HungHau" panose="0200050305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06036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83F8456-9C81-47AF-8C90-D283B8C57F02}" vid="{2CEE027D-E72C-42C2-8820-F3FC89DFF69B}"/>
    </a:ext>
  </a:extLst>
</a:theme>
</file>

<file path=ppt/theme/theme2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1769</TotalTime>
  <Words>493</Words>
  <Application>Microsoft Office PowerPoint</Application>
  <PresentationFormat>Widescreen</PresentationFormat>
  <Paragraphs>55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(Body)</vt:lpstr>
      <vt:lpstr>Calibri</vt:lpstr>
      <vt:lpstr>Calibri Light</vt:lpstr>
      <vt:lpstr>HungHau</vt:lpstr>
      <vt:lpstr>Wingdings</vt:lpstr>
      <vt:lpstr>4_Office Theme</vt:lpstr>
      <vt:lpstr>5_Office Theme</vt:lpstr>
      <vt:lpstr>PowerPoint Presentation</vt:lpstr>
      <vt:lpstr>THỰC HÀNH LẬP TRÌNH JAVA</vt:lpstr>
      <vt:lpstr>Chương 3: Cấu trúc lặp</vt:lpstr>
      <vt:lpstr>Chương 3: Cấu trúc lặp</vt:lpstr>
      <vt:lpstr>Chương 3: Cấu trúc lặp</vt:lpstr>
      <vt:lpstr>Chương 3: Cấu trúc lặp</vt:lpstr>
      <vt:lpstr>Chương 3: Cấu trúc lặp</vt:lpstr>
      <vt:lpstr>Chương 3: Cấu trúc lặp</vt:lpstr>
      <vt:lpstr>Chương 3: Cấu trúc lặp</vt:lpstr>
      <vt:lpstr>Chương 3: Cấu trúc lặp</vt:lpstr>
      <vt:lpstr>Chương 3: Cấu trúc lặp</vt:lpstr>
      <vt:lpstr>Bài tập</vt:lpstr>
      <vt:lpstr>Bài tập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HỌP GIAO BAN TUẦN 2 - 2021</dc:title>
  <dc:creator>Thai Tran Manh</dc:creator>
  <cp:lastModifiedBy>VHU PhongLT</cp:lastModifiedBy>
  <cp:revision>140</cp:revision>
  <dcterms:created xsi:type="dcterms:W3CDTF">2021-01-14T01:46:21Z</dcterms:created>
  <dcterms:modified xsi:type="dcterms:W3CDTF">2025-01-20T05:34:47Z</dcterms:modified>
</cp:coreProperties>
</file>