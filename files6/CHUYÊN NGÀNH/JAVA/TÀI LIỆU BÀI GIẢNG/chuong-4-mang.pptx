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26"/>
  </p:notesMasterIdLst>
  <p:sldIdLst>
    <p:sldId id="267" r:id="rId3"/>
    <p:sldId id="268" r:id="rId4"/>
    <p:sldId id="274" r:id="rId5"/>
    <p:sldId id="276" r:id="rId6"/>
    <p:sldId id="278" r:id="rId7"/>
    <p:sldId id="277" r:id="rId8"/>
    <p:sldId id="279" r:id="rId9"/>
    <p:sldId id="273" r:id="rId10"/>
    <p:sldId id="275" r:id="rId11"/>
    <p:sldId id="281" r:id="rId12"/>
    <p:sldId id="292" r:id="rId13"/>
    <p:sldId id="280" r:id="rId14"/>
    <p:sldId id="282" r:id="rId15"/>
    <p:sldId id="283" r:id="rId16"/>
    <p:sldId id="284" r:id="rId17"/>
    <p:sldId id="286" r:id="rId18"/>
    <p:sldId id="285" r:id="rId19"/>
    <p:sldId id="287" r:id="rId20"/>
    <p:sldId id="288" r:id="rId21"/>
    <p:sldId id="289" r:id="rId22"/>
    <p:sldId id="290" r:id="rId23"/>
    <p:sldId id="291" r:id="rId24"/>
    <p:sldId id="2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HU PhongLT" initials="LP" lastIdx="1" clrIdx="0">
    <p:extLst>
      <p:ext uri="{19B8F6BF-5375-455C-9EA6-DF929625EA0E}">
        <p15:presenceInfo xmlns:p15="http://schemas.microsoft.com/office/powerpoint/2012/main" userId="S::PhongLT@vhu.edu.vn::4306c80b-b262-4f2c-bba8-9268253aa6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013" autoAdjust="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BA43B-8143-4F33-AAE5-1296640FC8E7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F8675-7A98-4090-9F9E-1290451C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92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3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53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4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04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61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3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00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36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04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4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67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6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98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899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30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71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614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08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F8675-7A98-4090-9F9E-1290451C1D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6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76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340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54013"/>
            <a:ext cx="10515600" cy="401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28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0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04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4607"/>
            <a:ext cx="10515600" cy="872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96965"/>
            <a:ext cx="5157787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96965"/>
            <a:ext cx="5183188" cy="5081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55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84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9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643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93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19352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19552"/>
            <a:ext cx="3932237" cy="327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78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5088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1681109"/>
            <a:ext cx="6172200" cy="4551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751083"/>
            <a:ext cx="3932237" cy="34815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55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263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75033"/>
            <a:ext cx="10515600" cy="36019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521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292771"/>
            <a:ext cx="2628900" cy="4884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292771"/>
            <a:ext cx="7734300" cy="4884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318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30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76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064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91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06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542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514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529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905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15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34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4054" y="365125"/>
            <a:ext cx="57097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4054" y="1944413"/>
            <a:ext cx="5709745" cy="4232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5BFF8-853B-4302-B4F1-1F41637D57B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79755-D130-4BAC-AAD4-4C9673B0731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3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2A20E-D262-4F5C-88CA-8A9BC261965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89BA3-C6C8-4060-926B-165B0F5CBE6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9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lethanhphong2605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>
            <a:spLocks/>
          </p:cNvSpPr>
          <p:nvPr/>
        </p:nvSpPr>
        <p:spPr>
          <a:xfrm>
            <a:off x="119941" y="5283444"/>
            <a:ext cx="4155345" cy="15859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HỌP GIAO BAN</a:t>
            </a:r>
            <a:b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</a:br>
            <a:r>
              <a:rPr lang="en-US">
                <a:solidFill>
                  <a:schemeClr val="bg1"/>
                </a:solidFill>
                <a:latin typeface="HungHau" panose="02000503050000020004" pitchFamily="50" charset="0"/>
              </a:rPr>
              <a:t>Tuần 20 - 2021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600" dirty="0">
                <a:latin typeface="Arial (Body)"/>
              </a:rPr>
              <a:t>THỰC HÀNH </a:t>
            </a:r>
            <a:r>
              <a:rPr lang="vi-VN" sz="6600" dirty="0">
                <a:latin typeface="Arial (Body)"/>
              </a:rPr>
              <a:t>LẬP TRÌNH </a:t>
            </a:r>
            <a:r>
              <a:rPr lang="en-US" sz="6600" dirty="0">
                <a:latin typeface="Arial (Body)"/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Giảng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viên</a:t>
            </a:r>
            <a:r>
              <a:rPr lang="en-US" dirty="0">
                <a:latin typeface="Arial (Body)"/>
              </a:rPr>
              <a:t>: Lê Thanh Phong</a:t>
            </a:r>
          </a:p>
          <a:p>
            <a:r>
              <a:rPr lang="en-US" dirty="0">
                <a:latin typeface="Arial (Body)"/>
              </a:rPr>
              <a:t>Email: </a:t>
            </a:r>
            <a:r>
              <a:rPr lang="en-US" dirty="0">
                <a:latin typeface="Arial (Body)"/>
                <a:hlinkClick r:id="rId2"/>
              </a:rPr>
              <a:t>lethanhphong2605@gmail.com</a:t>
            </a:r>
            <a:endParaRPr lang="en-US" dirty="0">
              <a:latin typeface="Arial (Body)"/>
            </a:endParaRPr>
          </a:p>
          <a:p>
            <a:r>
              <a:rPr lang="en-US" dirty="0" err="1">
                <a:latin typeface="Arial (Body)"/>
              </a:rPr>
              <a:t>Điện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thoại</a:t>
            </a:r>
            <a:r>
              <a:rPr lang="en-US" dirty="0">
                <a:latin typeface="Arial (Body)"/>
              </a:rPr>
              <a:t>: 0904723279</a:t>
            </a:r>
          </a:p>
          <a:p>
            <a:r>
              <a:rPr lang="en-US" dirty="0" err="1">
                <a:latin typeface="Arial (Body)"/>
              </a:rPr>
              <a:t>Zalo</a:t>
            </a:r>
            <a:r>
              <a:rPr lang="en-US" dirty="0">
                <a:latin typeface="Arial (Body)"/>
              </a:rPr>
              <a:t> group: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BFF89-31C9-50A9-A25C-47CB7A1D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954" y="3714351"/>
            <a:ext cx="283884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tĩnh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Array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khai</a:t>
            </a:r>
            <a:r>
              <a:rPr lang="en-GB" dirty="0"/>
              <a:t> </a:t>
            </a:r>
            <a:r>
              <a:rPr lang="en-GB" dirty="0" err="1"/>
              <a:t>báo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khởi</a:t>
            </a: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73D401-5852-0AA6-FF82-2FB67053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9" y="3634678"/>
            <a:ext cx="11221322" cy="301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tĩnh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Array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Lấy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endParaRPr lang="en-US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00D93-0BFF-8CE3-1352-78D4A77F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" y="3677514"/>
            <a:ext cx="11538857" cy="70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7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tĩnh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Array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endParaRPr lang="en-US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C6EA8-A0CD-5BDD-ABD8-41ED96B96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731" y="3662893"/>
            <a:ext cx="7430537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6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tĩnh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Array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Duyệt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endParaRPr lang="en-US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64DB1-7DC1-793B-EECB-7B34D1CF2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87" y="4075597"/>
            <a:ext cx="985022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tĩnh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Array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63DC84-A196-E68D-66DF-F5A18FF0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24" y="3165997"/>
            <a:ext cx="7118951" cy="340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1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GB" dirty="0" err="1"/>
              <a:t>ArrayList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khai</a:t>
            </a:r>
            <a:r>
              <a:rPr lang="en-GB" dirty="0"/>
              <a:t> </a:t>
            </a:r>
            <a:r>
              <a:rPr lang="en-GB" dirty="0" err="1"/>
              <a:t>báo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khởi</a:t>
            </a:r>
            <a:r>
              <a:rPr lang="en-GB" dirty="0"/>
              <a:t> </a:t>
            </a:r>
            <a:r>
              <a:rPr lang="en-GB" dirty="0" err="1"/>
              <a:t>tạo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518CE6-F264-E2B2-FC43-35325D5A2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87" y="3746292"/>
            <a:ext cx="6457826" cy="290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GB" dirty="0" err="1"/>
              <a:t>ArrayList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Thêm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9647A-F54F-639F-9454-962C5CAC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42" y="3940479"/>
            <a:ext cx="7459116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08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GB" dirty="0" err="1"/>
              <a:t>ArrayList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Sửa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endParaRPr lang="en-US" b="1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1FEDB-49FF-F1C6-7F74-9AD4D41F3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33" y="4178706"/>
            <a:ext cx="11543734" cy="76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5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GB" dirty="0" err="1"/>
              <a:t>ArrayList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endParaRPr lang="en-US" b="1" dirty="0">
              <a:latin typeface="Arial (Body)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EBF2D-6486-E75C-AD59-AC8FEA72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8" y="3995057"/>
            <a:ext cx="11260704" cy="94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8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rial (Body)"/>
              </a:rPr>
              <a:t>Chương </a:t>
            </a:r>
            <a:r>
              <a:rPr lang="en-US" dirty="0">
                <a:latin typeface="Arial (Body)"/>
              </a:rPr>
              <a:t>4: </a:t>
            </a:r>
            <a:r>
              <a:rPr lang="en-GB" dirty="0" err="1">
                <a:latin typeface="Arial (Body)"/>
              </a:rPr>
              <a:t>Mảng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Mảng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GB" dirty="0" err="1"/>
              <a:t>ArrayList</a:t>
            </a:r>
            <a:r>
              <a:rPr lang="vi-VN" dirty="0">
                <a:latin typeface="Arial (Body)"/>
              </a:rPr>
              <a:t> </a:t>
            </a:r>
            <a:endParaRPr lang="en-US" dirty="0">
              <a:latin typeface="Arial (Body)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dirty="0">
              <a:latin typeface="Arial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66672-AEF3-5F9A-D02F-E5AABAF19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860" y="3087911"/>
            <a:ext cx="7896279" cy="35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2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 err="1"/>
              <a:t>Nhập</a:t>
            </a:r>
            <a:r>
              <a:rPr lang="en-GB" b="1" dirty="0"/>
              <a:t> </a:t>
            </a:r>
            <a:r>
              <a:rPr lang="en-GB" b="1" dirty="0" err="1"/>
              <a:t>và</a:t>
            </a:r>
            <a:r>
              <a:rPr lang="en-GB" b="1" dirty="0"/>
              <a:t> </a:t>
            </a:r>
            <a:r>
              <a:rPr lang="en-GB" b="1" dirty="0" err="1"/>
              <a:t>hiển</a:t>
            </a:r>
            <a:r>
              <a:rPr lang="en-GB" b="1" dirty="0"/>
              <a:t> </a:t>
            </a:r>
            <a:r>
              <a:rPr lang="en-GB" b="1" dirty="0" err="1"/>
              <a:t>thị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nguyên</a:t>
            </a:r>
            <a:endParaRPr lang="en-GB" b="1" dirty="0"/>
          </a:p>
          <a:p>
            <a:pPr marL="457200" lvl="1" indent="0">
              <a:buNone/>
            </a:pPr>
            <a:r>
              <a:rPr lang="en-US" b="1" dirty="0">
                <a:latin typeface="Arial (Body)"/>
              </a:rPr>
              <a:t> </a:t>
            </a: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bàn</a:t>
            </a:r>
            <a:r>
              <a:rPr lang="en-GB" dirty="0"/>
              <a:t> </a:t>
            </a:r>
            <a:r>
              <a:rPr lang="en-GB" dirty="0" err="1"/>
              <a:t>phím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 err="1"/>
              <a:t>Hiển</a:t>
            </a:r>
            <a:r>
              <a:rPr lang="en-GB" dirty="0"/>
              <a:t> </a:t>
            </a:r>
            <a:r>
              <a:rPr lang="en-GB" dirty="0" err="1"/>
              <a:t>thị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.</a:t>
            </a:r>
          </a:p>
          <a:p>
            <a:pPr marL="457200" lvl="1" indent="0">
              <a:buNone/>
            </a:pP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19852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GB" b="1" dirty="0" err="1"/>
              <a:t>Tìm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lớn</a:t>
            </a:r>
            <a:r>
              <a:rPr lang="en-GB" b="1" dirty="0"/>
              <a:t> </a:t>
            </a:r>
            <a:r>
              <a:rPr lang="en-GB" b="1" dirty="0" err="1"/>
              <a:t>nhất</a:t>
            </a:r>
            <a:r>
              <a:rPr lang="en-GB" b="1" dirty="0"/>
              <a:t> </a:t>
            </a:r>
            <a:r>
              <a:rPr lang="en-GB" b="1" dirty="0" err="1"/>
              <a:t>và</a:t>
            </a:r>
            <a:r>
              <a:rPr lang="en-GB" b="1" dirty="0"/>
              <a:t> </a:t>
            </a:r>
            <a:r>
              <a:rPr lang="en-GB" b="1" dirty="0" err="1"/>
              <a:t>nhỏ</a:t>
            </a:r>
            <a:r>
              <a:rPr lang="en-GB" b="1" dirty="0"/>
              <a:t> </a:t>
            </a:r>
            <a:r>
              <a:rPr lang="en-GB" b="1" dirty="0" err="1"/>
              <a:t>nhất</a:t>
            </a:r>
            <a:r>
              <a:rPr lang="en-GB" b="1" dirty="0"/>
              <a:t> </a:t>
            </a:r>
            <a:r>
              <a:rPr lang="en-GB" b="1" dirty="0" err="1"/>
              <a:t>trong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endParaRPr lang="en-GB" b="1" dirty="0"/>
          </a:p>
          <a:p>
            <a:pPr marL="457200" lvl="1" indent="0">
              <a:buNone/>
            </a:pPr>
            <a:r>
              <a:rPr lang="en-US" dirty="0">
                <a:latin typeface="Arial (Body)"/>
              </a:rPr>
              <a:t> </a:t>
            </a: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Tìm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nhỏ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 startAt="2"/>
            </a:pP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16236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tăng</a:t>
            </a:r>
            <a:r>
              <a:rPr lang="en-GB" dirty="0"/>
              <a:t> </a:t>
            </a:r>
            <a:r>
              <a:rPr lang="en-GB" dirty="0" err="1"/>
              <a:t>dần</a:t>
            </a:r>
            <a:endParaRPr lang="en-GB" dirty="0"/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theo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tăng</a:t>
            </a:r>
            <a:r>
              <a:rPr lang="en-GB" dirty="0"/>
              <a:t> </a:t>
            </a:r>
            <a:r>
              <a:rPr lang="en-GB" dirty="0" err="1"/>
              <a:t>dần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hiển</a:t>
            </a:r>
            <a:r>
              <a:rPr lang="en-GB" dirty="0"/>
              <a:t> </a:t>
            </a:r>
            <a:r>
              <a:rPr lang="en-GB" dirty="0" err="1"/>
              <a:t>thị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quả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9996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khỏi</a:t>
            </a:r>
            <a:r>
              <a:rPr lang="en-GB" dirty="0"/>
              <a:t> </a:t>
            </a:r>
            <a:r>
              <a:rPr lang="en-GB" dirty="0" err="1"/>
              <a:t>mảng</a:t>
            </a:r>
            <a:endParaRPr lang="en-GB" dirty="0"/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/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/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xóa</a:t>
            </a:r>
            <a:r>
              <a:rPr lang="en-GB" dirty="0"/>
              <a:t>. </a:t>
            </a:r>
            <a:r>
              <a:rPr lang="en-GB" dirty="0" err="1"/>
              <a:t>Nếu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, </a:t>
            </a: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nó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hiển</a:t>
            </a:r>
            <a:r>
              <a:rPr lang="en-GB" dirty="0"/>
              <a:t> </a:t>
            </a:r>
            <a:r>
              <a:rPr lang="en-GB" dirty="0" err="1"/>
              <a:t>thị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09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GB" b="1" dirty="0" err="1"/>
              <a:t>Tìm</a:t>
            </a:r>
            <a:r>
              <a:rPr lang="en-GB" b="1" dirty="0"/>
              <a:t> </a:t>
            </a:r>
            <a:r>
              <a:rPr lang="en-GB" b="1" dirty="0" err="1"/>
              <a:t>kiếm</a:t>
            </a:r>
            <a:r>
              <a:rPr lang="en-GB" b="1" dirty="0"/>
              <a:t> </a:t>
            </a:r>
            <a:r>
              <a:rPr lang="en-GB" b="1" dirty="0" err="1"/>
              <a:t>phần</a:t>
            </a:r>
            <a:r>
              <a:rPr lang="en-GB" b="1" dirty="0"/>
              <a:t> </a:t>
            </a:r>
            <a:r>
              <a:rPr lang="en-GB" b="1" dirty="0" err="1"/>
              <a:t>tử</a:t>
            </a:r>
            <a:r>
              <a:rPr lang="en-GB" b="1" dirty="0"/>
              <a:t> </a:t>
            </a:r>
            <a:r>
              <a:rPr lang="en-GB" b="1" dirty="0" err="1"/>
              <a:t>trong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endParaRPr lang="en-GB" b="1" dirty="0"/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/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danh</a:t>
            </a:r>
            <a:r>
              <a:rPr lang="en-GB" dirty="0"/>
              <a:t> </a:t>
            </a:r>
            <a:r>
              <a:rPr lang="en-GB" dirty="0" err="1"/>
              <a:t>sách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/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tìm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danh</a:t>
            </a:r>
            <a:r>
              <a:rPr lang="en-GB" dirty="0"/>
              <a:t> </a:t>
            </a:r>
            <a:r>
              <a:rPr lang="en-GB" dirty="0" err="1"/>
              <a:t>sách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895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vi-VN" b="1" dirty="0"/>
              <a:t>Đảo ngược mảng số nguyên</a:t>
            </a:r>
          </a:p>
          <a:p>
            <a:pPr marL="457200" lvl="1" indent="0">
              <a:buNone/>
            </a:pPr>
            <a:r>
              <a:rPr lang="vi-VN" b="1" dirty="0"/>
              <a:t>Yêu cầu:</a:t>
            </a:r>
            <a:endParaRPr lang="vi-VN" dirty="0"/>
          </a:p>
          <a:p>
            <a:pPr marL="914400" lvl="2" indent="0">
              <a:buNone/>
            </a:pPr>
            <a:r>
              <a:rPr lang="vi-VN" dirty="0"/>
              <a:t>Nhập một mảng số nguyên từ bàn phím.</a:t>
            </a:r>
          </a:p>
          <a:p>
            <a:pPr marL="914400" lvl="2" indent="0">
              <a:buNone/>
            </a:pPr>
            <a:r>
              <a:rPr lang="vi-VN" dirty="0"/>
              <a:t>Đảo ngược mảng và hiển thị kết quả.</a:t>
            </a:r>
          </a:p>
        </p:txBody>
      </p:sp>
    </p:spTree>
    <p:extLst>
      <p:ext uri="{BB962C8B-B14F-4D97-AF65-F5344CB8AC3E}">
        <p14:creationId xmlns:p14="http://schemas.microsoft.com/office/powerpoint/2010/main" val="3329278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en-GB" b="1" dirty="0" err="1"/>
              <a:t>Kiểm</a:t>
            </a:r>
            <a:r>
              <a:rPr lang="en-GB" b="1" dirty="0"/>
              <a:t> </a:t>
            </a:r>
            <a:r>
              <a:rPr lang="en-GB" b="1" dirty="0" err="1"/>
              <a:t>tra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r>
              <a:rPr lang="en-GB" b="1" dirty="0"/>
              <a:t> </a:t>
            </a:r>
            <a:r>
              <a:rPr lang="en-GB" b="1" dirty="0" err="1"/>
              <a:t>có</a:t>
            </a:r>
            <a:r>
              <a:rPr lang="en-GB" b="1" dirty="0"/>
              <a:t> </a:t>
            </a:r>
            <a:r>
              <a:rPr lang="en-GB" b="1" dirty="0" err="1"/>
              <a:t>đối</a:t>
            </a:r>
            <a:r>
              <a:rPr lang="en-GB" b="1" dirty="0"/>
              <a:t> </a:t>
            </a:r>
            <a:r>
              <a:rPr lang="en-GB" b="1" dirty="0" err="1"/>
              <a:t>xứng</a:t>
            </a:r>
            <a:r>
              <a:rPr lang="en-GB" b="1" dirty="0"/>
              <a:t> </a:t>
            </a:r>
            <a:r>
              <a:rPr lang="en-GB" b="1" dirty="0" err="1"/>
              <a:t>không</a:t>
            </a:r>
            <a:r>
              <a:rPr lang="en-GB" b="1" dirty="0"/>
              <a:t>?</a:t>
            </a:r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đối</a:t>
            </a:r>
            <a:r>
              <a:rPr lang="en-GB" dirty="0"/>
              <a:t> </a:t>
            </a:r>
            <a:r>
              <a:rPr lang="en-GB" dirty="0" err="1"/>
              <a:t>xứng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(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đầu</a:t>
            </a:r>
            <a:r>
              <a:rPr lang="en-GB" dirty="0"/>
              <a:t> =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cuối</a:t>
            </a:r>
            <a:r>
              <a:rPr lang="en-GB" dirty="0"/>
              <a:t>,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=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áp</a:t>
            </a:r>
            <a:r>
              <a:rPr lang="en-GB" dirty="0"/>
              <a:t> </a:t>
            </a:r>
            <a:r>
              <a:rPr lang="en-GB" dirty="0" err="1"/>
              <a:t>chót</a:t>
            </a:r>
            <a:r>
              <a:rPr lang="en-GB" dirty="0"/>
              <a:t>, v.v.).</a:t>
            </a:r>
          </a:p>
        </p:txBody>
      </p:sp>
    </p:spTree>
    <p:extLst>
      <p:ext uri="{BB962C8B-B14F-4D97-AF65-F5344CB8AC3E}">
        <p14:creationId xmlns:p14="http://schemas.microsoft.com/office/powerpoint/2010/main" val="2652675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GB" b="1" dirty="0" err="1"/>
              <a:t>Tìm</a:t>
            </a:r>
            <a:r>
              <a:rPr lang="en-GB" b="1" dirty="0"/>
              <a:t> </a:t>
            </a:r>
            <a:r>
              <a:rPr lang="en-GB" b="1" dirty="0" err="1"/>
              <a:t>phần</a:t>
            </a:r>
            <a:r>
              <a:rPr lang="en-GB" b="1" dirty="0"/>
              <a:t> </a:t>
            </a:r>
            <a:r>
              <a:rPr lang="en-GB" b="1" dirty="0" err="1"/>
              <a:t>tử</a:t>
            </a:r>
            <a:r>
              <a:rPr lang="en-GB" b="1" dirty="0"/>
              <a:t> </a:t>
            </a:r>
            <a:r>
              <a:rPr lang="en-GB" b="1" dirty="0" err="1"/>
              <a:t>xuất</a:t>
            </a:r>
            <a:r>
              <a:rPr lang="en-GB" b="1" dirty="0"/>
              <a:t> </a:t>
            </a:r>
            <a:r>
              <a:rPr lang="en-GB" b="1" dirty="0" err="1"/>
              <a:t>hiện</a:t>
            </a:r>
            <a:r>
              <a:rPr lang="en-GB" b="1" dirty="0"/>
              <a:t> </a:t>
            </a:r>
            <a:r>
              <a:rPr lang="en-GB" b="1" dirty="0" err="1"/>
              <a:t>nhiều</a:t>
            </a:r>
            <a:r>
              <a:rPr lang="en-GB" b="1" dirty="0"/>
              <a:t> </a:t>
            </a:r>
            <a:r>
              <a:rPr lang="en-GB" b="1" dirty="0" err="1"/>
              <a:t>nhất</a:t>
            </a:r>
            <a:r>
              <a:rPr lang="en-GB" b="1" dirty="0"/>
              <a:t> </a:t>
            </a:r>
            <a:r>
              <a:rPr lang="en-GB" b="1" dirty="0" err="1"/>
              <a:t>trong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endParaRPr lang="en-GB" b="1" dirty="0"/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Tìm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</a:t>
            </a:r>
            <a:r>
              <a:rPr lang="en-GB" dirty="0" err="1"/>
              <a:t>xuất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xuất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651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9"/>
            </a:pPr>
            <a:r>
              <a:rPr lang="en-GB" b="1" dirty="0" err="1"/>
              <a:t>Xóa</a:t>
            </a:r>
            <a:r>
              <a:rPr lang="en-GB" b="1" dirty="0"/>
              <a:t> </a:t>
            </a:r>
            <a:r>
              <a:rPr lang="en-GB" b="1" dirty="0" err="1"/>
              <a:t>tất</a:t>
            </a:r>
            <a:r>
              <a:rPr lang="en-GB" b="1" dirty="0"/>
              <a:t> </a:t>
            </a:r>
            <a:r>
              <a:rPr lang="en-GB" b="1" dirty="0" err="1"/>
              <a:t>cả</a:t>
            </a:r>
            <a:r>
              <a:rPr lang="en-GB" b="1" dirty="0"/>
              <a:t> </a:t>
            </a:r>
            <a:r>
              <a:rPr lang="en-GB" b="1" dirty="0" err="1"/>
              <a:t>số</a:t>
            </a:r>
            <a:r>
              <a:rPr lang="en-GB" b="1" dirty="0"/>
              <a:t> </a:t>
            </a:r>
            <a:r>
              <a:rPr lang="en-GB" b="1" dirty="0" err="1"/>
              <a:t>chẵn</a:t>
            </a:r>
            <a:r>
              <a:rPr lang="en-GB" b="1" dirty="0"/>
              <a:t> </a:t>
            </a:r>
            <a:r>
              <a:rPr lang="en-GB" b="1" dirty="0" err="1"/>
              <a:t>trong</a:t>
            </a:r>
            <a:r>
              <a:rPr lang="en-GB" b="1" dirty="0"/>
              <a:t> </a:t>
            </a:r>
            <a:r>
              <a:rPr lang="en-GB" b="1" dirty="0" err="1"/>
              <a:t>ArrayList</a:t>
            </a:r>
            <a:r>
              <a:rPr lang="en-GB" b="1" dirty="0"/>
              <a:t> </a:t>
            </a:r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 </a:t>
            </a:r>
          </a:p>
          <a:p>
            <a:pPr marL="914400" lvl="2" indent="0">
              <a:buNone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danh</a:t>
            </a:r>
            <a:r>
              <a:rPr lang="en-GB" dirty="0"/>
              <a:t> </a:t>
            </a:r>
            <a:r>
              <a:rPr lang="en-GB" dirty="0" err="1"/>
              <a:t>sách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 </a:t>
            </a:r>
          </a:p>
          <a:p>
            <a:pPr marL="914400" lvl="2" indent="0">
              <a:buNone/>
            </a:pPr>
            <a:r>
              <a:rPr lang="en-GB" dirty="0" err="1"/>
              <a:t>Xóa</a:t>
            </a:r>
            <a:r>
              <a:rPr lang="en-GB" dirty="0"/>
              <a:t> </a:t>
            </a:r>
            <a:r>
              <a:rPr lang="en-GB" dirty="0" err="1"/>
              <a:t>tất</a:t>
            </a:r>
            <a:r>
              <a:rPr lang="en-GB" dirty="0"/>
              <a:t> </a:t>
            </a:r>
            <a:r>
              <a:rPr lang="en-GB" dirty="0" err="1"/>
              <a:t>cả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chẵn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8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tập</a:t>
            </a:r>
            <a:endParaRPr lang="en-US" dirty="0">
              <a:latin typeface="Arial (Body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10"/>
            </a:pPr>
            <a:r>
              <a:rPr lang="en-GB" b="1" dirty="0" err="1"/>
              <a:t>Gộp</a:t>
            </a:r>
            <a:r>
              <a:rPr lang="en-GB" b="1" dirty="0"/>
              <a:t> </a:t>
            </a:r>
            <a:r>
              <a:rPr lang="en-GB" b="1" dirty="0" err="1"/>
              <a:t>hai</a:t>
            </a:r>
            <a:r>
              <a:rPr lang="en-GB" b="1" dirty="0"/>
              <a:t> </a:t>
            </a:r>
            <a:r>
              <a:rPr lang="en-GB" b="1" dirty="0" err="1"/>
              <a:t>mảng</a:t>
            </a:r>
            <a:r>
              <a:rPr lang="en-GB" b="1" dirty="0"/>
              <a:t> </a:t>
            </a:r>
            <a:r>
              <a:rPr lang="en-GB" b="1" dirty="0" err="1"/>
              <a:t>và</a:t>
            </a:r>
            <a:r>
              <a:rPr lang="en-GB" b="1" dirty="0"/>
              <a:t> </a:t>
            </a:r>
            <a:r>
              <a:rPr lang="en-GB" b="1" dirty="0" err="1"/>
              <a:t>sắp</a:t>
            </a:r>
            <a:r>
              <a:rPr lang="en-GB" b="1" dirty="0"/>
              <a:t> </a:t>
            </a:r>
            <a:r>
              <a:rPr lang="en-GB" b="1" dirty="0" err="1"/>
              <a:t>xếp</a:t>
            </a:r>
            <a:r>
              <a:rPr lang="en-GB" b="1" dirty="0"/>
              <a:t> </a:t>
            </a:r>
            <a:r>
              <a:rPr lang="en-GB" b="1" dirty="0" err="1"/>
              <a:t>tăng</a:t>
            </a:r>
            <a:r>
              <a:rPr lang="en-GB" b="1" dirty="0"/>
              <a:t> </a:t>
            </a:r>
            <a:r>
              <a:rPr lang="en-GB" b="1" dirty="0" err="1"/>
              <a:t>dần</a:t>
            </a:r>
            <a:endParaRPr lang="en-GB" b="1" dirty="0"/>
          </a:p>
          <a:p>
            <a:pPr marL="457200" lvl="1" indent="0">
              <a:buNone/>
            </a:pPr>
            <a:r>
              <a:rPr lang="en-GB" b="1" dirty="0" err="1"/>
              <a:t>Yêu</a:t>
            </a:r>
            <a:r>
              <a:rPr lang="en-GB" b="1" dirty="0"/>
              <a:t> </a:t>
            </a:r>
            <a:r>
              <a:rPr lang="en-GB" b="1" dirty="0" err="1"/>
              <a:t>cầu</a:t>
            </a:r>
            <a:r>
              <a:rPr lang="en-GB" b="1" dirty="0"/>
              <a:t>:</a:t>
            </a:r>
            <a:endParaRPr lang="en-GB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hai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nguyên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Gộp</a:t>
            </a:r>
            <a:r>
              <a:rPr lang="en-GB" dirty="0"/>
              <a:t> </a:t>
            </a:r>
            <a:r>
              <a:rPr lang="en-GB" dirty="0" err="1"/>
              <a:t>hai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thành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mảng</a:t>
            </a:r>
            <a:r>
              <a:rPr lang="en-GB" dirty="0"/>
              <a:t> </a:t>
            </a:r>
            <a:r>
              <a:rPr lang="en-GB" dirty="0" err="1"/>
              <a:t>mới</a:t>
            </a:r>
            <a:r>
              <a:rPr lang="en-GB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GB" dirty="0" err="1"/>
              <a:t>Sắp</a:t>
            </a:r>
            <a:r>
              <a:rPr lang="en-GB" dirty="0"/>
              <a:t> </a:t>
            </a:r>
            <a:r>
              <a:rPr lang="en-GB" dirty="0" err="1"/>
              <a:t>xếp</a:t>
            </a:r>
            <a:r>
              <a:rPr lang="en-GB" dirty="0"/>
              <a:t> </a:t>
            </a:r>
            <a:r>
              <a:rPr lang="en-GB" dirty="0" err="1"/>
              <a:t>theo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tăng</a:t>
            </a:r>
            <a:r>
              <a:rPr lang="en-GB" dirty="0"/>
              <a:t> </a:t>
            </a:r>
            <a:r>
              <a:rPr lang="en-GB" dirty="0" err="1"/>
              <a:t>dần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549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04337" y="2835723"/>
            <a:ext cx="8941936" cy="8631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Trân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trọng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và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Cảm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 </a:t>
            </a:r>
            <a:r>
              <a:rPr lang="en-US" sz="5400" b="1" dirty="0" err="1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ơn</a:t>
            </a:r>
            <a:r>
              <a:rPr lang="en-US" sz="5400" b="1" dirty="0">
                <a:solidFill>
                  <a:srgbClr val="5B9BD5">
                    <a:lumMod val="75000"/>
                  </a:srgbClr>
                </a:solidFill>
                <a:latin typeface="HungHau" panose="02000503050000020004" pitchFamily="50" charset="0"/>
              </a:rPr>
              <a:t>!</a:t>
            </a:r>
            <a:endParaRPr lang="en-US" sz="5400" b="1" dirty="0">
              <a:solidFill>
                <a:srgbClr val="C00000"/>
              </a:solidFill>
              <a:latin typeface="HungHau" panose="0200050305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6036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83F8456-9C81-47AF-8C90-D283B8C57F02}" vid="{2CEE027D-E72C-42C2-8820-F3FC89DFF69B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505</Words>
  <Application>Microsoft Office PowerPoint</Application>
  <PresentationFormat>Widescreen</PresentationFormat>
  <Paragraphs>107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(Body)</vt:lpstr>
      <vt:lpstr>Calibri</vt:lpstr>
      <vt:lpstr>Calibri Light</vt:lpstr>
      <vt:lpstr>HungHau</vt:lpstr>
      <vt:lpstr>Wingdings</vt:lpstr>
      <vt:lpstr>4_Office Theme</vt:lpstr>
      <vt:lpstr>5_Office Theme</vt:lpstr>
      <vt:lpstr>PowerPoint Presentation</vt:lpstr>
      <vt:lpstr>THỰC HÀNH LẬP TRÌNH JAVA</vt:lpstr>
      <vt:lpstr>Chương 4: Mảng</vt:lpstr>
      <vt:lpstr>Chương 4: Mảng</vt:lpstr>
      <vt:lpstr>Chương 4: Mảng</vt:lpstr>
      <vt:lpstr>Chương 4: Mảng</vt:lpstr>
      <vt:lpstr>Chương 4: Mảng</vt:lpstr>
      <vt:lpstr>Chương 4: Mảng</vt:lpstr>
      <vt:lpstr>Chương 4: Mảng</vt:lpstr>
      <vt:lpstr>Chương 4: Mảng</vt:lpstr>
      <vt:lpstr>Chương 4: Mảng</vt:lpstr>
      <vt:lpstr>Chương 4: Mảng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Bài tập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GIAO BAN TUẦN 2 - 2021</dc:title>
  <dc:creator>Thai Tran Manh</dc:creator>
  <cp:lastModifiedBy>VHU PhongLT</cp:lastModifiedBy>
  <cp:revision>149</cp:revision>
  <dcterms:created xsi:type="dcterms:W3CDTF">2021-01-14T01:46:21Z</dcterms:created>
  <dcterms:modified xsi:type="dcterms:W3CDTF">2025-02-10T05:10:10Z</dcterms:modified>
</cp:coreProperties>
</file>