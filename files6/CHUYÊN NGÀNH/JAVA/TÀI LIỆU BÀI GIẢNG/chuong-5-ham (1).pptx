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  <p:sldMasterId id="2147483720" r:id="rId2"/>
  </p:sldMasterIdLst>
  <p:notesMasterIdLst>
    <p:notesMasterId r:id="rId20"/>
  </p:notesMasterIdLst>
  <p:sldIdLst>
    <p:sldId id="267" r:id="rId3"/>
    <p:sldId id="268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6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HU PhongLT" initials="LP" lastIdx="1" clrIdx="0">
    <p:extLst>
      <p:ext uri="{19B8F6BF-5375-455C-9EA6-DF929625EA0E}">
        <p15:presenceInfo xmlns:p15="http://schemas.microsoft.com/office/powerpoint/2012/main" userId="S::PhongLT@vhu.edu.vn::4306c80b-b262-4f2c-bba8-9268253aa69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013" autoAdjust="0"/>
  </p:normalViewPr>
  <p:slideViewPr>
    <p:cSldViewPr snapToGrid="0">
      <p:cViewPr varScale="1">
        <p:scale>
          <a:sx n="59" d="100"/>
          <a:sy n="59" d="100"/>
        </p:scale>
        <p:origin x="96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commentAuthors" Target="commentAuthor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5BA43B-8143-4F33-AAE5-1296640FC8E7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F8675-7A98-4090-9F9E-1290451C1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292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603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570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8278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4843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7394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1533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8642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3269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951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9050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8138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5875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3477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147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5BFF8-853B-4302-B4F1-1F41637D57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755-D130-4BAC-AAD4-4C9673B0731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7764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53401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54013"/>
            <a:ext cx="10515600" cy="4018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5BFF8-853B-4302-B4F1-1F41637D57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755-D130-4BAC-AAD4-4C9673B0731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5284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5BFF8-853B-4302-B4F1-1F41637D57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755-D130-4BAC-AAD4-4C9673B0731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000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5BFF8-853B-4302-B4F1-1F41637D57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755-D130-4BAC-AAD4-4C9673B0731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9048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24607"/>
            <a:ext cx="10515600" cy="8723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996965"/>
            <a:ext cx="5157787" cy="50810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996965"/>
            <a:ext cx="5183188" cy="50810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5BFF8-853B-4302-B4F1-1F41637D57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755-D130-4BAC-AAD4-4C9673B0731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9550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0084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5BFF8-853B-4302-B4F1-1F41637D57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755-D130-4BAC-AAD4-4C9673B0731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3909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5BFF8-853B-4302-B4F1-1F41637D57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755-D130-4BAC-AAD4-4C9673B0731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2643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19352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1119352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719552"/>
            <a:ext cx="3932237" cy="32734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5BFF8-853B-4302-B4F1-1F41637D57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755-D130-4BAC-AAD4-4C9673B0731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4781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50883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1681109"/>
            <a:ext cx="6172200" cy="455152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751083"/>
            <a:ext cx="3932237" cy="348155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5BFF8-853B-4302-B4F1-1F41637D57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755-D130-4BAC-AAD4-4C9673B0731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8555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22632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575033"/>
            <a:ext cx="10515600" cy="36019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5BFF8-853B-4302-B4F1-1F41637D57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755-D130-4BAC-AAD4-4C9673B0731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3521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292771"/>
            <a:ext cx="2628900" cy="488419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292771"/>
            <a:ext cx="7734300" cy="48841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5BFF8-853B-4302-B4F1-1F41637D57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755-D130-4BAC-AAD4-4C9673B0731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03186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89302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37765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80644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99113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9062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95421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05142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75299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69051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1154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3341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44054" y="365125"/>
            <a:ext cx="57097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44054" y="1944413"/>
            <a:ext cx="5709745" cy="4232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15BFF8-853B-4302-B4F1-1F41637D57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F79755-D130-4BAC-AAD4-4C9673B0731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5133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2497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mailto:lethanhphong2605@gmail.co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>
            <a:spLocks/>
          </p:cNvSpPr>
          <p:nvPr/>
        </p:nvSpPr>
        <p:spPr>
          <a:xfrm>
            <a:off x="119941" y="5283444"/>
            <a:ext cx="4155345" cy="1585913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>
                <a:solidFill>
                  <a:schemeClr val="bg1"/>
                </a:solidFill>
                <a:latin typeface="HungHau" panose="02000503050000020004" pitchFamily="50" charset="0"/>
              </a:rPr>
              <a:t>HỌP GIAO BAN</a:t>
            </a:r>
            <a:br>
              <a:rPr lang="en-US">
                <a:solidFill>
                  <a:schemeClr val="bg1"/>
                </a:solidFill>
                <a:latin typeface="HungHau" panose="02000503050000020004" pitchFamily="50" charset="0"/>
              </a:rPr>
            </a:br>
            <a:r>
              <a:rPr lang="en-US">
                <a:solidFill>
                  <a:schemeClr val="bg1"/>
                </a:solidFill>
                <a:latin typeface="HungHau" panose="02000503050000020004" pitchFamily="50" charset="0"/>
              </a:rPr>
              <a:t>Tuần 20 - 2021</a:t>
            </a: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3"/>
            <a:ext cx="12192000" cy="685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28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6600" dirty="0">
                <a:latin typeface="Arial (Body)"/>
              </a:rPr>
              <a:t>THỰC HÀNH </a:t>
            </a:r>
            <a:r>
              <a:rPr lang="vi-VN" sz="6600" dirty="0">
                <a:latin typeface="Arial (Body)"/>
              </a:rPr>
              <a:t>LẬP TRÌNH </a:t>
            </a:r>
            <a:r>
              <a:rPr lang="en-US" sz="6600" dirty="0">
                <a:latin typeface="Arial (Body)"/>
              </a:rPr>
              <a:t>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latin typeface="Arial (Body)"/>
            </a:endParaRPr>
          </a:p>
          <a:p>
            <a:r>
              <a:rPr lang="en-US" dirty="0" err="1">
                <a:latin typeface="Arial (Body)"/>
              </a:rPr>
              <a:t>Giảng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viên</a:t>
            </a:r>
            <a:r>
              <a:rPr lang="en-US" dirty="0">
                <a:latin typeface="Arial (Body)"/>
              </a:rPr>
              <a:t>: Lê Thanh Phong</a:t>
            </a:r>
          </a:p>
          <a:p>
            <a:r>
              <a:rPr lang="en-US" dirty="0">
                <a:latin typeface="Arial (Body)"/>
              </a:rPr>
              <a:t>Email: </a:t>
            </a:r>
            <a:r>
              <a:rPr lang="en-US" dirty="0">
                <a:latin typeface="Arial (Body)"/>
                <a:hlinkClick r:id="rId2"/>
              </a:rPr>
              <a:t>lethanhphong2605@gmail.com</a:t>
            </a:r>
            <a:endParaRPr lang="en-US" dirty="0">
              <a:latin typeface="Arial (Body)"/>
            </a:endParaRPr>
          </a:p>
          <a:p>
            <a:r>
              <a:rPr lang="en-US" dirty="0" err="1">
                <a:latin typeface="Arial (Body)"/>
              </a:rPr>
              <a:t>Điện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thoại</a:t>
            </a:r>
            <a:r>
              <a:rPr lang="en-US" dirty="0">
                <a:latin typeface="Arial (Body)"/>
              </a:rPr>
              <a:t>: 0904723279</a:t>
            </a:r>
          </a:p>
          <a:p>
            <a:r>
              <a:rPr lang="en-US" dirty="0" err="1">
                <a:latin typeface="Arial (Body)"/>
              </a:rPr>
              <a:t>Zalo</a:t>
            </a:r>
            <a:r>
              <a:rPr lang="en-US" dirty="0">
                <a:latin typeface="Arial (Body)"/>
              </a:rPr>
              <a:t> group: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9C1D39-C8AB-C139-4134-C5AFAECE5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4954" y="3714351"/>
            <a:ext cx="2838846" cy="285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106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Chương</a:t>
            </a:r>
            <a:r>
              <a:rPr lang="en-US" dirty="0">
                <a:latin typeface="Arial (Body)"/>
              </a:rPr>
              <a:t> 5: </a:t>
            </a:r>
            <a:r>
              <a:rPr lang="en-GB" dirty="0" err="1"/>
              <a:t>Hàm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Hàm</a:t>
            </a:r>
            <a:r>
              <a:rPr lang="en-GB" dirty="0"/>
              <a:t> </a:t>
            </a:r>
            <a:r>
              <a:rPr lang="en-GB" dirty="0" err="1"/>
              <a:t>trong</a:t>
            </a:r>
            <a:r>
              <a:rPr lang="en-GB" dirty="0"/>
              <a:t> Java </a:t>
            </a:r>
            <a:r>
              <a:rPr lang="en-GB" dirty="0" err="1"/>
              <a:t>là</a:t>
            </a:r>
            <a:r>
              <a:rPr lang="en-GB" dirty="0"/>
              <a:t> </a:t>
            </a:r>
            <a:r>
              <a:rPr lang="en-GB" dirty="0" err="1"/>
              <a:t>một</a:t>
            </a:r>
            <a:r>
              <a:rPr lang="en-GB" dirty="0"/>
              <a:t> </a:t>
            </a:r>
            <a:r>
              <a:rPr lang="en-GB" dirty="0" err="1"/>
              <a:t>khối</a:t>
            </a:r>
            <a:r>
              <a:rPr lang="en-GB" dirty="0"/>
              <a:t> </a:t>
            </a:r>
            <a:r>
              <a:rPr lang="en-GB" dirty="0" err="1"/>
              <a:t>mã</a:t>
            </a:r>
            <a:r>
              <a:rPr lang="en-GB" dirty="0"/>
              <a:t> </a:t>
            </a:r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thể</a:t>
            </a:r>
            <a:r>
              <a:rPr lang="en-GB" dirty="0"/>
              <a:t> </a:t>
            </a:r>
            <a:r>
              <a:rPr lang="en-GB" dirty="0" err="1"/>
              <a:t>tái</a:t>
            </a:r>
            <a:r>
              <a:rPr lang="en-GB" dirty="0"/>
              <a:t> </a:t>
            </a:r>
            <a:r>
              <a:rPr lang="en-GB" dirty="0" err="1"/>
              <a:t>sử</a:t>
            </a:r>
            <a:r>
              <a:rPr lang="en-GB" dirty="0"/>
              <a:t> </a:t>
            </a:r>
            <a:r>
              <a:rPr lang="en-GB" dirty="0" err="1"/>
              <a:t>dụng</a:t>
            </a:r>
            <a:r>
              <a:rPr lang="en-GB" dirty="0"/>
              <a:t>, </a:t>
            </a:r>
            <a:r>
              <a:rPr lang="en-GB" dirty="0" err="1"/>
              <a:t>thực</a:t>
            </a:r>
            <a:r>
              <a:rPr lang="en-GB" dirty="0"/>
              <a:t> </a:t>
            </a:r>
            <a:r>
              <a:rPr lang="en-GB" dirty="0" err="1"/>
              <a:t>hiện</a:t>
            </a:r>
            <a:r>
              <a:rPr lang="en-GB" dirty="0"/>
              <a:t> </a:t>
            </a:r>
            <a:r>
              <a:rPr lang="en-GB" dirty="0" err="1"/>
              <a:t>một</a:t>
            </a:r>
            <a:r>
              <a:rPr lang="en-GB" dirty="0"/>
              <a:t> </a:t>
            </a:r>
            <a:r>
              <a:rPr lang="en-GB" dirty="0" err="1"/>
              <a:t>nhiệm</a:t>
            </a:r>
            <a:r>
              <a:rPr lang="en-GB" dirty="0"/>
              <a:t> </a:t>
            </a:r>
            <a:r>
              <a:rPr lang="en-GB" dirty="0" err="1"/>
              <a:t>vụ</a:t>
            </a:r>
            <a:r>
              <a:rPr lang="en-GB" dirty="0"/>
              <a:t> </a:t>
            </a:r>
            <a:r>
              <a:rPr lang="en-GB" dirty="0" err="1"/>
              <a:t>cụ</a:t>
            </a:r>
            <a:r>
              <a:rPr lang="en-GB" dirty="0"/>
              <a:t> </a:t>
            </a:r>
            <a:r>
              <a:rPr lang="en-GB" dirty="0" err="1"/>
              <a:t>thể</a:t>
            </a:r>
            <a:r>
              <a:rPr lang="en-GB" dirty="0"/>
              <a:t>.</a:t>
            </a:r>
            <a:endParaRPr lang="en-US" dirty="0">
              <a:latin typeface="Arial (Body)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3F5722-26A7-6A72-B97F-E5A887B21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370" y="3670800"/>
            <a:ext cx="10773259" cy="178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55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Chương</a:t>
            </a:r>
            <a:r>
              <a:rPr lang="en-US" dirty="0">
                <a:latin typeface="Arial (Body)"/>
              </a:rPr>
              <a:t> 5: </a:t>
            </a:r>
            <a:r>
              <a:rPr lang="en-GB" dirty="0" err="1"/>
              <a:t>Hàm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latin typeface="Arial (Body)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86733E-B609-39B7-58A9-7872582BE8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0731" y="2554013"/>
            <a:ext cx="7430537" cy="414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657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Chương</a:t>
            </a:r>
            <a:r>
              <a:rPr lang="en-US" dirty="0">
                <a:latin typeface="Arial (Body)"/>
              </a:rPr>
              <a:t> 5: </a:t>
            </a:r>
            <a:r>
              <a:rPr lang="en-GB" dirty="0" err="1"/>
              <a:t>Hàm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err="1"/>
              <a:t>Hàm</a:t>
            </a:r>
            <a:r>
              <a:rPr lang="en-GB" b="1" dirty="0"/>
              <a:t> </a:t>
            </a:r>
            <a:r>
              <a:rPr lang="en-GB" b="1" dirty="0" err="1"/>
              <a:t>có</a:t>
            </a:r>
            <a:r>
              <a:rPr lang="en-GB" b="1" dirty="0"/>
              <a:t> </a:t>
            </a:r>
            <a:r>
              <a:rPr lang="en-GB" b="1" dirty="0" err="1"/>
              <a:t>giá</a:t>
            </a:r>
            <a:r>
              <a:rPr lang="en-GB" b="1" dirty="0"/>
              <a:t> </a:t>
            </a:r>
            <a:r>
              <a:rPr lang="en-GB" b="1" dirty="0" err="1"/>
              <a:t>trị</a:t>
            </a:r>
            <a:r>
              <a:rPr lang="en-GB" b="1" dirty="0"/>
              <a:t> </a:t>
            </a:r>
            <a:r>
              <a:rPr lang="en-GB" b="1" dirty="0" err="1"/>
              <a:t>trả</a:t>
            </a:r>
            <a:r>
              <a:rPr lang="en-GB" b="1" dirty="0"/>
              <a:t> </a:t>
            </a:r>
            <a:r>
              <a:rPr lang="en-GB" b="1" dirty="0" err="1"/>
              <a:t>về</a:t>
            </a:r>
            <a:endParaRPr lang="en-GB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942E0A-E340-FD7B-9349-F9933D634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2179" y="3429000"/>
            <a:ext cx="7287642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776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Chương</a:t>
            </a:r>
            <a:r>
              <a:rPr lang="en-US" dirty="0">
                <a:latin typeface="Arial (Body)"/>
              </a:rPr>
              <a:t> 5: </a:t>
            </a:r>
            <a:r>
              <a:rPr lang="en-GB" dirty="0" err="1"/>
              <a:t>Hàm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err="1"/>
              <a:t>Hàm</a:t>
            </a:r>
            <a:r>
              <a:rPr lang="en-GB" b="1" dirty="0"/>
              <a:t> </a:t>
            </a:r>
            <a:r>
              <a:rPr lang="en-GB" b="1" dirty="0" err="1"/>
              <a:t>không</a:t>
            </a:r>
            <a:r>
              <a:rPr lang="en-GB" b="1" dirty="0"/>
              <a:t> </a:t>
            </a:r>
            <a:r>
              <a:rPr lang="en-GB" b="1" dirty="0" err="1"/>
              <a:t>có</a:t>
            </a:r>
            <a:r>
              <a:rPr lang="en-GB" b="1" dirty="0"/>
              <a:t> </a:t>
            </a:r>
            <a:r>
              <a:rPr lang="en-GB" b="1" dirty="0" err="1"/>
              <a:t>giá</a:t>
            </a:r>
            <a:r>
              <a:rPr lang="en-GB" b="1" dirty="0"/>
              <a:t> </a:t>
            </a:r>
            <a:r>
              <a:rPr lang="en-GB" b="1" dirty="0" err="1"/>
              <a:t>trị</a:t>
            </a:r>
            <a:r>
              <a:rPr lang="en-GB" b="1" dirty="0"/>
              <a:t> </a:t>
            </a:r>
            <a:r>
              <a:rPr lang="en-GB" b="1" dirty="0" err="1"/>
              <a:t>trả</a:t>
            </a:r>
            <a:r>
              <a:rPr lang="en-GB" b="1" dirty="0"/>
              <a:t> </a:t>
            </a:r>
            <a:r>
              <a:rPr lang="en-GB" b="1" dirty="0" err="1"/>
              <a:t>về</a:t>
            </a:r>
            <a:r>
              <a:rPr lang="en-GB" b="1" dirty="0"/>
              <a:t> (void)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GB" dirty="0" err="1"/>
              <a:t>Hàm</a:t>
            </a:r>
            <a:r>
              <a:rPr lang="en-GB" dirty="0"/>
              <a:t> </a:t>
            </a:r>
            <a:r>
              <a:rPr lang="en-GB" dirty="0" err="1"/>
              <a:t>kiểu</a:t>
            </a:r>
            <a:r>
              <a:rPr lang="en-GB" dirty="0"/>
              <a:t> void </a:t>
            </a:r>
            <a:r>
              <a:rPr lang="en-GB" dirty="0" err="1"/>
              <a:t>không</a:t>
            </a:r>
            <a:r>
              <a:rPr lang="en-GB" dirty="0"/>
              <a:t> </a:t>
            </a:r>
            <a:r>
              <a:rPr lang="en-GB" dirty="0" err="1"/>
              <a:t>trả</a:t>
            </a:r>
            <a:r>
              <a:rPr lang="en-GB" dirty="0"/>
              <a:t> </a:t>
            </a:r>
            <a:r>
              <a:rPr lang="en-GB" dirty="0" err="1"/>
              <a:t>về</a:t>
            </a:r>
            <a:r>
              <a:rPr lang="en-GB" dirty="0"/>
              <a:t> </a:t>
            </a:r>
            <a:r>
              <a:rPr lang="en-GB" dirty="0" err="1"/>
              <a:t>giá</a:t>
            </a:r>
            <a:r>
              <a:rPr lang="en-GB" dirty="0"/>
              <a:t> </a:t>
            </a:r>
            <a:r>
              <a:rPr lang="en-GB" dirty="0" err="1"/>
              <a:t>trị</a:t>
            </a:r>
            <a:r>
              <a:rPr lang="en-GB" dirty="0"/>
              <a:t> </a:t>
            </a:r>
            <a:r>
              <a:rPr lang="en-GB" dirty="0" err="1"/>
              <a:t>nào</a:t>
            </a:r>
            <a:r>
              <a:rPr lang="en-GB" dirty="0"/>
              <a:t> </a:t>
            </a:r>
            <a:r>
              <a:rPr lang="en-GB" dirty="0" err="1"/>
              <a:t>mà</a:t>
            </a:r>
            <a:r>
              <a:rPr lang="en-GB" dirty="0"/>
              <a:t> </a:t>
            </a:r>
            <a:r>
              <a:rPr lang="en-GB" dirty="0" err="1"/>
              <a:t>chỉ</a:t>
            </a:r>
            <a:r>
              <a:rPr lang="en-GB" dirty="0"/>
              <a:t> </a:t>
            </a:r>
            <a:r>
              <a:rPr lang="en-GB" dirty="0" err="1"/>
              <a:t>thực</a:t>
            </a:r>
            <a:r>
              <a:rPr lang="en-GB" dirty="0"/>
              <a:t> </a:t>
            </a:r>
            <a:r>
              <a:rPr lang="en-GB" dirty="0" err="1"/>
              <a:t>hiện</a:t>
            </a:r>
            <a:r>
              <a:rPr lang="en-GB" dirty="0"/>
              <a:t> </a:t>
            </a:r>
            <a:r>
              <a:rPr lang="en-GB" dirty="0" err="1"/>
              <a:t>công</a:t>
            </a:r>
            <a:r>
              <a:rPr lang="en-GB" dirty="0"/>
              <a:t> </a:t>
            </a:r>
            <a:r>
              <a:rPr lang="en-GB" dirty="0" err="1"/>
              <a:t>việc</a:t>
            </a:r>
            <a:r>
              <a:rPr lang="en-GB" dirty="0"/>
              <a:t> </a:t>
            </a:r>
            <a:r>
              <a:rPr lang="en-GB" dirty="0" err="1"/>
              <a:t>nào</a:t>
            </a:r>
            <a:r>
              <a:rPr lang="en-GB" dirty="0"/>
              <a:t> </a:t>
            </a:r>
            <a:r>
              <a:rPr lang="en-GB" dirty="0" err="1"/>
              <a:t>đó</a:t>
            </a:r>
            <a:r>
              <a:rPr lang="en-GB" dirty="0"/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12A1F4-FDA1-B3C5-D421-47C856FB8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205" y="3704825"/>
            <a:ext cx="7811590" cy="28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984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Chương</a:t>
            </a:r>
            <a:r>
              <a:rPr lang="en-US" dirty="0">
                <a:latin typeface="Arial (Body)"/>
              </a:rPr>
              <a:t> 5: </a:t>
            </a:r>
            <a:r>
              <a:rPr lang="en-GB" dirty="0" err="1"/>
              <a:t>Hàm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err="1"/>
              <a:t>Hàm</a:t>
            </a:r>
            <a:r>
              <a:rPr lang="en-GB" b="1" dirty="0"/>
              <a:t> </a:t>
            </a:r>
            <a:r>
              <a:rPr lang="en-GB" b="1" dirty="0" err="1"/>
              <a:t>có</a:t>
            </a:r>
            <a:r>
              <a:rPr lang="en-GB" b="1" dirty="0"/>
              <a:t> </a:t>
            </a:r>
            <a:r>
              <a:rPr lang="en-GB" b="1" dirty="0" err="1"/>
              <a:t>tham</a:t>
            </a:r>
            <a:r>
              <a:rPr lang="en-GB" b="1" dirty="0"/>
              <a:t> </a:t>
            </a:r>
            <a:r>
              <a:rPr lang="en-GB" b="1" dirty="0" err="1"/>
              <a:t>số</a:t>
            </a:r>
            <a:endParaRPr lang="en-GB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A620C7-AB00-53A6-112C-9E86359CBA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863" y="3753357"/>
            <a:ext cx="6792273" cy="248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3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Chương</a:t>
            </a:r>
            <a:r>
              <a:rPr lang="en-US" dirty="0">
                <a:latin typeface="Arial (Body)"/>
              </a:rPr>
              <a:t> 5: </a:t>
            </a:r>
            <a:r>
              <a:rPr lang="en-GB" dirty="0" err="1"/>
              <a:t>Hàm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err="1"/>
              <a:t>Hàm</a:t>
            </a:r>
            <a:r>
              <a:rPr lang="en-GB" b="1" dirty="0"/>
              <a:t> </a:t>
            </a:r>
            <a:r>
              <a:rPr lang="en-GB" b="1" dirty="0" err="1"/>
              <a:t>không</a:t>
            </a:r>
            <a:r>
              <a:rPr lang="en-GB" b="1" dirty="0"/>
              <a:t> </a:t>
            </a:r>
            <a:r>
              <a:rPr lang="en-GB" b="1" dirty="0" err="1"/>
              <a:t>có</a:t>
            </a:r>
            <a:r>
              <a:rPr lang="en-GB" b="1" dirty="0"/>
              <a:t> </a:t>
            </a:r>
            <a:r>
              <a:rPr lang="en-GB" b="1" dirty="0" err="1"/>
              <a:t>tham</a:t>
            </a:r>
            <a:r>
              <a:rPr lang="en-GB" b="1" dirty="0"/>
              <a:t> </a:t>
            </a:r>
            <a:r>
              <a:rPr lang="en-GB" b="1" dirty="0" err="1"/>
              <a:t>số</a:t>
            </a:r>
            <a:endParaRPr lang="en-GB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CD0BFC-C84C-46AD-E77F-0C86889968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415" y="3771714"/>
            <a:ext cx="8383170" cy="26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048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Chương</a:t>
            </a:r>
            <a:r>
              <a:rPr lang="en-US" dirty="0">
                <a:latin typeface="Arial (Body)"/>
              </a:rPr>
              <a:t> 5: </a:t>
            </a:r>
            <a:r>
              <a:rPr lang="en-GB" dirty="0" err="1"/>
              <a:t>Hàm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err="1"/>
              <a:t>Hàm</a:t>
            </a:r>
            <a:r>
              <a:rPr lang="en-GB" b="1" dirty="0"/>
              <a:t> </a:t>
            </a:r>
            <a:r>
              <a:rPr lang="en-GB" b="1" dirty="0" err="1"/>
              <a:t>nạp</a:t>
            </a:r>
            <a:r>
              <a:rPr lang="en-GB" b="1" dirty="0"/>
              <a:t> </a:t>
            </a:r>
            <a:r>
              <a:rPr lang="en-GB" b="1" dirty="0" err="1"/>
              <a:t>chồng</a:t>
            </a:r>
            <a:r>
              <a:rPr lang="en-GB" b="1" dirty="0"/>
              <a:t> (Overloading)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T</a:t>
            </a:r>
            <a:r>
              <a:rPr lang="vi-VN" dirty="0"/>
              <a:t>ạo nhiều hàm cùng tên nhưng khác tham số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3475EC-285F-AB6F-A284-3C6DD9376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8185" y="3632066"/>
            <a:ext cx="4675629" cy="301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517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Chương</a:t>
            </a:r>
            <a:r>
              <a:rPr lang="en-US" dirty="0">
                <a:latin typeface="Arial (Body)"/>
              </a:rPr>
              <a:t> 5: </a:t>
            </a:r>
            <a:r>
              <a:rPr lang="en-GB" dirty="0" err="1"/>
              <a:t>Hàm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err="1"/>
              <a:t>Hàm</a:t>
            </a:r>
            <a:r>
              <a:rPr lang="en-GB" b="1" dirty="0"/>
              <a:t> </a:t>
            </a:r>
            <a:r>
              <a:rPr lang="en-GB" b="1" dirty="0" err="1"/>
              <a:t>đệ</a:t>
            </a:r>
            <a:r>
              <a:rPr lang="en-GB" b="1" dirty="0"/>
              <a:t> </a:t>
            </a:r>
            <a:r>
              <a:rPr lang="en-GB" b="1" dirty="0" err="1"/>
              <a:t>quy</a:t>
            </a:r>
            <a:r>
              <a:rPr lang="en-GB" b="1" dirty="0"/>
              <a:t> (Recursion)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GB" dirty="0" err="1"/>
              <a:t>Hàm</a:t>
            </a:r>
            <a:r>
              <a:rPr lang="en-GB" dirty="0"/>
              <a:t> </a:t>
            </a:r>
            <a:r>
              <a:rPr lang="en-GB" dirty="0" err="1"/>
              <a:t>đệ</a:t>
            </a:r>
            <a:r>
              <a:rPr lang="en-GB" dirty="0"/>
              <a:t> </a:t>
            </a:r>
            <a:r>
              <a:rPr lang="en-GB" dirty="0" err="1"/>
              <a:t>quy</a:t>
            </a:r>
            <a:r>
              <a:rPr lang="en-GB" dirty="0"/>
              <a:t> </a:t>
            </a:r>
            <a:r>
              <a:rPr lang="en-GB" dirty="0" err="1"/>
              <a:t>là</a:t>
            </a:r>
            <a:r>
              <a:rPr lang="en-GB" dirty="0"/>
              <a:t> </a:t>
            </a:r>
            <a:r>
              <a:rPr lang="en-GB" dirty="0" err="1"/>
              <a:t>hàm</a:t>
            </a:r>
            <a:r>
              <a:rPr lang="en-GB" dirty="0"/>
              <a:t> </a:t>
            </a:r>
            <a:r>
              <a:rPr lang="en-GB" dirty="0" err="1"/>
              <a:t>tự</a:t>
            </a:r>
            <a:r>
              <a:rPr lang="en-GB" dirty="0"/>
              <a:t> </a:t>
            </a:r>
            <a:r>
              <a:rPr lang="en-GB" dirty="0" err="1"/>
              <a:t>gọi</a:t>
            </a:r>
            <a:r>
              <a:rPr lang="en-GB" dirty="0"/>
              <a:t> </a:t>
            </a:r>
            <a:r>
              <a:rPr lang="en-GB" dirty="0" err="1"/>
              <a:t>lại</a:t>
            </a:r>
            <a:r>
              <a:rPr lang="en-GB" dirty="0"/>
              <a:t> </a:t>
            </a:r>
            <a:r>
              <a:rPr lang="en-GB" dirty="0" err="1"/>
              <a:t>chính</a:t>
            </a:r>
            <a:r>
              <a:rPr lang="en-GB" dirty="0"/>
              <a:t> </a:t>
            </a:r>
            <a:r>
              <a:rPr lang="en-GB" dirty="0" err="1"/>
              <a:t>nó</a:t>
            </a:r>
            <a:r>
              <a:rPr lang="en-GB" dirty="0"/>
              <a:t> </a:t>
            </a:r>
            <a:r>
              <a:rPr lang="en-GB" dirty="0" err="1"/>
              <a:t>cho</a:t>
            </a:r>
            <a:r>
              <a:rPr lang="en-GB" dirty="0"/>
              <a:t> </a:t>
            </a:r>
            <a:r>
              <a:rPr lang="en-GB" dirty="0" err="1"/>
              <a:t>đến</a:t>
            </a:r>
            <a:r>
              <a:rPr lang="en-GB" dirty="0"/>
              <a:t> </a:t>
            </a:r>
            <a:r>
              <a:rPr lang="en-GB" dirty="0" err="1"/>
              <a:t>khi</a:t>
            </a:r>
            <a:r>
              <a:rPr lang="en-GB" dirty="0"/>
              <a:t> </a:t>
            </a:r>
            <a:r>
              <a:rPr lang="en-GB" dirty="0" err="1"/>
              <a:t>đạt</a:t>
            </a:r>
            <a:r>
              <a:rPr lang="en-GB" dirty="0"/>
              <a:t> </a:t>
            </a:r>
            <a:r>
              <a:rPr lang="en-GB" dirty="0" err="1"/>
              <a:t>điều</a:t>
            </a:r>
            <a:r>
              <a:rPr lang="en-GB" dirty="0"/>
              <a:t> </a:t>
            </a:r>
            <a:r>
              <a:rPr lang="en-GB" dirty="0" err="1"/>
              <a:t>kiện</a:t>
            </a:r>
            <a:r>
              <a:rPr lang="en-GB" dirty="0"/>
              <a:t> </a:t>
            </a:r>
            <a:r>
              <a:rPr lang="en-GB" dirty="0" err="1"/>
              <a:t>dừng</a:t>
            </a:r>
            <a:r>
              <a:rPr lang="en-GB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C0A369-6B55-FDA3-F538-84B98C3DE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5915" y="3638141"/>
            <a:ext cx="7840169" cy="293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80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Chương</a:t>
            </a:r>
            <a:r>
              <a:rPr lang="en-US" dirty="0">
                <a:latin typeface="Arial (Body)"/>
              </a:rPr>
              <a:t> 5: </a:t>
            </a:r>
            <a:r>
              <a:rPr lang="en-GB" dirty="0" err="1"/>
              <a:t>Hàm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b="1" dirty="0"/>
              <a:t>Hàm trong lập trình hướng đối tượng (OOP)</a:t>
            </a:r>
            <a:endParaRPr lang="en-US" b="1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GB" dirty="0" err="1"/>
              <a:t>Hàm</a:t>
            </a:r>
            <a:r>
              <a:rPr lang="en-GB" dirty="0"/>
              <a:t> </a:t>
            </a:r>
            <a:r>
              <a:rPr lang="en-GB" dirty="0" err="1"/>
              <a:t>của</a:t>
            </a:r>
            <a:r>
              <a:rPr lang="en-GB" dirty="0"/>
              <a:t> </a:t>
            </a:r>
            <a:r>
              <a:rPr lang="en-GB" dirty="0" err="1"/>
              <a:t>đối</a:t>
            </a:r>
            <a:r>
              <a:rPr lang="en-GB" dirty="0"/>
              <a:t> </a:t>
            </a:r>
            <a:r>
              <a:rPr lang="en-GB" dirty="0" err="1"/>
              <a:t>tượng</a:t>
            </a:r>
            <a:r>
              <a:rPr lang="en-GB" dirty="0"/>
              <a:t> (Instance Method)</a:t>
            </a:r>
            <a:endParaRPr lang="vi-V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B7EA2D-0525-9134-0149-71DFF2C48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3429000"/>
            <a:ext cx="4952999" cy="3252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809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Chương</a:t>
            </a:r>
            <a:r>
              <a:rPr lang="en-US" dirty="0">
                <a:latin typeface="Arial (Body)"/>
              </a:rPr>
              <a:t> 5: </a:t>
            </a:r>
            <a:r>
              <a:rPr lang="en-GB" dirty="0" err="1"/>
              <a:t>Hàm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b="1" dirty="0"/>
              <a:t>Hàm trong lập trình hướng đối tượng (OOP)</a:t>
            </a:r>
            <a:endParaRPr lang="en-US" b="1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vi-VN" dirty="0"/>
              <a:t>Hàm tĩnh (Static Method) </a:t>
            </a:r>
            <a:endParaRPr lang="en-US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vi-VN" dirty="0"/>
              <a:t>Gọi trực tiếp mà không cần tạo đối tượng</a:t>
            </a:r>
            <a:endParaRPr lang="vi-VN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6095BB-676C-28FA-53ED-1499B0020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687" y="3887185"/>
            <a:ext cx="8478625" cy="276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566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rial (Body)"/>
              </a:rPr>
              <a:t>Bài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tập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vi-VN" dirty="0"/>
              <a:t>Viết hàm void inLoiChao(String ten) để in ra "Xin chào, [Tên]!".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vi-VN" dirty="0"/>
              <a:t>Hàm int tinhTong(int a, int b) trả về tổng của a và b.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vi-VN" dirty="0"/>
              <a:t>Hàm boolean laSoChan(int n) trả về true nếu n là số chẵn, ngược lại false.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vi-VN" dirty="0"/>
              <a:t>Hàm int timMax(int a, int b) trả về số lớn hơn giữa a và b.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vi-VN" dirty="0"/>
              <a:t>Hàm int binhPhuong(int x) trả về bình phương của x.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596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rial (Body)"/>
              </a:rPr>
              <a:t>Bài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tập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6"/>
            </a:pPr>
            <a:r>
              <a:rPr lang="vi-VN" dirty="0"/>
              <a:t>Hàm boolean laSoNguyenTo(int n) trả về true nếu n là số nguyên tố.</a:t>
            </a:r>
            <a:endParaRPr lang="en-US" dirty="0"/>
          </a:p>
          <a:p>
            <a:pPr marL="514350" indent="-514350">
              <a:buFont typeface="+mj-lt"/>
              <a:buAutoNum type="arabicPeriod" startAt="6"/>
            </a:pPr>
            <a:r>
              <a:rPr lang="vi-VN" dirty="0"/>
              <a:t>Hàm boolean laNamNhuan(int nam) trả về true nếu nam là năm nhuận.</a:t>
            </a:r>
            <a:endParaRPr lang="en-US" dirty="0"/>
          </a:p>
          <a:p>
            <a:pPr marL="514350" indent="-514350">
              <a:buFont typeface="+mj-lt"/>
              <a:buAutoNum type="arabicPeriod" startAt="6"/>
            </a:pPr>
            <a:r>
              <a:rPr lang="vi-VN" dirty="0"/>
              <a:t>Hàm int giaiThua(int n) trả về n! (giai thừa của n).</a:t>
            </a:r>
            <a:endParaRPr lang="en-US" dirty="0"/>
          </a:p>
          <a:p>
            <a:pPr marL="514350" indent="-514350">
              <a:buFont typeface="+mj-lt"/>
              <a:buAutoNum type="arabicPeriod" startAt="6"/>
            </a:pPr>
            <a:r>
              <a:rPr lang="vi-VN" dirty="0"/>
              <a:t>Hàm void inFibonacci(int n) in ra dãy Fibonacci có n phần tử.</a:t>
            </a:r>
            <a:endParaRPr lang="en-US" dirty="0"/>
          </a:p>
          <a:p>
            <a:pPr marL="514350" indent="-514350">
              <a:buFont typeface="+mj-lt"/>
              <a:buAutoNum type="arabicPeriod" startAt="6"/>
            </a:pPr>
            <a:r>
              <a:rPr lang="vi-VN" dirty="0"/>
              <a:t>Hàm int tongChuSo(int n) trả về tổng chữ số của n.</a:t>
            </a:r>
          </a:p>
        </p:txBody>
      </p:sp>
    </p:spTree>
    <p:extLst>
      <p:ext uri="{BB962C8B-B14F-4D97-AF65-F5344CB8AC3E}">
        <p14:creationId xmlns:p14="http://schemas.microsoft.com/office/powerpoint/2010/main" val="1747991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rial (Body)"/>
              </a:rPr>
              <a:t>Bài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tập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11"/>
            </a:pPr>
            <a:r>
              <a:rPr lang="vi-VN" dirty="0"/>
              <a:t>Hàm int UCLN(int a, int b) tìm ước số chung lớn nhất của a và b.</a:t>
            </a:r>
            <a:endParaRPr lang="en-US" dirty="0"/>
          </a:p>
          <a:p>
            <a:pPr marL="514350" indent="-514350">
              <a:buFont typeface="+mj-lt"/>
              <a:buAutoNum type="arabicPeriod" startAt="11"/>
            </a:pPr>
            <a:r>
              <a:rPr lang="vi-VN" dirty="0"/>
              <a:t>Hàm int BCNN(int a, int b) tìm bội số chung nhỏ nhất của a và b.</a:t>
            </a:r>
            <a:endParaRPr lang="en-US" dirty="0"/>
          </a:p>
          <a:p>
            <a:pPr marL="514350" indent="-514350">
              <a:buFont typeface="+mj-lt"/>
              <a:buAutoNum type="arabicPeriod" startAt="11"/>
            </a:pPr>
            <a:r>
              <a:rPr lang="vi-VN" dirty="0"/>
              <a:t>Hàm int tongMang(int[] arr) trả về tổng các phần tử trong mảng.</a:t>
            </a:r>
            <a:endParaRPr lang="en-US" dirty="0"/>
          </a:p>
          <a:p>
            <a:pPr marL="514350" indent="-514350">
              <a:buFont typeface="+mj-lt"/>
              <a:buAutoNum type="arabicPeriod" startAt="11"/>
            </a:pPr>
            <a:r>
              <a:rPr lang="vi-VN" dirty="0"/>
              <a:t>Hàm int timMaxMang(int[] arr) trả về số lớn nhất trong mảng.</a:t>
            </a:r>
            <a:endParaRPr lang="en-US" dirty="0"/>
          </a:p>
          <a:p>
            <a:pPr marL="514350" indent="-514350">
              <a:buFont typeface="+mj-lt"/>
              <a:buAutoNum type="arabicPeriod" startAt="11"/>
            </a:pPr>
            <a:r>
              <a:rPr lang="vi-VN" dirty="0"/>
              <a:t>Hàm int timMinMang(int[] arr) trả về số nhỏ nhất trong mảng.</a:t>
            </a:r>
          </a:p>
        </p:txBody>
      </p:sp>
    </p:spTree>
    <p:extLst>
      <p:ext uri="{BB962C8B-B14F-4D97-AF65-F5344CB8AC3E}">
        <p14:creationId xmlns:p14="http://schemas.microsoft.com/office/powerpoint/2010/main" val="194415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rial (Body)"/>
              </a:rPr>
              <a:t>Bài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tập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 startAt="16"/>
            </a:pPr>
            <a:r>
              <a:rPr lang="vi-VN" dirty="0"/>
              <a:t>Hàm boolean kiemTraTonTai(int[] arr, int x) trả về true nếu x có trong mảng.</a:t>
            </a:r>
            <a:endParaRPr lang="en-US" dirty="0"/>
          </a:p>
          <a:p>
            <a:pPr marL="514350" indent="-514350">
              <a:buFont typeface="+mj-lt"/>
              <a:buAutoNum type="arabicPeriod" startAt="16"/>
            </a:pPr>
            <a:r>
              <a:rPr lang="vi-VN" dirty="0"/>
              <a:t>Hàm int soPhoBien(int[] arr) trả về số có tần suất xuất hiện nhiều nhất.</a:t>
            </a:r>
            <a:endParaRPr lang="en-US" dirty="0"/>
          </a:p>
          <a:p>
            <a:pPr marL="514350" indent="-514350">
              <a:buFont typeface="+mj-lt"/>
              <a:buAutoNum type="arabicPeriod" startAt="16"/>
            </a:pPr>
            <a:r>
              <a:rPr lang="vi-VN" dirty="0"/>
              <a:t>Hàm int[] loaiBoTrungLap(int[] arr) trả về mảng mới không có số trùng.</a:t>
            </a:r>
            <a:endParaRPr lang="en-US" dirty="0"/>
          </a:p>
          <a:p>
            <a:pPr marL="514350" indent="-514350">
              <a:buFont typeface="+mj-lt"/>
              <a:buAutoNum type="arabicPeriod" startAt="16"/>
            </a:pPr>
            <a:r>
              <a:rPr lang="vi-VN" dirty="0"/>
              <a:t>Hàm String tuDaiNhat(String s) tìm từ dài nhất trong câu.</a:t>
            </a:r>
            <a:endParaRPr lang="en-US" dirty="0"/>
          </a:p>
          <a:p>
            <a:pPr marL="514350" indent="-514350">
              <a:buFont typeface="+mj-lt"/>
              <a:buAutoNum type="arabicPeriod" startAt="16"/>
            </a:pPr>
            <a:r>
              <a:rPr lang="vi-VN" dirty="0"/>
              <a:t>Hàm int[] gopMang(int[] a, int[] b) nối hai mảng thành một mảng mới.</a:t>
            </a:r>
          </a:p>
        </p:txBody>
      </p:sp>
    </p:spTree>
    <p:extLst>
      <p:ext uri="{BB962C8B-B14F-4D97-AF65-F5344CB8AC3E}">
        <p14:creationId xmlns:p14="http://schemas.microsoft.com/office/powerpoint/2010/main" val="37227365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804337" y="2835723"/>
            <a:ext cx="8941936" cy="8631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b="1" dirty="0" err="1">
                <a:solidFill>
                  <a:srgbClr val="5B9BD5">
                    <a:lumMod val="75000"/>
                  </a:srgbClr>
                </a:solidFill>
                <a:latin typeface="HungHau" panose="02000503050000020004" pitchFamily="50" charset="0"/>
              </a:rPr>
              <a:t>Trân</a:t>
            </a:r>
            <a:r>
              <a:rPr lang="en-US" sz="5400" b="1" dirty="0">
                <a:solidFill>
                  <a:srgbClr val="5B9BD5">
                    <a:lumMod val="75000"/>
                  </a:srgbClr>
                </a:solidFill>
                <a:latin typeface="HungHau" panose="02000503050000020004" pitchFamily="50" charset="0"/>
              </a:rPr>
              <a:t> </a:t>
            </a:r>
            <a:r>
              <a:rPr lang="en-US" sz="5400" b="1" dirty="0" err="1">
                <a:solidFill>
                  <a:srgbClr val="5B9BD5">
                    <a:lumMod val="75000"/>
                  </a:srgbClr>
                </a:solidFill>
                <a:latin typeface="HungHau" panose="02000503050000020004" pitchFamily="50" charset="0"/>
              </a:rPr>
              <a:t>trọng</a:t>
            </a:r>
            <a:r>
              <a:rPr lang="en-US" sz="5400" b="1" dirty="0">
                <a:solidFill>
                  <a:srgbClr val="5B9BD5">
                    <a:lumMod val="75000"/>
                  </a:srgbClr>
                </a:solidFill>
                <a:latin typeface="HungHau" panose="02000503050000020004" pitchFamily="50" charset="0"/>
              </a:rPr>
              <a:t> </a:t>
            </a:r>
            <a:r>
              <a:rPr lang="en-US" sz="5400" b="1" dirty="0" err="1">
                <a:solidFill>
                  <a:srgbClr val="5B9BD5">
                    <a:lumMod val="75000"/>
                  </a:srgbClr>
                </a:solidFill>
                <a:latin typeface="HungHau" panose="02000503050000020004" pitchFamily="50" charset="0"/>
              </a:rPr>
              <a:t>và</a:t>
            </a:r>
            <a:r>
              <a:rPr lang="en-US" sz="5400" b="1" dirty="0">
                <a:solidFill>
                  <a:srgbClr val="5B9BD5">
                    <a:lumMod val="75000"/>
                  </a:srgbClr>
                </a:solidFill>
                <a:latin typeface="HungHau" panose="02000503050000020004" pitchFamily="50" charset="0"/>
              </a:rPr>
              <a:t> </a:t>
            </a:r>
            <a:r>
              <a:rPr lang="en-US" sz="5400" b="1" dirty="0" err="1">
                <a:solidFill>
                  <a:srgbClr val="5B9BD5">
                    <a:lumMod val="75000"/>
                  </a:srgbClr>
                </a:solidFill>
                <a:latin typeface="HungHau" panose="02000503050000020004" pitchFamily="50" charset="0"/>
              </a:rPr>
              <a:t>Cảm</a:t>
            </a:r>
            <a:r>
              <a:rPr lang="en-US" sz="5400" b="1" dirty="0">
                <a:solidFill>
                  <a:srgbClr val="5B9BD5">
                    <a:lumMod val="75000"/>
                  </a:srgbClr>
                </a:solidFill>
                <a:latin typeface="HungHau" panose="02000503050000020004" pitchFamily="50" charset="0"/>
              </a:rPr>
              <a:t> </a:t>
            </a:r>
            <a:r>
              <a:rPr lang="en-US" sz="5400" b="1" dirty="0" err="1">
                <a:solidFill>
                  <a:srgbClr val="5B9BD5">
                    <a:lumMod val="75000"/>
                  </a:srgbClr>
                </a:solidFill>
                <a:latin typeface="HungHau" panose="02000503050000020004" pitchFamily="50" charset="0"/>
              </a:rPr>
              <a:t>ơn</a:t>
            </a:r>
            <a:r>
              <a:rPr lang="en-US" sz="5400" b="1" dirty="0">
                <a:solidFill>
                  <a:srgbClr val="5B9BD5">
                    <a:lumMod val="75000"/>
                  </a:srgbClr>
                </a:solidFill>
                <a:latin typeface="HungHau" panose="02000503050000020004" pitchFamily="50" charset="0"/>
              </a:rPr>
              <a:t>!</a:t>
            </a:r>
            <a:endParaRPr lang="en-US" sz="5400" b="1" dirty="0">
              <a:solidFill>
                <a:srgbClr val="C00000"/>
              </a:solidFill>
              <a:latin typeface="HungHau" panose="0200050305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060363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83F8456-9C81-47AF-8C90-D283B8C57F02}" vid="{2CEE027D-E72C-42C2-8820-F3FC89DFF69B}"/>
    </a:ext>
  </a:extLst>
</a:theme>
</file>

<file path=ppt/theme/theme2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1973</TotalTime>
  <Words>602</Words>
  <Application>Microsoft Office PowerPoint</Application>
  <PresentationFormat>Widescreen</PresentationFormat>
  <Paragraphs>71</Paragraphs>
  <Slides>17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Arial (Body)</vt:lpstr>
      <vt:lpstr>Calibri</vt:lpstr>
      <vt:lpstr>Calibri Light</vt:lpstr>
      <vt:lpstr>HungHau</vt:lpstr>
      <vt:lpstr>Wingdings</vt:lpstr>
      <vt:lpstr>4_Office Theme</vt:lpstr>
      <vt:lpstr>5_Office Theme</vt:lpstr>
      <vt:lpstr>PowerPoint Presentation</vt:lpstr>
      <vt:lpstr>THỰC HÀNH LẬP TRÌNH JAVA</vt:lpstr>
      <vt:lpstr>Chương 5: Hàm</vt:lpstr>
      <vt:lpstr>Chương 5: Hàm</vt:lpstr>
      <vt:lpstr>Chương 5: Hàm</vt:lpstr>
      <vt:lpstr>Chương 5: Hàm</vt:lpstr>
      <vt:lpstr>Chương 5: Hàm</vt:lpstr>
      <vt:lpstr>Chương 5: Hàm</vt:lpstr>
      <vt:lpstr>Chương 5: Hàm</vt:lpstr>
      <vt:lpstr>Chương 5: Hàm</vt:lpstr>
      <vt:lpstr>Chương 5: Hàm</vt:lpstr>
      <vt:lpstr>Chương 5: Hàm</vt:lpstr>
      <vt:lpstr>Bài tập</vt:lpstr>
      <vt:lpstr>Bài tập</vt:lpstr>
      <vt:lpstr>Bài tập</vt:lpstr>
      <vt:lpstr>Bài tập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HỌP GIAO BAN TUẦN 2 - 2021</dc:title>
  <dc:creator>Thai Tran Manh</dc:creator>
  <cp:lastModifiedBy>VHU PhongLT</cp:lastModifiedBy>
  <cp:revision>153</cp:revision>
  <dcterms:created xsi:type="dcterms:W3CDTF">2021-01-14T01:46:21Z</dcterms:created>
  <dcterms:modified xsi:type="dcterms:W3CDTF">2025-02-17T05:44:43Z</dcterms:modified>
</cp:coreProperties>
</file>